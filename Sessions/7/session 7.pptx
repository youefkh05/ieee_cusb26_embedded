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73" r:id="rId2"/>
    <p:sldId id="257" r:id="rId3"/>
    <p:sldId id="330" r:id="rId4"/>
    <p:sldId id="277" r:id="rId5"/>
    <p:sldId id="282" r:id="rId6"/>
    <p:sldId id="288" r:id="rId7"/>
    <p:sldId id="353" r:id="rId8"/>
    <p:sldId id="354" r:id="rId9"/>
    <p:sldId id="355" r:id="rId10"/>
    <p:sldId id="356" r:id="rId11"/>
    <p:sldId id="357" r:id="rId12"/>
    <p:sldId id="358" r:id="rId13"/>
    <p:sldId id="290" r:id="rId14"/>
    <p:sldId id="349" r:id="rId15"/>
    <p:sldId id="338" r:id="rId16"/>
    <p:sldId id="364" r:id="rId17"/>
    <p:sldId id="351" r:id="rId18"/>
    <p:sldId id="337" r:id="rId19"/>
    <p:sldId id="331" r:id="rId20"/>
    <p:sldId id="362" r:id="rId21"/>
    <p:sldId id="339" r:id="rId22"/>
    <p:sldId id="359" r:id="rId23"/>
    <p:sldId id="360" r:id="rId24"/>
    <p:sldId id="332" r:id="rId25"/>
    <p:sldId id="333" r:id="rId26"/>
    <p:sldId id="346" r:id="rId27"/>
    <p:sldId id="343" r:id="rId28"/>
    <p:sldId id="345" r:id="rId29"/>
    <p:sldId id="347" r:id="rId30"/>
    <p:sldId id="361" r:id="rId31"/>
    <p:sldId id="363" r:id="rId32"/>
    <p:sldId id="365" r:id="rId33"/>
    <p:sldId id="334" r:id="rId34"/>
    <p:sldId id="336" r:id="rId35"/>
    <p:sldId id="344" r:id="rId36"/>
    <p:sldId id="352" r:id="rId37"/>
    <p:sldId id="366" r:id="rId38"/>
    <p:sldId id="307"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8E92D716-710A-4691-A3F3-88D5A62E1F3E}">
          <p14:sldIdLst>
            <p14:sldId id="273"/>
            <p14:sldId id="257"/>
            <p14:sldId id="330"/>
            <p14:sldId id="277"/>
            <p14:sldId id="282"/>
            <p14:sldId id="288"/>
            <p14:sldId id="353"/>
            <p14:sldId id="354"/>
            <p14:sldId id="355"/>
            <p14:sldId id="356"/>
            <p14:sldId id="357"/>
            <p14:sldId id="358"/>
            <p14:sldId id="290"/>
            <p14:sldId id="349"/>
            <p14:sldId id="338"/>
            <p14:sldId id="364"/>
            <p14:sldId id="351"/>
            <p14:sldId id="337"/>
            <p14:sldId id="331"/>
            <p14:sldId id="362"/>
            <p14:sldId id="339"/>
            <p14:sldId id="359"/>
            <p14:sldId id="360"/>
            <p14:sldId id="332"/>
            <p14:sldId id="333"/>
            <p14:sldId id="346"/>
            <p14:sldId id="343"/>
            <p14:sldId id="345"/>
            <p14:sldId id="347"/>
            <p14:sldId id="361"/>
            <p14:sldId id="363"/>
            <p14:sldId id="365"/>
            <p14:sldId id="334"/>
            <p14:sldId id="336"/>
            <p14:sldId id="344"/>
            <p14:sldId id="352"/>
            <p14:sldId id="366"/>
            <p14:sldId id="30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467"/>
    <a:srgbClr val="3F51B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503385-1A65-89FD-3E84-2B7BA0981927}" v="193" dt="2026-04-23T19:53:35.344"/>
    <p1510:client id="{FE4EDBAF-CFA9-D0D6-5072-D8A64C4FAF46}" v="35" dt="2026-04-24T16:31:45.6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715" autoAdjust="0"/>
    <p:restoredTop sz="94660"/>
  </p:normalViewPr>
  <p:slideViewPr>
    <p:cSldViewPr snapToGrid="0">
      <p:cViewPr varScale="1">
        <p:scale>
          <a:sx n="87" d="100"/>
          <a:sy n="87" d="100"/>
        </p:scale>
        <p:origin x="31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20T13:52:27.176"/>
    </inkml:context>
    <inkml:brush xml:id="br0">
      <inkml:brushProperty name="width" value="0.1" units="cm"/>
      <inkml:brushProperty name="height" value="0.1" units="cm"/>
    </inkml:brush>
  </inkml:definitions>
  <inkml:trace contextRef="#ctx0" brushRef="#br0">15769 4172 16383 0 0,'5'0'0'0'0,"12"0"0"0"0,12 0 0 0 0,11 0 0 0 0,9 5 0 0 0,6 1 0 0 0,4 5 0 0 0,6 1 0 0 0,2 8 0 0 0,-1 5 0 0 0,4 9 0 0 0,-1 8 0 0 0,-1 16 0 0 0,1 14 0 0 0,5 9 0 0 0,4 11 0 0 0,-1-1 0 0 0,-4-6 0 0 0,-5-2 0 0 0,2 4 0 0 0,-7 7 0 0 0,-5 7 0 0 0,-1 12 0 0 0,-1 10 0 0 0,-5 5 0 0 0,-1 5 0 0 0,-5 9 0 0 0,-9 15 0 0 0,-12 11 0 0 0,-9-4 0 0 0,-7-10 0 0 0,-6-1 0 0 0,-7 12 0 0 0,-8 13 0 0 0,-12-4 0 0 0,-11-12 0 0 0,-10-14 0 0 0,-11-7 0 0 0,-11 6 0 0 0,-4 9 0 0 0,0 1 0 0 0,3-15 0 0 0,8-22 0 0 0,10-22 0 0 0,3-13 0 0 0,0-10 0 0 0,4-14 0 0 0,4-12 0 0 0,8-9 0 0 0,6-12 0 0 0,7-6 0 0 0,1-6 0 0 0,9-11 0 0 0,6-11 0 0 0,9-15 0 0 0,7-18 0 0 0,13-22 0 0 0,5-21 0 0 0,9-26 0 0 0,6-14 0 0 0,1-1 0 0 0,-3 5 0 0 0,-3 8 0 0 0,-5 9 0 0 0,-3 15 0 0 0,-7 18 0 0 0,-8 16 0 0 0,-7 21 0 0 0,-11 22 0 0 0,-9 21 0 0 0,-19 33 0 0 0,-14 35 0 0 0,-10 32 0 0 0,-6 18 0 0 0,-3 5 0 0 0,-1-9 0 0 0,5-17 0 0 0,3-17 0 0 0,10-19 0 0 0,8-17 0 0 0,9-14 0 0 0,16-8 0 0 0,18-10 0 0 0,23-10 0 0 0,22-6 0 0 0,16-5 0 0 0,12-3 0 0 0,6-7 0 0 0,4-1 0 0 0,2-1 0 0 0,-6 3 0 0 0,-7 1 0 0 0,-2 2 0 0 0,-10 2 0 0 0,-10 0 0 0 0,-16 1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20T13:52:27.177"/>
    </inkml:context>
    <inkml:brush xml:id="br0">
      <inkml:brushProperty name="width" value="0.1" units="cm"/>
      <inkml:brushProperty name="height" value="0.1" units="cm"/>
    </inkml:brush>
  </inkml:definitions>
  <inkml:trace contextRef="#ctx0" brushRef="#br0">16351 11177 16383 0 0,'5'0'0'0'0,"7"0"0"0"0,5-5 0 0 0,16-6 0 0 0,21-12 0 0 0,22-11 0 0 0,17-15 0 0 0,8-4 0 0 0,1-8 0 0 0,-1-3 0 0 0,1-1 0 0 0,3 1 0 0 0,9-3 0 0 0,9-21 0 0 0,9-29 0 0 0,-4-24 0 0 0,-4-13 0 0 0,3-25 0 0 0,8-36 0 0 0,6-21 0 0 0,-1 0 0 0 0,-5 1 0 0 0,-15 1 0 0 0,-19 5 0 0 0,-16 23 0 0 0,-12 11 0 0 0,-15-5 0 0 0,-12-9 0 0 0,-13 3 0 0 0,-13-4 0 0 0,-9-11 0 0 0,-12-1 0 0 0,-11 11 0 0 0,-12 18 0 0 0,-13 16 0 0 0,-15 15 0 0 0,-13 14 0 0 0,-15 8 0 0 0,-9 8 0 0 0,-4 11 0 0 0,-6 13 0 0 0,-6 8 0 0 0,-5 8 0 0 0,-3 4 0 0 0,2 2 0 0 0,6 6 0 0 0,11 7 0 0 0,11 5 0 0 0,15 16 0 0 0,19 10 0 0 0,13 8 0 0 0,18 5 0 0 0,16 7 0 0 0,14 3 0 0 0,19-1 0 0 0,20-7 0 0 0,20-13 0 0 0,19-15 0 0 0,3-7 0 0 0,-4-4 0 0 0,-13-1 0 0 0,-8-2 0 0 0,-12-1 0 0 0,-10 7 0 0 0,-8 10 0 0 0,-11 8 0 0 0,-9 8 0 0 0,-8 4 0 0 0,-11 4 0 0 0,-10 1 0 0 0,-18 5 0 0 0,-14 8 0 0 0,-14 10 0 0 0,-23 16 0 0 0,-21 21 0 0 0,-15 15 0 0 0,-15 5 0 0 0,-17 2 0 0 0,3-2 0 0 0,11-10 0 0 0,19-12 0 0 0,18-12 0 0 0,22-8 0 0 0,23-1 0 0 0,25 7 0 0 0,32 17 0 0 0,36 21 0 0 0,24 17 0 0 0,22 16 0 0 0,15 13 0 0 0,1 5 0 0 0,-3-2 0 0 0,-3-8 0 0 0,-4 0 0 0 0,-7 8 0 0 0,-4 11 0 0 0,-1 16 0 0 0,-5 1 0 0 0,-10-13 0 0 0,-11-15 0 0 0,-10-22 0 0 0,-3-18 0 0 0,-4-16 0 0 0,-8-16 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20T13:52:28.520"/>
    </inkml:context>
    <inkml:brush xml:id="br0">
      <inkml:brushProperty name="width" value="0.1" units="cm"/>
      <inkml:brushProperty name="height" value="0.1" units="cm"/>
      <inkml:brushProperty name="color" value="#E71224"/>
    </inkml:brush>
  </inkml:definitions>
  <inkml:trace contextRef="#ctx0" brushRef="#br0">14129 6676 16383 0 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10F177-2B9D-42C7-87F0-306C299C9BFE}" type="datetimeFigureOut">
              <a:rPr lang="en-US" smtClean="0"/>
              <a:t>4/24/2026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D869DC-B0CD-43F1-9694-171E0AFED655}" type="slidenum">
              <a:rPr lang="en-US" smtClean="0"/>
              <a:t>‹#›</a:t>
            </a:fld>
            <a:endParaRPr lang="en-US"/>
          </a:p>
        </p:txBody>
      </p:sp>
    </p:spTree>
    <p:extLst>
      <p:ext uri="{BB962C8B-B14F-4D97-AF65-F5344CB8AC3E}">
        <p14:creationId xmlns:p14="http://schemas.microsoft.com/office/powerpoint/2010/main" val="1725421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6C7EE9-5626-4E69-A322-697F33868188}" type="slidenum">
              <a:rPr lang="en-US" smtClean="0"/>
              <a:t>1</a:t>
            </a:fld>
            <a:endParaRPr lang="en-US"/>
          </a:p>
        </p:txBody>
      </p:sp>
    </p:spTree>
    <p:extLst>
      <p:ext uri="{BB962C8B-B14F-4D97-AF65-F5344CB8AC3E}">
        <p14:creationId xmlns:p14="http://schemas.microsoft.com/office/powerpoint/2010/main" val="14206000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 name="Google Shape;107;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8" name="Google Shape;108;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 name="Google Shape;107;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8" name="Google Shape;108;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21413376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DDC01-35A5-A7BA-6B63-DE074A90A8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461A8A-5179-B565-DCB0-5E6CE5CDA5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7254BC-0604-F3B8-30D4-015B4B86A2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C424A9-35C2-1217-E4BD-4182684C9405}"/>
              </a:ext>
            </a:extLst>
          </p:cNvPr>
          <p:cNvSpPr>
            <a:spLocks noGrp="1"/>
          </p:cNvSpPr>
          <p:nvPr>
            <p:ph type="sldNum" sz="quarter" idx="5"/>
          </p:nvPr>
        </p:nvSpPr>
        <p:spPr/>
        <p:txBody>
          <a:bodyPr/>
          <a:lstStyle/>
          <a:p>
            <a:fld id="{7F6C7EE9-5626-4E69-A322-697F33868188}" type="slidenum">
              <a:rPr lang="en-US" smtClean="0"/>
              <a:t>4</a:t>
            </a:fld>
            <a:endParaRPr lang="en-US"/>
          </a:p>
        </p:txBody>
      </p:sp>
    </p:spTree>
    <p:extLst>
      <p:ext uri="{BB962C8B-B14F-4D97-AF65-F5344CB8AC3E}">
        <p14:creationId xmlns:p14="http://schemas.microsoft.com/office/powerpoint/2010/main" val="26929580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E008E-4C64-E21E-4852-B604A9286C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9C1214-E6C1-4FFE-D9F7-3B3D69AA29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DA0860-4337-E047-28BB-D8BF90784B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06675D-8685-DE8A-6712-6C0CDEACB4B1}"/>
              </a:ext>
            </a:extLst>
          </p:cNvPr>
          <p:cNvSpPr>
            <a:spLocks noGrp="1"/>
          </p:cNvSpPr>
          <p:nvPr>
            <p:ph type="sldNum" sz="quarter" idx="5"/>
          </p:nvPr>
        </p:nvSpPr>
        <p:spPr/>
        <p:txBody>
          <a:bodyPr/>
          <a:lstStyle/>
          <a:p>
            <a:fld id="{7F6C7EE9-5626-4E69-A322-697F33868188}" type="slidenum">
              <a:rPr lang="en-US" smtClean="0"/>
              <a:t>5</a:t>
            </a:fld>
            <a:endParaRPr lang="en-US"/>
          </a:p>
        </p:txBody>
      </p:sp>
    </p:spTree>
    <p:extLst>
      <p:ext uri="{BB962C8B-B14F-4D97-AF65-F5344CB8AC3E}">
        <p14:creationId xmlns:p14="http://schemas.microsoft.com/office/powerpoint/2010/main" val="11667147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63F3E-85B5-B6F4-1F56-FDA550EC71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219A65-C468-3E54-2812-64AF0450B1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0B08F1-9A84-F1A7-7F08-D0AF71BBCA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C442AF-801F-C58F-F455-F2F5F1800931}"/>
              </a:ext>
            </a:extLst>
          </p:cNvPr>
          <p:cNvSpPr>
            <a:spLocks noGrp="1"/>
          </p:cNvSpPr>
          <p:nvPr>
            <p:ph type="sldNum" sz="quarter" idx="5"/>
          </p:nvPr>
        </p:nvSpPr>
        <p:spPr/>
        <p:txBody>
          <a:bodyPr/>
          <a:lstStyle/>
          <a:p>
            <a:fld id="{7F6C7EE9-5626-4E69-A322-697F33868188}" type="slidenum">
              <a:rPr lang="en-US" smtClean="0"/>
              <a:t>6</a:t>
            </a:fld>
            <a:endParaRPr lang="en-US"/>
          </a:p>
        </p:txBody>
      </p:sp>
    </p:spTree>
    <p:extLst>
      <p:ext uri="{BB962C8B-B14F-4D97-AF65-F5344CB8AC3E}">
        <p14:creationId xmlns:p14="http://schemas.microsoft.com/office/powerpoint/2010/main" val="21036261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E008E-4C64-E21E-4852-B604A9286C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9C1214-E6C1-4FFE-D9F7-3B3D69AA29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DA0860-4337-E047-28BB-D8BF90784B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06675D-8685-DE8A-6712-6C0CDEACB4B1}"/>
              </a:ext>
            </a:extLst>
          </p:cNvPr>
          <p:cNvSpPr>
            <a:spLocks noGrp="1"/>
          </p:cNvSpPr>
          <p:nvPr>
            <p:ph type="sldNum" sz="quarter" idx="5"/>
          </p:nvPr>
        </p:nvSpPr>
        <p:spPr/>
        <p:txBody>
          <a:bodyPr/>
          <a:lstStyle/>
          <a:p>
            <a:fld id="{7F6C7EE9-5626-4E69-A322-697F33868188}" type="slidenum">
              <a:rPr lang="en-US" smtClean="0"/>
              <a:t>13</a:t>
            </a:fld>
            <a:endParaRPr lang="en-US"/>
          </a:p>
        </p:txBody>
      </p:sp>
    </p:spTree>
    <p:extLst>
      <p:ext uri="{BB962C8B-B14F-4D97-AF65-F5344CB8AC3E}">
        <p14:creationId xmlns:p14="http://schemas.microsoft.com/office/powerpoint/2010/main" val="3394353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E008E-4C64-E21E-4852-B604A9286C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9C1214-E6C1-4FFE-D9F7-3B3D69AA29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DA0860-4337-E047-28BB-D8BF90784B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06675D-8685-DE8A-6712-6C0CDEACB4B1}"/>
              </a:ext>
            </a:extLst>
          </p:cNvPr>
          <p:cNvSpPr>
            <a:spLocks noGrp="1"/>
          </p:cNvSpPr>
          <p:nvPr>
            <p:ph type="sldNum" sz="quarter" idx="5"/>
          </p:nvPr>
        </p:nvSpPr>
        <p:spPr/>
        <p:txBody>
          <a:bodyPr/>
          <a:lstStyle/>
          <a:p>
            <a:fld id="{7F6C7EE9-5626-4E69-A322-697F33868188}" type="slidenum">
              <a:rPr lang="en-US" smtClean="0"/>
              <a:t>38</a:t>
            </a:fld>
            <a:endParaRPr lang="en-US"/>
          </a:p>
        </p:txBody>
      </p:sp>
    </p:spTree>
    <p:extLst>
      <p:ext uri="{BB962C8B-B14F-4D97-AF65-F5344CB8AC3E}">
        <p14:creationId xmlns:p14="http://schemas.microsoft.com/office/powerpoint/2010/main" val="1445027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03C51-E67A-E307-3684-CCD370E496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0D591B4-77A1-EA2F-D932-D4B9033BFE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1486472-CAEC-0451-F547-77598C2168EF}"/>
              </a:ext>
            </a:extLst>
          </p:cNvPr>
          <p:cNvSpPr>
            <a:spLocks noGrp="1"/>
          </p:cNvSpPr>
          <p:nvPr>
            <p:ph type="dt" sz="half" idx="10"/>
          </p:nvPr>
        </p:nvSpPr>
        <p:spPr/>
        <p:txBody>
          <a:bodyPr/>
          <a:lstStyle/>
          <a:p>
            <a:fld id="{EB86029A-0DB0-4EA6-8941-FEFA542D9F90}" type="datetimeFigureOut">
              <a:rPr lang="en-US" smtClean="0"/>
              <a:t>4/24/2026</a:t>
            </a:fld>
            <a:endParaRPr lang="en-US"/>
          </a:p>
        </p:txBody>
      </p:sp>
      <p:sp>
        <p:nvSpPr>
          <p:cNvPr id="5" name="Footer Placeholder 4">
            <a:extLst>
              <a:ext uri="{FF2B5EF4-FFF2-40B4-BE49-F238E27FC236}">
                <a16:creationId xmlns:a16="http://schemas.microsoft.com/office/drawing/2014/main" id="{CB97257E-4C9A-4F08-D290-F6C428C600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1C30C7-AEA7-1282-BEFB-BDC876B1D40D}"/>
              </a:ext>
            </a:extLst>
          </p:cNvPr>
          <p:cNvSpPr>
            <a:spLocks noGrp="1"/>
          </p:cNvSpPr>
          <p:nvPr>
            <p:ph type="sldNum" sz="quarter" idx="12"/>
          </p:nvPr>
        </p:nvSpPr>
        <p:spPr/>
        <p:txBody>
          <a:bodyPr/>
          <a:lstStyle/>
          <a:p>
            <a:fld id="{5BAAF968-ABD3-4DE6-9E86-6B5BB432D4F3}" type="slidenum">
              <a:rPr lang="en-US" smtClean="0"/>
              <a:t>‹#›</a:t>
            </a:fld>
            <a:endParaRPr lang="en-US"/>
          </a:p>
        </p:txBody>
      </p:sp>
    </p:spTree>
    <p:extLst>
      <p:ext uri="{BB962C8B-B14F-4D97-AF65-F5344CB8AC3E}">
        <p14:creationId xmlns:p14="http://schemas.microsoft.com/office/powerpoint/2010/main" val="3109668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FBD4C-EE8B-4714-2F18-7056F8DC6F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4CD86A-C000-1B16-42A4-D4976B3DF6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6975E1-4ADC-F64F-B1D5-D61848B4390F}"/>
              </a:ext>
            </a:extLst>
          </p:cNvPr>
          <p:cNvSpPr>
            <a:spLocks noGrp="1"/>
          </p:cNvSpPr>
          <p:nvPr>
            <p:ph type="dt" sz="half" idx="10"/>
          </p:nvPr>
        </p:nvSpPr>
        <p:spPr/>
        <p:txBody>
          <a:bodyPr/>
          <a:lstStyle/>
          <a:p>
            <a:fld id="{EB86029A-0DB0-4EA6-8941-FEFA542D9F90}" type="datetimeFigureOut">
              <a:rPr lang="en-US" smtClean="0"/>
              <a:t>4/24/2026</a:t>
            </a:fld>
            <a:endParaRPr lang="en-US"/>
          </a:p>
        </p:txBody>
      </p:sp>
      <p:sp>
        <p:nvSpPr>
          <p:cNvPr id="5" name="Footer Placeholder 4">
            <a:extLst>
              <a:ext uri="{FF2B5EF4-FFF2-40B4-BE49-F238E27FC236}">
                <a16:creationId xmlns:a16="http://schemas.microsoft.com/office/drawing/2014/main" id="{9B274475-F41E-832B-7CA1-07CADED229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586643-2AA1-07B5-0FF2-8CB82B30D109}"/>
              </a:ext>
            </a:extLst>
          </p:cNvPr>
          <p:cNvSpPr>
            <a:spLocks noGrp="1"/>
          </p:cNvSpPr>
          <p:nvPr>
            <p:ph type="sldNum" sz="quarter" idx="12"/>
          </p:nvPr>
        </p:nvSpPr>
        <p:spPr/>
        <p:txBody>
          <a:bodyPr/>
          <a:lstStyle/>
          <a:p>
            <a:fld id="{5BAAF968-ABD3-4DE6-9E86-6B5BB432D4F3}" type="slidenum">
              <a:rPr lang="en-US" smtClean="0"/>
              <a:t>‹#›</a:t>
            </a:fld>
            <a:endParaRPr lang="en-US"/>
          </a:p>
        </p:txBody>
      </p:sp>
    </p:spTree>
    <p:extLst>
      <p:ext uri="{BB962C8B-B14F-4D97-AF65-F5344CB8AC3E}">
        <p14:creationId xmlns:p14="http://schemas.microsoft.com/office/powerpoint/2010/main" val="29697765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3A9AB-940D-697B-FA9F-1BE22F96B0E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064DAF6-520C-8652-337D-45768CEE2F9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A23FB35-DDCE-7511-E07A-2BB46929C422}"/>
              </a:ext>
            </a:extLst>
          </p:cNvPr>
          <p:cNvSpPr>
            <a:spLocks noGrp="1"/>
          </p:cNvSpPr>
          <p:nvPr>
            <p:ph type="dt" sz="half" idx="10"/>
          </p:nvPr>
        </p:nvSpPr>
        <p:spPr/>
        <p:txBody>
          <a:bodyPr/>
          <a:lstStyle/>
          <a:p>
            <a:fld id="{EB86029A-0DB0-4EA6-8941-FEFA542D9F90}" type="datetimeFigureOut">
              <a:rPr lang="en-US" smtClean="0"/>
              <a:t>4/24/2026</a:t>
            </a:fld>
            <a:endParaRPr lang="en-US"/>
          </a:p>
        </p:txBody>
      </p:sp>
      <p:sp>
        <p:nvSpPr>
          <p:cNvPr id="5" name="Footer Placeholder 4">
            <a:extLst>
              <a:ext uri="{FF2B5EF4-FFF2-40B4-BE49-F238E27FC236}">
                <a16:creationId xmlns:a16="http://schemas.microsoft.com/office/drawing/2014/main" id="{7442ABD6-44AD-9E46-A878-AEF77ABDA3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50184D-4CF3-4DB7-90C2-B69729C7E7F0}"/>
              </a:ext>
            </a:extLst>
          </p:cNvPr>
          <p:cNvSpPr>
            <a:spLocks noGrp="1"/>
          </p:cNvSpPr>
          <p:nvPr>
            <p:ph type="sldNum" sz="quarter" idx="12"/>
          </p:nvPr>
        </p:nvSpPr>
        <p:spPr/>
        <p:txBody>
          <a:bodyPr/>
          <a:lstStyle/>
          <a:p>
            <a:fld id="{5BAAF968-ABD3-4DE6-9E86-6B5BB432D4F3}" type="slidenum">
              <a:rPr lang="en-US" smtClean="0"/>
              <a:t>‹#›</a:t>
            </a:fld>
            <a:endParaRPr lang="en-US"/>
          </a:p>
        </p:txBody>
      </p:sp>
    </p:spTree>
    <p:extLst>
      <p:ext uri="{BB962C8B-B14F-4D97-AF65-F5344CB8AC3E}">
        <p14:creationId xmlns:p14="http://schemas.microsoft.com/office/powerpoint/2010/main" val="3944944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0BF87-4A82-0A2D-0780-2C7167F436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6EA0D27-3FAA-4689-FE18-6344AC6E903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9D6019B-79F5-9C73-AE8C-E9A744E845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EAEE599-958A-BA34-2931-B53D164F1CA3}"/>
              </a:ext>
            </a:extLst>
          </p:cNvPr>
          <p:cNvSpPr>
            <a:spLocks noGrp="1"/>
          </p:cNvSpPr>
          <p:nvPr>
            <p:ph type="dt" sz="half" idx="10"/>
          </p:nvPr>
        </p:nvSpPr>
        <p:spPr/>
        <p:txBody>
          <a:bodyPr/>
          <a:lstStyle/>
          <a:p>
            <a:fld id="{EB86029A-0DB0-4EA6-8941-FEFA542D9F90}" type="datetimeFigureOut">
              <a:rPr lang="en-US" smtClean="0"/>
              <a:t>4/24/2026</a:t>
            </a:fld>
            <a:endParaRPr lang="en-US"/>
          </a:p>
        </p:txBody>
      </p:sp>
      <p:sp>
        <p:nvSpPr>
          <p:cNvPr id="6" name="Footer Placeholder 5">
            <a:extLst>
              <a:ext uri="{FF2B5EF4-FFF2-40B4-BE49-F238E27FC236}">
                <a16:creationId xmlns:a16="http://schemas.microsoft.com/office/drawing/2014/main" id="{2F04CED4-34D7-A09F-CD5A-F9D1442F00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E3D933A-9F42-9A43-A341-B4BC97613A28}"/>
              </a:ext>
            </a:extLst>
          </p:cNvPr>
          <p:cNvSpPr>
            <a:spLocks noGrp="1"/>
          </p:cNvSpPr>
          <p:nvPr>
            <p:ph type="sldNum" sz="quarter" idx="12"/>
          </p:nvPr>
        </p:nvSpPr>
        <p:spPr/>
        <p:txBody>
          <a:bodyPr/>
          <a:lstStyle/>
          <a:p>
            <a:fld id="{5BAAF968-ABD3-4DE6-9E86-6B5BB432D4F3}" type="slidenum">
              <a:rPr lang="en-US" smtClean="0"/>
              <a:t>‹#›</a:t>
            </a:fld>
            <a:endParaRPr lang="en-US"/>
          </a:p>
        </p:txBody>
      </p:sp>
    </p:spTree>
    <p:extLst>
      <p:ext uri="{BB962C8B-B14F-4D97-AF65-F5344CB8AC3E}">
        <p14:creationId xmlns:p14="http://schemas.microsoft.com/office/powerpoint/2010/main" val="29503044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A517F-CFDA-A29D-7065-12AA7CC021C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52367E8-8B91-B0D5-0CFE-5340C305D5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C0924A7-91C4-2035-FFDE-E8E34E6F080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A7C078D-4AFB-3CA1-8F08-36597D1A76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E1980E9-E512-90B1-97F3-0248F8CEC5F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66BA597-4DBA-6FAF-9969-BBD6DD606042}"/>
              </a:ext>
            </a:extLst>
          </p:cNvPr>
          <p:cNvSpPr>
            <a:spLocks noGrp="1"/>
          </p:cNvSpPr>
          <p:nvPr>
            <p:ph type="dt" sz="half" idx="10"/>
          </p:nvPr>
        </p:nvSpPr>
        <p:spPr/>
        <p:txBody>
          <a:bodyPr/>
          <a:lstStyle/>
          <a:p>
            <a:fld id="{EB86029A-0DB0-4EA6-8941-FEFA542D9F90}" type="datetimeFigureOut">
              <a:rPr lang="en-US" smtClean="0"/>
              <a:t>4/24/2026</a:t>
            </a:fld>
            <a:endParaRPr lang="en-US"/>
          </a:p>
        </p:txBody>
      </p:sp>
      <p:sp>
        <p:nvSpPr>
          <p:cNvPr id="8" name="Footer Placeholder 7">
            <a:extLst>
              <a:ext uri="{FF2B5EF4-FFF2-40B4-BE49-F238E27FC236}">
                <a16:creationId xmlns:a16="http://schemas.microsoft.com/office/drawing/2014/main" id="{3339DF46-62E4-07B7-587F-E6A96A6E167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41DA6A0-3010-C17B-FB0D-D39EAF9460B7}"/>
              </a:ext>
            </a:extLst>
          </p:cNvPr>
          <p:cNvSpPr>
            <a:spLocks noGrp="1"/>
          </p:cNvSpPr>
          <p:nvPr>
            <p:ph type="sldNum" sz="quarter" idx="12"/>
          </p:nvPr>
        </p:nvSpPr>
        <p:spPr/>
        <p:txBody>
          <a:bodyPr/>
          <a:lstStyle/>
          <a:p>
            <a:fld id="{5BAAF968-ABD3-4DE6-9E86-6B5BB432D4F3}" type="slidenum">
              <a:rPr lang="en-US" smtClean="0"/>
              <a:t>‹#›</a:t>
            </a:fld>
            <a:endParaRPr lang="en-US"/>
          </a:p>
        </p:txBody>
      </p:sp>
    </p:spTree>
    <p:extLst>
      <p:ext uri="{BB962C8B-B14F-4D97-AF65-F5344CB8AC3E}">
        <p14:creationId xmlns:p14="http://schemas.microsoft.com/office/powerpoint/2010/main" val="8176635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80301-4EBB-BD37-8535-BCE604F41D6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5B8025E-CB15-4764-8988-1EFAD8C29935}"/>
              </a:ext>
            </a:extLst>
          </p:cNvPr>
          <p:cNvSpPr>
            <a:spLocks noGrp="1"/>
          </p:cNvSpPr>
          <p:nvPr>
            <p:ph type="dt" sz="half" idx="10"/>
          </p:nvPr>
        </p:nvSpPr>
        <p:spPr/>
        <p:txBody>
          <a:bodyPr/>
          <a:lstStyle/>
          <a:p>
            <a:fld id="{EB86029A-0DB0-4EA6-8941-FEFA542D9F90}" type="datetimeFigureOut">
              <a:rPr lang="en-US" smtClean="0"/>
              <a:t>4/24/2026</a:t>
            </a:fld>
            <a:endParaRPr lang="en-US"/>
          </a:p>
        </p:txBody>
      </p:sp>
      <p:sp>
        <p:nvSpPr>
          <p:cNvPr id="4" name="Footer Placeholder 3">
            <a:extLst>
              <a:ext uri="{FF2B5EF4-FFF2-40B4-BE49-F238E27FC236}">
                <a16:creationId xmlns:a16="http://schemas.microsoft.com/office/drawing/2014/main" id="{37B46302-DC90-D96B-FCAA-442A229D190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569A314-BE68-E8F3-D888-90D6E034E0AF}"/>
              </a:ext>
            </a:extLst>
          </p:cNvPr>
          <p:cNvSpPr>
            <a:spLocks noGrp="1"/>
          </p:cNvSpPr>
          <p:nvPr>
            <p:ph type="sldNum" sz="quarter" idx="12"/>
          </p:nvPr>
        </p:nvSpPr>
        <p:spPr/>
        <p:txBody>
          <a:bodyPr/>
          <a:lstStyle/>
          <a:p>
            <a:fld id="{5BAAF968-ABD3-4DE6-9E86-6B5BB432D4F3}" type="slidenum">
              <a:rPr lang="en-US" smtClean="0"/>
              <a:t>‹#›</a:t>
            </a:fld>
            <a:endParaRPr lang="en-US"/>
          </a:p>
        </p:txBody>
      </p:sp>
    </p:spTree>
    <p:extLst>
      <p:ext uri="{BB962C8B-B14F-4D97-AF65-F5344CB8AC3E}">
        <p14:creationId xmlns:p14="http://schemas.microsoft.com/office/powerpoint/2010/main" val="788941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759510-A45A-F5F2-CDAD-D406B9718027}"/>
              </a:ext>
            </a:extLst>
          </p:cNvPr>
          <p:cNvSpPr>
            <a:spLocks noGrp="1"/>
          </p:cNvSpPr>
          <p:nvPr>
            <p:ph type="dt" sz="half" idx="10"/>
          </p:nvPr>
        </p:nvSpPr>
        <p:spPr/>
        <p:txBody>
          <a:bodyPr/>
          <a:lstStyle/>
          <a:p>
            <a:fld id="{EB86029A-0DB0-4EA6-8941-FEFA542D9F90}" type="datetimeFigureOut">
              <a:rPr lang="en-US" smtClean="0"/>
              <a:t>4/24/2026</a:t>
            </a:fld>
            <a:endParaRPr lang="en-US"/>
          </a:p>
        </p:txBody>
      </p:sp>
      <p:sp>
        <p:nvSpPr>
          <p:cNvPr id="3" name="Footer Placeholder 2">
            <a:extLst>
              <a:ext uri="{FF2B5EF4-FFF2-40B4-BE49-F238E27FC236}">
                <a16:creationId xmlns:a16="http://schemas.microsoft.com/office/drawing/2014/main" id="{55EA0DF2-0584-DCF7-87D9-B7FC724FF4C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FFBD8-113F-E70E-89C7-ED2FC0F3C07A}"/>
              </a:ext>
            </a:extLst>
          </p:cNvPr>
          <p:cNvSpPr>
            <a:spLocks noGrp="1"/>
          </p:cNvSpPr>
          <p:nvPr>
            <p:ph type="sldNum" sz="quarter" idx="12"/>
          </p:nvPr>
        </p:nvSpPr>
        <p:spPr/>
        <p:txBody>
          <a:bodyPr/>
          <a:lstStyle/>
          <a:p>
            <a:fld id="{5BAAF968-ABD3-4DE6-9E86-6B5BB432D4F3}" type="slidenum">
              <a:rPr lang="en-US" smtClean="0"/>
              <a:t>‹#›</a:t>
            </a:fld>
            <a:endParaRPr lang="en-US"/>
          </a:p>
        </p:txBody>
      </p:sp>
    </p:spTree>
    <p:extLst>
      <p:ext uri="{BB962C8B-B14F-4D97-AF65-F5344CB8AC3E}">
        <p14:creationId xmlns:p14="http://schemas.microsoft.com/office/powerpoint/2010/main" val="1829605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0BF14-CAD3-AD26-745C-A209518CE8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1A7189-987C-85D3-A576-066ED13CA7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FE3E3D3-254B-4913-9704-379A9DA512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BBFABC-A84A-7B99-0619-7893E0037DAA}"/>
              </a:ext>
            </a:extLst>
          </p:cNvPr>
          <p:cNvSpPr>
            <a:spLocks noGrp="1"/>
          </p:cNvSpPr>
          <p:nvPr>
            <p:ph type="dt" sz="half" idx="10"/>
          </p:nvPr>
        </p:nvSpPr>
        <p:spPr/>
        <p:txBody>
          <a:bodyPr/>
          <a:lstStyle/>
          <a:p>
            <a:fld id="{EB86029A-0DB0-4EA6-8941-FEFA542D9F90}" type="datetimeFigureOut">
              <a:rPr lang="en-US" smtClean="0"/>
              <a:t>4/24/2026</a:t>
            </a:fld>
            <a:endParaRPr lang="en-US"/>
          </a:p>
        </p:txBody>
      </p:sp>
      <p:sp>
        <p:nvSpPr>
          <p:cNvPr id="6" name="Footer Placeholder 5">
            <a:extLst>
              <a:ext uri="{FF2B5EF4-FFF2-40B4-BE49-F238E27FC236}">
                <a16:creationId xmlns:a16="http://schemas.microsoft.com/office/drawing/2014/main" id="{F3093591-DD9F-0929-45AF-A83769326D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F3B44C-7FB3-3DE9-451D-54F0C28314EC}"/>
              </a:ext>
            </a:extLst>
          </p:cNvPr>
          <p:cNvSpPr>
            <a:spLocks noGrp="1"/>
          </p:cNvSpPr>
          <p:nvPr>
            <p:ph type="sldNum" sz="quarter" idx="12"/>
          </p:nvPr>
        </p:nvSpPr>
        <p:spPr/>
        <p:txBody>
          <a:bodyPr/>
          <a:lstStyle/>
          <a:p>
            <a:fld id="{5BAAF968-ABD3-4DE6-9E86-6B5BB432D4F3}" type="slidenum">
              <a:rPr lang="en-US" smtClean="0"/>
              <a:t>‹#›</a:t>
            </a:fld>
            <a:endParaRPr lang="en-US"/>
          </a:p>
        </p:txBody>
      </p:sp>
    </p:spTree>
    <p:extLst>
      <p:ext uri="{BB962C8B-B14F-4D97-AF65-F5344CB8AC3E}">
        <p14:creationId xmlns:p14="http://schemas.microsoft.com/office/powerpoint/2010/main" val="1871113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4C003-5FCC-56E8-6ACE-2219847807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1A10D09-97F0-FA30-7572-70F5B6B222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2330E28-6318-22BE-F3E3-19FE9D0DD0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685BE1-1D87-E057-082A-4FA06EBF1C68}"/>
              </a:ext>
            </a:extLst>
          </p:cNvPr>
          <p:cNvSpPr>
            <a:spLocks noGrp="1"/>
          </p:cNvSpPr>
          <p:nvPr>
            <p:ph type="dt" sz="half" idx="10"/>
          </p:nvPr>
        </p:nvSpPr>
        <p:spPr/>
        <p:txBody>
          <a:bodyPr/>
          <a:lstStyle/>
          <a:p>
            <a:fld id="{EB86029A-0DB0-4EA6-8941-FEFA542D9F90}" type="datetimeFigureOut">
              <a:rPr lang="en-US" smtClean="0"/>
              <a:t>4/24/2026</a:t>
            </a:fld>
            <a:endParaRPr lang="en-US"/>
          </a:p>
        </p:txBody>
      </p:sp>
      <p:sp>
        <p:nvSpPr>
          <p:cNvPr id="6" name="Footer Placeholder 5">
            <a:extLst>
              <a:ext uri="{FF2B5EF4-FFF2-40B4-BE49-F238E27FC236}">
                <a16:creationId xmlns:a16="http://schemas.microsoft.com/office/drawing/2014/main" id="{EFC1B4FA-396E-2089-0F46-3BD03F6D61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44948F-F0C9-5284-CC49-28D42734F3D1}"/>
              </a:ext>
            </a:extLst>
          </p:cNvPr>
          <p:cNvSpPr>
            <a:spLocks noGrp="1"/>
          </p:cNvSpPr>
          <p:nvPr>
            <p:ph type="sldNum" sz="quarter" idx="12"/>
          </p:nvPr>
        </p:nvSpPr>
        <p:spPr/>
        <p:txBody>
          <a:bodyPr/>
          <a:lstStyle/>
          <a:p>
            <a:fld id="{5BAAF968-ABD3-4DE6-9E86-6B5BB432D4F3}" type="slidenum">
              <a:rPr lang="en-US" smtClean="0"/>
              <a:t>‹#›</a:t>
            </a:fld>
            <a:endParaRPr lang="en-US"/>
          </a:p>
        </p:txBody>
      </p:sp>
    </p:spTree>
    <p:extLst>
      <p:ext uri="{BB962C8B-B14F-4D97-AF65-F5344CB8AC3E}">
        <p14:creationId xmlns:p14="http://schemas.microsoft.com/office/powerpoint/2010/main" val="1956212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61EC2-606C-4C0A-88E6-62004BAB94B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36C3B4C-E305-5466-CCDF-A1B36063A1F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6662CB-56C8-A8B7-DAAA-E450DBCD660B}"/>
              </a:ext>
            </a:extLst>
          </p:cNvPr>
          <p:cNvSpPr>
            <a:spLocks noGrp="1"/>
          </p:cNvSpPr>
          <p:nvPr>
            <p:ph type="dt" sz="half" idx="10"/>
          </p:nvPr>
        </p:nvSpPr>
        <p:spPr/>
        <p:txBody>
          <a:bodyPr/>
          <a:lstStyle/>
          <a:p>
            <a:fld id="{EB86029A-0DB0-4EA6-8941-FEFA542D9F90}" type="datetimeFigureOut">
              <a:rPr lang="en-US" smtClean="0"/>
              <a:t>4/24/2026</a:t>
            </a:fld>
            <a:endParaRPr lang="en-US"/>
          </a:p>
        </p:txBody>
      </p:sp>
      <p:sp>
        <p:nvSpPr>
          <p:cNvPr id="5" name="Footer Placeholder 4">
            <a:extLst>
              <a:ext uri="{FF2B5EF4-FFF2-40B4-BE49-F238E27FC236}">
                <a16:creationId xmlns:a16="http://schemas.microsoft.com/office/drawing/2014/main" id="{7E899343-77EA-492D-FDAB-4D70CCBAAB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3F9BEE-C120-3C2C-E31A-83805D0F3846}"/>
              </a:ext>
            </a:extLst>
          </p:cNvPr>
          <p:cNvSpPr>
            <a:spLocks noGrp="1"/>
          </p:cNvSpPr>
          <p:nvPr>
            <p:ph type="sldNum" sz="quarter" idx="12"/>
          </p:nvPr>
        </p:nvSpPr>
        <p:spPr/>
        <p:txBody>
          <a:bodyPr/>
          <a:lstStyle/>
          <a:p>
            <a:fld id="{5BAAF968-ABD3-4DE6-9E86-6B5BB432D4F3}" type="slidenum">
              <a:rPr lang="en-US" smtClean="0"/>
              <a:t>‹#›</a:t>
            </a:fld>
            <a:endParaRPr lang="en-US"/>
          </a:p>
        </p:txBody>
      </p:sp>
    </p:spTree>
    <p:extLst>
      <p:ext uri="{BB962C8B-B14F-4D97-AF65-F5344CB8AC3E}">
        <p14:creationId xmlns:p14="http://schemas.microsoft.com/office/powerpoint/2010/main" val="42916856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9A90FD-410C-EAD0-BE31-F7011AE1BEE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E80FB1D-DE09-B814-7BF9-87A63161945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C4F45B-A051-E4BE-6E25-10C26EC30531}"/>
              </a:ext>
            </a:extLst>
          </p:cNvPr>
          <p:cNvSpPr>
            <a:spLocks noGrp="1"/>
          </p:cNvSpPr>
          <p:nvPr>
            <p:ph type="dt" sz="half" idx="10"/>
          </p:nvPr>
        </p:nvSpPr>
        <p:spPr/>
        <p:txBody>
          <a:bodyPr/>
          <a:lstStyle/>
          <a:p>
            <a:fld id="{EB86029A-0DB0-4EA6-8941-FEFA542D9F90}" type="datetimeFigureOut">
              <a:rPr lang="en-US" smtClean="0"/>
              <a:t>4/24/2026</a:t>
            </a:fld>
            <a:endParaRPr lang="en-US"/>
          </a:p>
        </p:txBody>
      </p:sp>
      <p:sp>
        <p:nvSpPr>
          <p:cNvPr id="5" name="Footer Placeholder 4">
            <a:extLst>
              <a:ext uri="{FF2B5EF4-FFF2-40B4-BE49-F238E27FC236}">
                <a16:creationId xmlns:a16="http://schemas.microsoft.com/office/drawing/2014/main" id="{41884EE3-DB19-49CB-FCE9-B190DDFE5F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27A551-6844-C9B5-A679-C48EDA790F06}"/>
              </a:ext>
            </a:extLst>
          </p:cNvPr>
          <p:cNvSpPr>
            <a:spLocks noGrp="1"/>
          </p:cNvSpPr>
          <p:nvPr>
            <p:ph type="sldNum" sz="quarter" idx="12"/>
          </p:nvPr>
        </p:nvSpPr>
        <p:spPr/>
        <p:txBody>
          <a:bodyPr/>
          <a:lstStyle/>
          <a:p>
            <a:fld id="{5BAAF968-ABD3-4DE6-9E86-6B5BB432D4F3}" type="slidenum">
              <a:rPr lang="en-US" smtClean="0"/>
              <a:t>‹#›</a:t>
            </a:fld>
            <a:endParaRPr lang="en-US"/>
          </a:p>
        </p:txBody>
      </p:sp>
    </p:spTree>
    <p:extLst>
      <p:ext uri="{BB962C8B-B14F-4D97-AF65-F5344CB8AC3E}">
        <p14:creationId xmlns:p14="http://schemas.microsoft.com/office/powerpoint/2010/main" val="18006634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95591F-3911-4435-88E1-A6AAFCD882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C3DAE15-093E-8DDF-A159-FC1AD16303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D25935-4CFA-37F8-D79B-D7BB2DD3D9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B86029A-0DB0-4EA6-8941-FEFA542D9F90}" type="datetimeFigureOut">
              <a:rPr lang="en-US" smtClean="0"/>
              <a:t>4/24/2026</a:t>
            </a:fld>
            <a:endParaRPr lang="en-US"/>
          </a:p>
        </p:txBody>
      </p:sp>
      <p:sp>
        <p:nvSpPr>
          <p:cNvPr id="5" name="Footer Placeholder 4">
            <a:extLst>
              <a:ext uri="{FF2B5EF4-FFF2-40B4-BE49-F238E27FC236}">
                <a16:creationId xmlns:a16="http://schemas.microsoft.com/office/drawing/2014/main" id="{90913C06-5270-1E97-C1C8-188ABB021C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6AE7160-38D4-5A90-B98C-361576A313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BAAF968-ABD3-4DE6-9E86-6B5BB432D4F3}" type="slidenum">
              <a:rPr lang="en-US" smtClean="0"/>
              <a:t>‹#›</a:t>
            </a:fld>
            <a:endParaRPr lang="en-US"/>
          </a:p>
        </p:txBody>
      </p:sp>
    </p:spTree>
    <p:extLst>
      <p:ext uri="{BB962C8B-B14F-4D97-AF65-F5344CB8AC3E}">
        <p14:creationId xmlns:p14="http://schemas.microsoft.com/office/powerpoint/2010/main" val="3321728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11.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0.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0.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0.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0.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0.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0.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png"/><Relationship Id="rId2" Type="http://schemas.openxmlformats.org/officeDocument/2006/relationships/image" Target="../media/image12.jpe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11.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8" Type="http://schemas.openxmlformats.org/officeDocument/2006/relationships/customXml" Target="../ink/ink1.xml"/><Relationship Id="rId3" Type="http://schemas.openxmlformats.org/officeDocument/2006/relationships/image" Target="../media/image9.png"/><Relationship Id="rId7" Type="http://schemas.openxmlformats.org/officeDocument/2006/relationships/image" Target="../media/image13.jpeg"/><Relationship Id="rId12" Type="http://schemas.openxmlformats.org/officeDocument/2006/relationships/image" Target="../media/image14.jpe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customXml" Target="../ink/ink2.xml"/><Relationship Id="rId4" Type="http://schemas.openxmlformats.org/officeDocument/2006/relationships/image" Target="../media/image11.png"/><Relationship Id="rId9"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11.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png"/><Relationship Id="rId2" Type="http://schemas.openxmlformats.org/officeDocument/2006/relationships/image" Target="../media/image18.jpe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11.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0.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0.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9.jpe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0.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0.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8.png"/><Relationship Id="rId7" Type="http://schemas.openxmlformats.org/officeDocument/2006/relationships/image" Target="../media/image1.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11.png"/><Relationship Id="rId10" Type="http://schemas.openxmlformats.org/officeDocument/2006/relationships/image" Target="../media/image21.png"/><Relationship Id="rId4" Type="http://schemas.openxmlformats.org/officeDocument/2006/relationships/image" Target="../media/image9.png"/><Relationship Id="rId9" Type="http://schemas.openxmlformats.org/officeDocument/2006/relationships/image" Target="../media/image25.png"/></Relationships>
</file>

<file path=ppt/slides/_rels/slide23.xml.rels><?xml version="1.0" encoding="UTF-8" standalone="yes"?>
<Relationships xmlns="http://schemas.openxmlformats.org/package/2006/relationships"><Relationship Id="rId8" Type="http://schemas.openxmlformats.org/officeDocument/2006/relationships/image" Target="../media/image23.gif"/><Relationship Id="rId3" Type="http://schemas.openxmlformats.org/officeDocument/2006/relationships/image" Target="../media/image9.png"/><Relationship Id="rId7" Type="http://schemas.openxmlformats.org/officeDocument/2006/relationships/image" Target="../media/image22.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0.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1.png"/><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0.png"/><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24.jpe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0.png"/><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26.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0.png"/><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0.png"/><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200.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0.png"/><Relationship Id="rId4" Type="http://schemas.openxmlformats.org/officeDocument/2006/relationships/image" Target="../media/image11.png"/></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0.png"/><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27.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0.png"/><Relationship Id="rId4" Type="http://schemas.openxmlformats.org/officeDocument/2006/relationships/image" Target="../media/image11.png"/></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28.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0.png"/><Relationship Id="rId4" Type="http://schemas.openxmlformats.org/officeDocument/2006/relationships/image" Target="../media/image11.png"/></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1.png"/><Relationship Id="rId4" Type="http://schemas.openxmlformats.org/officeDocument/2006/relationships/image" Target="../media/image9.png"/></Relationships>
</file>

<file path=ppt/slides/_rels/slide34.xml.rels><?xml version="1.0" encoding="UTF-8" standalone="yes"?>
<Relationships xmlns="http://schemas.openxmlformats.org/package/2006/relationships"><Relationship Id="rId8" Type="http://schemas.openxmlformats.org/officeDocument/2006/relationships/image" Target="../media/image30.jpeg"/><Relationship Id="rId3" Type="http://schemas.openxmlformats.org/officeDocument/2006/relationships/image" Target="../media/image9.png"/><Relationship Id="rId7" Type="http://schemas.openxmlformats.org/officeDocument/2006/relationships/image" Target="../media/image2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0.png"/><Relationship Id="rId4" Type="http://schemas.openxmlformats.org/officeDocument/2006/relationships/image" Target="../media/image11.png"/></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0.png"/><Relationship Id="rId4" Type="http://schemas.openxmlformats.org/officeDocument/2006/relationships/image" Target="../media/image11.png"/></Relationships>
</file>

<file path=ppt/slides/_rels/slide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0.png"/><Relationship Id="rId4" Type="http://schemas.openxmlformats.org/officeDocument/2006/relationships/image" Target="../media/image11.png"/></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0.png"/><Relationship Id="rId4" Type="http://schemas.openxmlformats.org/officeDocument/2006/relationships/image" Target="../media/image11.pn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9.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Freeform: Shape 52">
            <a:extLst>
              <a:ext uri="{FF2B5EF4-FFF2-40B4-BE49-F238E27FC236}">
                <a16:creationId xmlns:a16="http://schemas.microsoft.com/office/drawing/2014/main" id="{252D6653-D6E2-7C41-6BDB-E7E22A306552}"/>
              </a:ext>
            </a:extLst>
          </p:cNvPr>
          <p:cNvSpPr/>
          <p:nvPr/>
        </p:nvSpPr>
        <p:spPr>
          <a:xfrm>
            <a:off x="7715500" y="1136474"/>
            <a:ext cx="4502919" cy="211955"/>
          </a:xfrm>
          <a:custGeom>
            <a:avLst/>
            <a:gdLst>
              <a:gd name="connsiteX0" fmla="*/ 1 w 4406468"/>
              <a:gd name="connsiteY0" fmla="*/ 0 h 211955"/>
              <a:gd name="connsiteX1" fmla="*/ 4406468 w 4406468"/>
              <a:gd name="connsiteY1" fmla="*/ 0 h 211955"/>
              <a:gd name="connsiteX2" fmla="*/ 4406468 w 4406468"/>
              <a:gd name="connsiteY2" fmla="*/ 211955 h 211955"/>
              <a:gd name="connsiteX3" fmla="*/ 0 w 4406468"/>
              <a:gd name="connsiteY3" fmla="*/ 211955 h 211955"/>
              <a:gd name="connsiteX4" fmla="*/ 23985 w 4406468"/>
              <a:gd name="connsiteY4" fmla="*/ 176380 h 211955"/>
              <a:gd name="connsiteX5" fmla="*/ 38199 w 4406468"/>
              <a:gd name="connsiteY5" fmla="*/ 105977 h 211955"/>
              <a:gd name="connsiteX6" fmla="*/ 23985 w 4406468"/>
              <a:gd name="connsiteY6" fmla="*/ 35574 h 211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6468" h="211955">
                <a:moveTo>
                  <a:pt x="1" y="0"/>
                </a:moveTo>
                <a:lnTo>
                  <a:pt x="4406468" y="0"/>
                </a:lnTo>
                <a:lnTo>
                  <a:pt x="4406468" y="211955"/>
                </a:lnTo>
                <a:lnTo>
                  <a:pt x="0" y="211955"/>
                </a:lnTo>
                <a:lnTo>
                  <a:pt x="23985" y="176380"/>
                </a:lnTo>
                <a:cubicBezTo>
                  <a:pt x="33138" y="154741"/>
                  <a:pt x="38199" y="130950"/>
                  <a:pt x="38199" y="105977"/>
                </a:cubicBezTo>
                <a:cubicBezTo>
                  <a:pt x="38199" y="81004"/>
                  <a:pt x="33138" y="57213"/>
                  <a:pt x="23985" y="35574"/>
                </a:cubicBezTo>
                <a:close/>
              </a:path>
            </a:pathLst>
          </a:cu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24" name="Group 23">
            <a:extLst>
              <a:ext uri="{FF2B5EF4-FFF2-40B4-BE49-F238E27FC236}">
                <a16:creationId xmlns:a16="http://schemas.microsoft.com/office/drawing/2014/main" id="{9F76777E-B106-311D-5AFE-158298226B6B}"/>
              </a:ext>
            </a:extLst>
          </p:cNvPr>
          <p:cNvGrpSpPr/>
          <p:nvPr/>
        </p:nvGrpSpPr>
        <p:grpSpPr>
          <a:xfrm>
            <a:off x="10111739" y="3700042"/>
            <a:ext cx="1947465" cy="3013886"/>
            <a:chOff x="9989698" y="3602621"/>
            <a:chExt cx="1947465" cy="3013886"/>
          </a:xfrm>
          <a:solidFill>
            <a:srgbClr val="3F51B5"/>
          </a:solidFill>
        </p:grpSpPr>
        <p:cxnSp>
          <p:nvCxnSpPr>
            <p:cNvPr id="13" name="Straight Connector 12">
              <a:extLst>
                <a:ext uri="{FF2B5EF4-FFF2-40B4-BE49-F238E27FC236}">
                  <a16:creationId xmlns:a16="http://schemas.microsoft.com/office/drawing/2014/main" id="{46050BCF-F3CC-2D10-AE60-55B5775FA226}"/>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41DEFA4F-D3EA-4661-F8D4-FAAB65D167AE}"/>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0807F7C-4637-0A9C-ACA1-C6F417C35D28}"/>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6D9E59B9-5424-41C3-4E1B-79F4E1C8349A}"/>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30" name="Picture 29" descr="A blue logo on a black background&#10;&#10;Description automatically generated">
            <a:extLst>
              <a:ext uri="{FF2B5EF4-FFF2-40B4-BE49-F238E27FC236}">
                <a16:creationId xmlns:a16="http://schemas.microsoft.com/office/drawing/2014/main" id="{BCC9453A-7E4C-ADAB-7DB6-41596DA31C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59760" y="6000549"/>
            <a:ext cx="2272479" cy="961732"/>
          </a:xfrm>
          <a:prstGeom prst="rect">
            <a:avLst/>
          </a:prstGeom>
        </p:spPr>
      </p:pic>
      <p:pic>
        <p:nvPicPr>
          <p:cNvPr id="5" name="Picture 4">
            <a:extLst>
              <a:ext uri="{FF2B5EF4-FFF2-40B4-BE49-F238E27FC236}">
                <a16:creationId xmlns:a16="http://schemas.microsoft.com/office/drawing/2014/main" id="{5B948F23-22F3-02B2-3845-38DEE7F1D740}"/>
              </a:ext>
            </a:extLst>
          </p:cNvPr>
          <p:cNvPicPr>
            <a:picLocks noChangeAspect="1"/>
          </p:cNvPicPr>
          <p:nvPr/>
        </p:nvPicPr>
        <p:blipFill>
          <a:blip r:embed="rId4" cstate="print">
            <a:extLst>
              <a:ext uri="{BEBA8EAE-BF5A-486C-A8C5-ECC9F3942E4B}">
                <a14:imgProps xmlns:a14="http://schemas.microsoft.com/office/drawing/2010/main">
                  <a14:imgLayer r:embed="rId5">
                    <a14:imgEffect>
                      <a14:backgroundRemoval t="10000" b="90000" l="10000" r="90000">
                        <a14:foregroundMark x1="31574" y1="51944" x2="32037" y2="55926"/>
                        <a14:foregroundMark x1="35648" y1="55463" x2="34537" y2="56389"/>
                        <a14:foregroundMark x1="34537" y1="56389" x2="34537" y2="56389"/>
                        <a14:foregroundMark x1="36389" y1="54444" x2="35000" y2="56574"/>
                        <a14:foregroundMark x1="33056" y1="49815" x2="28519" y2="55833"/>
                        <a14:foregroundMark x1="30833" y1="49259" x2="35463" y2="57593"/>
                        <a14:foregroundMark x1="35463" y1="57593" x2="35463" y2="57593"/>
                        <a14:foregroundMark x1="29352" y1="50185" x2="27963" y2="56574"/>
                        <a14:foregroundMark x1="26389" y1="50370" x2="30648" y2="59815"/>
                      </a14:backgroundRemoval>
                    </a14:imgEffect>
                  </a14:imgLayer>
                </a14:imgProps>
              </a:ext>
              <a:ext uri="{28A0092B-C50C-407E-A947-70E740481C1C}">
                <a14:useLocalDpi xmlns:a14="http://schemas.microsoft.com/office/drawing/2010/main" val="0"/>
              </a:ext>
            </a:extLst>
          </a:blip>
          <a:stretch>
            <a:fillRect/>
          </a:stretch>
        </p:blipFill>
        <p:spPr>
          <a:xfrm>
            <a:off x="4643159" y="-680640"/>
            <a:ext cx="2905680" cy="2905680"/>
          </a:xfrm>
          <a:prstGeom prst="rect">
            <a:avLst/>
          </a:prstGeom>
        </p:spPr>
      </p:pic>
      <p:grpSp>
        <p:nvGrpSpPr>
          <p:cNvPr id="46" name="Group 45">
            <a:extLst>
              <a:ext uri="{FF2B5EF4-FFF2-40B4-BE49-F238E27FC236}">
                <a16:creationId xmlns:a16="http://schemas.microsoft.com/office/drawing/2014/main" id="{36BEE0B0-433B-36A1-5B99-255920D0EAAD}"/>
              </a:ext>
            </a:extLst>
          </p:cNvPr>
          <p:cNvGrpSpPr/>
          <p:nvPr/>
        </p:nvGrpSpPr>
        <p:grpSpPr>
          <a:xfrm flipH="1">
            <a:off x="148034" y="3700042"/>
            <a:ext cx="2272479" cy="3013886"/>
            <a:chOff x="9989698" y="3602621"/>
            <a:chExt cx="1947465" cy="3013886"/>
          </a:xfrm>
          <a:solidFill>
            <a:srgbClr val="3F51B5"/>
          </a:solidFill>
        </p:grpSpPr>
        <p:cxnSp>
          <p:nvCxnSpPr>
            <p:cNvPr id="48" name="Straight Connector 47">
              <a:extLst>
                <a:ext uri="{FF2B5EF4-FFF2-40B4-BE49-F238E27FC236}">
                  <a16:creationId xmlns:a16="http://schemas.microsoft.com/office/drawing/2014/main" id="{CF408656-3F4F-6164-1857-9A716F403AB4}"/>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DFF4A340-5F14-926E-557C-5F2935B910E3}"/>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DCC57082-8FED-3276-8FEE-20DA35BA7FBD}"/>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FA437975-3946-77D8-2BBB-CB0769151CAB}"/>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sp>
        <p:nvSpPr>
          <p:cNvPr id="54" name="Freeform: Shape 53">
            <a:extLst>
              <a:ext uri="{FF2B5EF4-FFF2-40B4-BE49-F238E27FC236}">
                <a16:creationId xmlns:a16="http://schemas.microsoft.com/office/drawing/2014/main" id="{6BD4B62A-F6A9-3ED1-22F6-9CFC29B54E25}"/>
              </a:ext>
            </a:extLst>
          </p:cNvPr>
          <p:cNvSpPr/>
          <p:nvPr/>
        </p:nvSpPr>
        <p:spPr>
          <a:xfrm rot="10800000">
            <a:off x="-26419" y="1136473"/>
            <a:ext cx="4502919" cy="211955"/>
          </a:xfrm>
          <a:custGeom>
            <a:avLst/>
            <a:gdLst>
              <a:gd name="connsiteX0" fmla="*/ 1 w 4406468"/>
              <a:gd name="connsiteY0" fmla="*/ 0 h 211955"/>
              <a:gd name="connsiteX1" fmla="*/ 4406468 w 4406468"/>
              <a:gd name="connsiteY1" fmla="*/ 0 h 211955"/>
              <a:gd name="connsiteX2" fmla="*/ 4406468 w 4406468"/>
              <a:gd name="connsiteY2" fmla="*/ 211955 h 211955"/>
              <a:gd name="connsiteX3" fmla="*/ 0 w 4406468"/>
              <a:gd name="connsiteY3" fmla="*/ 211955 h 211955"/>
              <a:gd name="connsiteX4" fmla="*/ 23985 w 4406468"/>
              <a:gd name="connsiteY4" fmla="*/ 176380 h 211955"/>
              <a:gd name="connsiteX5" fmla="*/ 38199 w 4406468"/>
              <a:gd name="connsiteY5" fmla="*/ 105977 h 211955"/>
              <a:gd name="connsiteX6" fmla="*/ 23985 w 4406468"/>
              <a:gd name="connsiteY6" fmla="*/ 35574 h 211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6468" h="211955">
                <a:moveTo>
                  <a:pt x="1" y="0"/>
                </a:moveTo>
                <a:lnTo>
                  <a:pt x="4406468" y="0"/>
                </a:lnTo>
                <a:lnTo>
                  <a:pt x="4406468" y="211955"/>
                </a:lnTo>
                <a:lnTo>
                  <a:pt x="0" y="211955"/>
                </a:lnTo>
                <a:lnTo>
                  <a:pt x="23985" y="176380"/>
                </a:lnTo>
                <a:cubicBezTo>
                  <a:pt x="33138" y="154741"/>
                  <a:pt x="38199" y="130950"/>
                  <a:pt x="38199" y="105977"/>
                </a:cubicBezTo>
                <a:cubicBezTo>
                  <a:pt x="38199" y="81004"/>
                  <a:pt x="33138" y="57213"/>
                  <a:pt x="23985" y="35574"/>
                </a:cubicBezTo>
                <a:close/>
              </a:path>
            </a:pathLst>
          </a:cu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6" name="Content Placeholder 55">
            <a:extLst>
              <a:ext uri="{FF2B5EF4-FFF2-40B4-BE49-F238E27FC236}">
                <a16:creationId xmlns:a16="http://schemas.microsoft.com/office/drawing/2014/main" id="{85317F2A-EE10-BE72-AC7B-9E60470F880F}"/>
              </a:ext>
            </a:extLst>
          </p:cNvPr>
          <p:cNvSpPr>
            <a:spLocks noGrp="1"/>
          </p:cNvSpPr>
          <p:nvPr>
            <p:ph idx="1"/>
          </p:nvPr>
        </p:nvSpPr>
        <p:spPr>
          <a:xfrm>
            <a:off x="1910378" y="2272334"/>
            <a:ext cx="8371244" cy="2313332"/>
          </a:xfrm>
        </p:spPr>
        <p:txBody>
          <a:bodyPr vert="horz" lIns="91440" tIns="45720" rIns="91440" bIns="45720" rtlCol="0" anchor="t">
            <a:normAutofit fontScale="92500" lnSpcReduction="10000"/>
          </a:bodyPr>
          <a:lstStyle/>
          <a:p>
            <a:pPr marL="0" indent="0" algn="ctr">
              <a:buNone/>
            </a:pPr>
            <a:r>
              <a:rPr lang="en-US" sz="5000" b="1" dirty="0">
                <a:solidFill>
                  <a:srgbClr val="004467"/>
                </a:solidFill>
              </a:rPr>
              <a:t>Embedded Systems Workshop</a:t>
            </a:r>
          </a:p>
          <a:p>
            <a:pPr marL="0" indent="0" algn="ctr">
              <a:buNone/>
            </a:pPr>
            <a:r>
              <a:rPr lang="en-US" sz="5000" b="1" dirty="0">
                <a:solidFill>
                  <a:srgbClr val="004467"/>
                </a:solidFill>
              </a:rPr>
              <a:t>Session</a:t>
            </a:r>
          </a:p>
          <a:p>
            <a:pPr marL="0" indent="0" algn="ctr">
              <a:buNone/>
            </a:pPr>
            <a:r>
              <a:rPr lang="en-US" sz="6500" b="1" dirty="0">
                <a:solidFill>
                  <a:srgbClr val="004467"/>
                </a:solidFill>
              </a:rPr>
              <a:t>7</a:t>
            </a:r>
            <a:endParaRPr lang="en-US" dirty="0"/>
          </a:p>
        </p:txBody>
      </p:sp>
    </p:spTree>
    <p:extLst>
      <p:ext uri="{BB962C8B-B14F-4D97-AF65-F5344CB8AC3E}">
        <p14:creationId xmlns:p14="http://schemas.microsoft.com/office/powerpoint/2010/main" val="1952044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
          <p:cNvSpPr/>
          <p:nvPr/>
        </p:nvSpPr>
        <p:spPr>
          <a:xfrm>
            <a:off x="0" y="10463"/>
            <a:ext cx="12192000" cy="6858000"/>
          </a:xfrm>
          <a:prstGeom prst="rect">
            <a:avLst/>
          </a:prstGeom>
          <a:solidFill>
            <a:srgbClr val="00446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11" name="Google Shape;111;p2"/>
          <p:cNvPicPr preferRelativeResize="0"/>
          <p:nvPr/>
        </p:nvPicPr>
        <p:blipFill rotWithShape="1">
          <a:blip r:embed="rId3">
            <a:alphaModFix/>
          </a:blip>
          <a:srcRect/>
          <a:stretch/>
        </p:blipFill>
        <p:spPr>
          <a:xfrm rot="-5400000">
            <a:off x="269502" y="5617933"/>
            <a:ext cx="960102" cy="1499106"/>
          </a:xfrm>
          <a:prstGeom prst="rect">
            <a:avLst/>
          </a:prstGeom>
          <a:noFill/>
          <a:ln>
            <a:noFill/>
          </a:ln>
        </p:spPr>
      </p:pic>
      <p:pic>
        <p:nvPicPr>
          <p:cNvPr id="112" name="Google Shape;112;p2" descr="A white sign with black text&#10;&#10;Description automatically generated"/>
          <p:cNvPicPr preferRelativeResize="0"/>
          <p:nvPr/>
        </p:nvPicPr>
        <p:blipFill rotWithShape="1">
          <a:blip r:embed="rId4">
            <a:alphaModFix/>
          </a:blip>
          <a:srcRect/>
          <a:stretch/>
        </p:blipFill>
        <p:spPr>
          <a:xfrm>
            <a:off x="617427" y="207226"/>
            <a:ext cx="731296" cy="1007750"/>
          </a:xfrm>
          <a:prstGeom prst="rect">
            <a:avLst/>
          </a:prstGeom>
          <a:noFill/>
          <a:ln>
            <a:noFill/>
          </a:ln>
        </p:spPr>
      </p:pic>
      <p:grpSp>
        <p:nvGrpSpPr>
          <p:cNvPr id="113" name="Google Shape;113;p2"/>
          <p:cNvGrpSpPr/>
          <p:nvPr/>
        </p:nvGrpSpPr>
        <p:grpSpPr>
          <a:xfrm rot="10800000" flipH="1">
            <a:off x="10580003" y="345441"/>
            <a:ext cx="1329559" cy="4025209"/>
            <a:chOff x="10607605" y="3602621"/>
            <a:chExt cx="1329559" cy="3009868"/>
          </a:xfrm>
        </p:grpSpPr>
        <p:cxnSp>
          <p:nvCxnSpPr>
            <p:cNvPr id="114" name="Google Shape;114;p2"/>
            <p:cNvCxnSpPr/>
            <p:nvPr/>
          </p:nvCxnSpPr>
          <p:spPr>
            <a:xfrm>
              <a:off x="11921924" y="3602621"/>
              <a:ext cx="0" cy="3009868"/>
            </a:xfrm>
            <a:prstGeom prst="straightConnector1">
              <a:avLst/>
            </a:prstGeom>
            <a:noFill/>
            <a:ln w="38100" cap="flat" cmpd="sng">
              <a:solidFill>
                <a:schemeClr val="lt1"/>
              </a:solidFill>
              <a:prstDash val="solid"/>
              <a:miter lim="800000"/>
              <a:headEnd type="none" w="sm" len="sm"/>
              <a:tailEnd type="none" w="sm" len="sm"/>
            </a:ln>
          </p:spPr>
        </p:cxnSp>
        <p:cxnSp>
          <p:nvCxnSpPr>
            <p:cNvPr id="115" name="Google Shape;115;p2"/>
            <p:cNvCxnSpPr/>
            <p:nvPr/>
          </p:nvCxnSpPr>
          <p:spPr>
            <a:xfrm>
              <a:off x="11693324" y="3892181"/>
              <a:ext cx="0" cy="2524585"/>
            </a:xfrm>
            <a:prstGeom prst="straightConnector1">
              <a:avLst/>
            </a:prstGeom>
            <a:noFill/>
            <a:ln w="38100" cap="flat" cmpd="sng">
              <a:solidFill>
                <a:schemeClr val="lt1"/>
              </a:solidFill>
              <a:prstDash val="solid"/>
              <a:miter lim="800000"/>
              <a:headEnd type="none" w="sm" len="sm"/>
              <a:tailEnd type="none" w="sm" len="sm"/>
            </a:ln>
          </p:spPr>
        </p:cxnSp>
        <p:cxnSp>
          <p:nvCxnSpPr>
            <p:cNvPr id="116" name="Google Shape;116;p2"/>
            <p:cNvCxnSpPr/>
            <p:nvPr/>
          </p:nvCxnSpPr>
          <p:spPr>
            <a:xfrm rot="10800000">
              <a:off x="10607605" y="6599083"/>
              <a:ext cx="1329559" cy="0"/>
            </a:xfrm>
            <a:prstGeom prst="straightConnector1">
              <a:avLst/>
            </a:prstGeom>
            <a:noFill/>
            <a:ln w="38100" cap="flat" cmpd="sng">
              <a:solidFill>
                <a:schemeClr val="lt1"/>
              </a:solidFill>
              <a:prstDash val="solid"/>
              <a:miter lim="800000"/>
              <a:headEnd type="none" w="sm" len="sm"/>
              <a:tailEnd type="none" w="sm" len="sm"/>
            </a:ln>
          </p:spPr>
        </p:cxnSp>
        <p:cxnSp>
          <p:nvCxnSpPr>
            <p:cNvPr id="117" name="Google Shape;117;p2"/>
            <p:cNvCxnSpPr/>
            <p:nvPr/>
          </p:nvCxnSpPr>
          <p:spPr>
            <a:xfrm rot="10800000">
              <a:off x="11006889" y="6404974"/>
              <a:ext cx="703580" cy="0"/>
            </a:xfrm>
            <a:prstGeom prst="straightConnector1">
              <a:avLst/>
            </a:prstGeom>
            <a:noFill/>
            <a:ln w="38100" cap="flat" cmpd="sng">
              <a:solidFill>
                <a:schemeClr val="lt1"/>
              </a:solidFill>
              <a:prstDash val="solid"/>
              <a:miter lim="800000"/>
              <a:headEnd type="none" w="sm" len="sm"/>
              <a:tailEnd type="none" w="sm" len="sm"/>
            </a:ln>
          </p:spPr>
        </p:cxnSp>
      </p:grpSp>
      <p:sp>
        <p:nvSpPr>
          <p:cNvPr id="118" name="Google Shape;118;p2"/>
          <p:cNvSpPr/>
          <p:nvPr/>
        </p:nvSpPr>
        <p:spPr>
          <a:xfrm rot="5400000">
            <a:off x="-1003331" y="1459219"/>
            <a:ext cx="2624089" cy="12010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19" name="Google Shape;119;p2"/>
          <p:cNvPicPr preferRelativeResize="0"/>
          <p:nvPr/>
        </p:nvPicPr>
        <p:blipFill rotWithShape="1">
          <a:blip r:embed="rId5">
            <a:alphaModFix/>
          </a:blip>
          <a:srcRect/>
          <a:stretch/>
        </p:blipFill>
        <p:spPr>
          <a:xfrm>
            <a:off x="9890597" y="5873564"/>
            <a:ext cx="2301403" cy="973973"/>
          </a:xfrm>
          <a:prstGeom prst="rect">
            <a:avLst/>
          </a:prstGeom>
          <a:noFill/>
          <a:ln>
            <a:noFill/>
          </a:ln>
        </p:spPr>
      </p:pic>
      <p:sp>
        <p:nvSpPr>
          <p:cNvPr id="120" name="Google Shape;120;p2"/>
          <p:cNvSpPr/>
          <p:nvPr/>
        </p:nvSpPr>
        <p:spPr>
          <a:xfrm>
            <a:off x="0" y="5668601"/>
            <a:ext cx="12192000" cy="1189399"/>
          </a:xfrm>
          <a:prstGeom prst="rect">
            <a:avLst/>
          </a:prstGeom>
          <a:solidFill>
            <a:srgbClr val="00446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21" name="Google Shape;121;p2"/>
          <p:cNvPicPr preferRelativeResize="0"/>
          <p:nvPr/>
        </p:nvPicPr>
        <p:blipFill rotWithShape="1">
          <a:blip r:embed="rId3">
            <a:alphaModFix/>
          </a:blip>
          <a:srcRect/>
          <a:stretch/>
        </p:blipFill>
        <p:spPr>
          <a:xfrm rot="-5400000">
            <a:off x="269502" y="5502052"/>
            <a:ext cx="960102" cy="1499106"/>
          </a:xfrm>
          <a:prstGeom prst="rect">
            <a:avLst/>
          </a:prstGeom>
          <a:noFill/>
          <a:ln>
            <a:noFill/>
          </a:ln>
        </p:spPr>
      </p:pic>
      <p:pic>
        <p:nvPicPr>
          <p:cNvPr id="122" name="Google Shape;122;p2"/>
          <p:cNvPicPr preferRelativeResize="0"/>
          <p:nvPr/>
        </p:nvPicPr>
        <p:blipFill rotWithShape="1">
          <a:blip r:embed="rId5">
            <a:alphaModFix/>
          </a:blip>
          <a:srcRect/>
          <a:stretch/>
        </p:blipFill>
        <p:spPr>
          <a:xfrm>
            <a:off x="9828585" y="5799515"/>
            <a:ext cx="2301403" cy="973973"/>
          </a:xfrm>
          <a:prstGeom prst="rect">
            <a:avLst/>
          </a:prstGeom>
          <a:noFill/>
          <a:ln>
            <a:noFill/>
          </a:ln>
        </p:spPr>
      </p:pic>
      <p:sp>
        <p:nvSpPr>
          <p:cNvPr id="123" name="Google Shape;123;p2"/>
          <p:cNvSpPr txBox="1"/>
          <p:nvPr/>
        </p:nvSpPr>
        <p:spPr>
          <a:xfrm>
            <a:off x="5039360" y="1088383"/>
            <a:ext cx="2122202" cy="86177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000" b="1" dirty="0">
                <a:solidFill>
                  <a:srgbClr val="FFFFFF"/>
                </a:solidFill>
                <a:latin typeface="Arial"/>
                <a:ea typeface="Arial"/>
                <a:cs typeface="Arial"/>
                <a:sym typeface="Arial"/>
              </a:rPr>
              <a:t>Hello!</a:t>
            </a:r>
            <a:endParaRPr dirty="0"/>
          </a:p>
        </p:txBody>
      </p:sp>
      <p:sp>
        <p:nvSpPr>
          <p:cNvPr id="124" name="Google Shape;124;p2"/>
          <p:cNvSpPr txBox="1"/>
          <p:nvPr/>
        </p:nvSpPr>
        <p:spPr>
          <a:xfrm>
            <a:off x="3190240" y="2283204"/>
            <a:ext cx="5816665" cy="1077178"/>
          </a:xfrm>
          <a:prstGeom prst="rect">
            <a:avLst/>
          </a:prstGeom>
          <a:noFill/>
          <a:ln>
            <a:noFill/>
          </a:ln>
        </p:spPr>
        <p:txBody>
          <a:bodyPr spcFirstLastPara="1" wrap="square" lIns="91425" tIns="45700" rIns="91425" bIns="45700" anchor="t" anchorCtr="0">
            <a:spAutoFit/>
          </a:bodyPr>
          <a:lstStyle/>
          <a:p>
            <a:r>
              <a:rPr lang="en-US" sz="3200" b="1">
                <a:solidFill>
                  <a:srgbClr val="FFFFFF"/>
                </a:solidFill>
                <a:latin typeface="Arial"/>
                <a:ea typeface="Arial"/>
                <a:cs typeface="Arial"/>
                <a:sym typeface="Arial"/>
              </a:rPr>
              <a:t>Instructor:</a:t>
            </a:r>
            <a:endParaRPr lang="en-US">
              <a:solidFill>
                <a:srgbClr val="000000"/>
              </a:solidFill>
              <a:latin typeface="Aptos" panose="02110004020202020204"/>
              <a:ea typeface="Arial"/>
              <a:cs typeface="Arial"/>
              <a:sym typeface="Arial"/>
            </a:endParaRPr>
          </a:p>
          <a:p>
            <a:r>
              <a:rPr lang="en-US" sz="3200" b="1" dirty="0">
                <a:solidFill>
                  <a:srgbClr val="FFFFFF"/>
                </a:solidFill>
                <a:latin typeface="Arial"/>
                <a:cs typeface="Arial"/>
              </a:rPr>
              <a:t>Fatma Ahmed &amp; Loay Ahmed</a:t>
            </a:r>
          </a:p>
        </p:txBody>
      </p:sp>
      <p:sp>
        <p:nvSpPr>
          <p:cNvPr id="125" name="Google Shape;125;p2"/>
          <p:cNvSpPr txBox="1"/>
          <p:nvPr/>
        </p:nvSpPr>
        <p:spPr>
          <a:xfrm>
            <a:off x="3194594" y="3729601"/>
            <a:ext cx="643176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dirty="0">
                <a:solidFill>
                  <a:srgbClr val="FFFFFF"/>
                </a:solidFill>
                <a:latin typeface="Arial"/>
                <a:ea typeface="Arial"/>
                <a:cs typeface="Arial"/>
                <a:sym typeface="Arial"/>
              </a:rPr>
              <a:t>Cairo University, EECE Department.</a:t>
            </a:r>
            <a:endParaRPr dirty="0"/>
          </a:p>
        </p:txBody>
      </p:sp>
      <p:sp>
        <p:nvSpPr>
          <p:cNvPr id="126" name="Google Shape;126;p2"/>
          <p:cNvSpPr txBox="1"/>
          <p:nvPr/>
        </p:nvSpPr>
        <p:spPr>
          <a:xfrm>
            <a:off x="3510280" y="3747055"/>
            <a:ext cx="5173936"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rgbClr val="FFFFFF"/>
                </a:solidFill>
                <a:latin typeface="Arial"/>
                <a:ea typeface="Arial"/>
                <a:cs typeface="Arial"/>
                <a:sym typeface="Arial"/>
              </a:rPr>
              <a:t> </a:t>
            </a:r>
            <a:endParaRPr sz="2400" b="1" dirty="0">
              <a:solidFill>
                <a:srgbClr val="FFFFFF"/>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
          <p:cNvSpPr/>
          <p:nvPr/>
        </p:nvSpPr>
        <p:spPr>
          <a:xfrm>
            <a:off x="0" y="19255"/>
            <a:ext cx="12192000" cy="6858000"/>
          </a:xfrm>
          <a:prstGeom prst="rect">
            <a:avLst/>
          </a:prstGeom>
          <a:solidFill>
            <a:srgbClr val="00446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11" name="Google Shape;111;p2"/>
          <p:cNvPicPr preferRelativeResize="0"/>
          <p:nvPr/>
        </p:nvPicPr>
        <p:blipFill rotWithShape="1">
          <a:blip r:embed="rId3">
            <a:alphaModFix/>
          </a:blip>
          <a:srcRect/>
          <a:stretch/>
        </p:blipFill>
        <p:spPr>
          <a:xfrm rot="-5400000">
            <a:off x="269502" y="5617933"/>
            <a:ext cx="960102" cy="1499106"/>
          </a:xfrm>
          <a:prstGeom prst="rect">
            <a:avLst/>
          </a:prstGeom>
          <a:noFill/>
          <a:ln>
            <a:noFill/>
          </a:ln>
        </p:spPr>
      </p:pic>
      <p:pic>
        <p:nvPicPr>
          <p:cNvPr id="112" name="Google Shape;112;p2" descr="A white sign with black text&#10;&#10;Description automatically generated"/>
          <p:cNvPicPr preferRelativeResize="0"/>
          <p:nvPr/>
        </p:nvPicPr>
        <p:blipFill rotWithShape="1">
          <a:blip r:embed="rId4">
            <a:alphaModFix/>
          </a:blip>
          <a:srcRect/>
          <a:stretch/>
        </p:blipFill>
        <p:spPr>
          <a:xfrm>
            <a:off x="617427" y="207226"/>
            <a:ext cx="731296" cy="1007750"/>
          </a:xfrm>
          <a:prstGeom prst="rect">
            <a:avLst/>
          </a:prstGeom>
          <a:noFill/>
          <a:ln>
            <a:noFill/>
          </a:ln>
        </p:spPr>
      </p:pic>
      <p:grpSp>
        <p:nvGrpSpPr>
          <p:cNvPr id="113" name="Google Shape;113;p2"/>
          <p:cNvGrpSpPr/>
          <p:nvPr/>
        </p:nvGrpSpPr>
        <p:grpSpPr>
          <a:xfrm rot="10800000" flipH="1">
            <a:off x="10580003" y="345441"/>
            <a:ext cx="1329559" cy="4025209"/>
            <a:chOff x="10607605" y="3602621"/>
            <a:chExt cx="1329559" cy="3009868"/>
          </a:xfrm>
        </p:grpSpPr>
        <p:cxnSp>
          <p:nvCxnSpPr>
            <p:cNvPr id="114" name="Google Shape;114;p2"/>
            <p:cNvCxnSpPr/>
            <p:nvPr/>
          </p:nvCxnSpPr>
          <p:spPr>
            <a:xfrm>
              <a:off x="11921924" y="3602621"/>
              <a:ext cx="0" cy="3009868"/>
            </a:xfrm>
            <a:prstGeom prst="straightConnector1">
              <a:avLst/>
            </a:prstGeom>
            <a:noFill/>
            <a:ln w="38100" cap="flat" cmpd="sng">
              <a:solidFill>
                <a:schemeClr val="lt1"/>
              </a:solidFill>
              <a:prstDash val="solid"/>
              <a:miter lim="800000"/>
              <a:headEnd type="none" w="sm" len="sm"/>
              <a:tailEnd type="none" w="sm" len="sm"/>
            </a:ln>
          </p:spPr>
        </p:cxnSp>
        <p:cxnSp>
          <p:nvCxnSpPr>
            <p:cNvPr id="115" name="Google Shape;115;p2"/>
            <p:cNvCxnSpPr/>
            <p:nvPr/>
          </p:nvCxnSpPr>
          <p:spPr>
            <a:xfrm>
              <a:off x="11693324" y="3892181"/>
              <a:ext cx="0" cy="2524585"/>
            </a:xfrm>
            <a:prstGeom prst="straightConnector1">
              <a:avLst/>
            </a:prstGeom>
            <a:noFill/>
            <a:ln w="38100" cap="flat" cmpd="sng">
              <a:solidFill>
                <a:schemeClr val="lt1"/>
              </a:solidFill>
              <a:prstDash val="solid"/>
              <a:miter lim="800000"/>
              <a:headEnd type="none" w="sm" len="sm"/>
              <a:tailEnd type="none" w="sm" len="sm"/>
            </a:ln>
          </p:spPr>
        </p:cxnSp>
        <p:cxnSp>
          <p:nvCxnSpPr>
            <p:cNvPr id="116" name="Google Shape;116;p2"/>
            <p:cNvCxnSpPr/>
            <p:nvPr/>
          </p:nvCxnSpPr>
          <p:spPr>
            <a:xfrm rot="10800000">
              <a:off x="10607605" y="6599083"/>
              <a:ext cx="1329559" cy="0"/>
            </a:xfrm>
            <a:prstGeom prst="straightConnector1">
              <a:avLst/>
            </a:prstGeom>
            <a:noFill/>
            <a:ln w="38100" cap="flat" cmpd="sng">
              <a:solidFill>
                <a:schemeClr val="lt1"/>
              </a:solidFill>
              <a:prstDash val="solid"/>
              <a:miter lim="800000"/>
              <a:headEnd type="none" w="sm" len="sm"/>
              <a:tailEnd type="none" w="sm" len="sm"/>
            </a:ln>
          </p:spPr>
        </p:cxnSp>
        <p:cxnSp>
          <p:nvCxnSpPr>
            <p:cNvPr id="117" name="Google Shape;117;p2"/>
            <p:cNvCxnSpPr/>
            <p:nvPr/>
          </p:nvCxnSpPr>
          <p:spPr>
            <a:xfrm rot="10800000">
              <a:off x="11006889" y="6404974"/>
              <a:ext cx="703580" cy="0"/>
            </a:xfrm>
            <a:prstGeom prst="straightConnector1">
              <a:avLst/>
            </a:prstGeom>
            <a:noFill/>
            <a:ln w="38100" cap="flat" cmpd="sng">
              <a:solidFill>
                <a:schemeClr val="lt1"/>
              </a:solidFill>
              <a:prstDash val="solid"/>
              <a:miter lim="800000"/>
              <a:headEnd type="none" w="sm" len="sm"/>
              <a:tailEnd type="none" w="sm" len="sm"/>
            </a:ln>
          </p:spPr>
        </p:cxnSp>
      </p:grpSp>
      <p:sp>
        <p:nvSpPr>
          <p:cNvPr id="118" name="Google Shape;118;p2"/>
          <p:cNvSpPr/>
          <p:nvPr/>
        </p:nvSpPr>
        <p:spPr>
          <a:xfrm rot="5400000">
            <a:off x="-1003331" y="1459219"/>
            <a:ext cx="2624089" cy="12010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19" name="Google Shape;119;p2"/>
          <p:cNvPicPr preferRelativeResize="0"/>
          <p:nvPr/>
        </p:nvPicPr>
        <p:blipFill rotWithShape="1">
          <a:blip r:embed="rId5">
            <a:alphaModFix/>
          </a:blip>
          <a:srcRect/>
          <a:stretch/>
        </p:blipFill>
        <p:spPr>
          <a:xfrm>
            <a:off x="9890597" y="5873564"/>
            <a:ext cx="2301403" cy="973973"/>
          </a:xfrm>
          <a:prstGeom prst="rect">
            <a:avLst/>
          </a:prstGeom>
          <a:noFill/>
          <a:ln>
            <a:noFill/>
          </a:ln>
        </p:spPr>
      </p:pic>
      <p:sp>
        <p:nvSpPr>
          <p:cNvPr id="120" name="Google Shape;120;p2"/>
          <p:cNvSpPr/>
          <p:nvPr/>
        </p:nvSpPr>
        <p:spPr>
          <a:xfrm>
            <a:off x="0" y="5668601"/>
            <a:ext cx="12192000" cy="1189399"/>
          </a:xfrm>
          <a:prstGeom prst="rect">
            <a:avLst/>
          </a:prstGeom>
          <a:solidFill>
            <a:srgbClr val="00446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21" name="Google Shape;121;p2"/>
          <p:cNvPicPr preferRelativeResize="0"/>
          <p:nvPr/>
        </p:nvPicPr>
        <p:blipFill rotWithShape="1">
          <a:blip r:embed="rId3">
            <a:alphaModFix/>
          </a:blip>
          <a:srcRect/>
          <a:stretch/>
        </p:blipFill>
        <p:spPr>
          <a:xfrm rot="-5400000">
            <a:off x="269502" y="5502052"/>
            <a:ext cx="960102" cy="1499106"/>
          </a:xfrm>
          <a:prstGeom prst="rect">
            <a:avLst/>
          </a:prstGeom>
          <a:noFill/>
          <a:ln>
            <a:noFill/>
          </a:ln>
        </p:spPr>
      </p:pic>
      <p:pic>
        <p:nvPicPr>
          <p:cNvPr id="122" name="Google Shape;122;p2"/>
          <p:cNvPicPr preferRelativeResize="0"/>
          <p:nvPr/>
        </p:nvPicPr>
        <p:blipFill rotWithShape="1">
          <a:blip r:embed="rId5">
            <a:alphaModFix/>
          </a:blip>
          <a:srcRect/>
          <a:stretch/>
        </p:blipFill>
        <p:spPr>
          <a:xfrm>
            <a:off x="9828585" y="5799515"/>
            <a:ext cx="2301403" cy="973973"/>
          </a:xfrm>
          <a:prstGeom prst="rect">
            <a:avLst/>
          </a:prstGeom>
          <a:noFill/>
          <a:ln>
            <a:noFill/>
          </a:ln>
        </p:spPr>
      </p:pic>
      <p:sp>
        <p:nvSpPr>
          <p:cNvPr id="2" name="Google Shape;110;p2">
            <a:extLst>
              <a:ext uri="{FF2B5EF4-FFF2-40B4-BE49-F238E27FC236}">
                <a16:creationId xmlns:a16="http://schemas.microsoft.com/office/drawing/2014/main" id="{EB665355-9471-F4B9-64C3-22631141309A}"/>
              </a:ext>
            </a:extLst>
          </p:cNvPr>
          <p:cNvSpPr/>
          <p:nvPr/>
        </p:nvSpPr>
        <p:spPr>
          <a:xfrm>
            <a:off x="0" y="19255"/>
            <a:ext cx="12192000" cy="6858000"/>
          </a:xfrm>
          <a:prstGeom prst="rect">
            <a:avLst/>
          </a:prstGeom>
          <a:solidFill>
            <a:srgbClr val="004467"/>
          </a:solidFill>
          <a:ln>
            <a:noFill/>
          </a:ln>
        </p:spPr>
        <p:txBody>
          <a:bodyPr spcFirstLastPara="1" wrap="square" lIns="91425" tIns="45700" rIns="91425" bIns="4570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1800" dirty="0">
              <a:solidFill>
                <a:schemeClr val="lt1"/>
              </a:solidFill>
              <a:latin typeface="Arial"/>
              <a:ea typeface="Arial"/>
              <a:cs typeface="Arial"/>
            </a:endParaRPr>
          </a:p>
        </p:txBody>
      </p:sp>
      <p:pic>
        <p:nvPicPr>
          <p:cNvPr id="3" name="Google Shape;111;p2">
            <a:extLst>
              <a:ext uri="{FF2B5EF4-FFF2-40B4-BE49-F238E27FC236}">
                <a16:creationId xmlns:a16="http://schemas.microsoft.com/office/drawing/2014/main" id="{6E1CF973-1742-A5C6-7B99-E6D52C660A46}"/>
              </a:ext>
            </a:extLst>
          </p:cNvPr>
          <p:cNvPicPr preferRelativeResize="0"/>
          <p:nvPr/>
        </p:nvPicPr>
        <p:blipFill rotWithShape="1">
          <a:blip r:embed="rId3">
            <a:alphaModFix/>
          </a:blip>
          <a:srcRect/>
          <a:stretch/>
        </p:blipFill>
        <p:spPr>
          <a:xfrm rot="16200000">
            <a:off x="269502" y="5617933"/>
            <a:ext cx="960102" cy="1499106"/>
          </a:xfrm>
          <a:prstGeom prst="rect">
            <a:avLst/>
          </a:prstGeom>
          <a:noFill/>
          <a:ln>
            <a:noFill/>
          </a:ln>
        </p:spPr>
      </p:pic>
      <p:pic>
        <p:nvPicPr>
          <p:cNvPr id="4" name="Google Shape;112;p2" descr="A white sign with black text&#10;&#10;Description automatically generated">
            <a:extLst>
              <a:ext uri="{FF2B5EF4-FFF2-40B4-BE49-F238E27FC236}">
                <a16:creationId xmlns:a16="http://schemas.microsoft.com/office/drawing/2014/main" id="{238C829C-8955-31BD-4B5D-450479E60D7D}"/>
              </a:ext>
            </a:extLst>
          </p:cNvPr>
          <p:cNvPicPr preferRelativeResize="0"/>
          <p:nvPr/>
        </p:nvPicPr>
        <p:blipFill rotWithShape="1">
          <a:blip r:embed="rId4">
            <a:alphaModFix/>
          </a:blip>
          <a:srcRect/>
          <a:stretch/>
        </p:blipFill>
        <p:spPr>
          <a:xfrm>
            <a:off x="617427" y="207226"/>
            <a:ext cx="731296" cy="1007750"/>
          </a:xfrm>
          <a:prstGeom prst="rect">
            <a:avLst/>
          </a:prstGeom>
          <a:noFill/>
          <a:ln>
            <a:noFill/>
          </a:ln>
        </p:spPr>
      </p:pic>
      <p:grpSp>
        <p:nvGrpSpPr>
          <p:cNvPr id="6" name="Google Shape;113;p2">
            <a:extLst>
              <a:ext uri="{FF2B5EF4-FFF2-40B4-BE49-F238E27FC236}">
                <a16:creationId xmlns:a16="http://schemas.microsoft.com/office/drawing/2014/main" id="{87CD2AA3-61AC-9E3A-CF3F-FD88AD57B15C}"/>
              </a:ext>
            </a:extLst>
          </p:cNvPr>
          <p:cNvGrpSpPr/>
          <p:nvPr/>
        </p:nvGrpSpPr>
        <p:grpSpPr>
          <a:xfrm rot="10800000" flipH="1">
            <a:off x="10580003" y="345441"/>
            <a:ext cx="1329559" cy="4025209"/>
            <a:chOff x="10580003" y="345441"/>
            <a:chExt cx="1329559" cy="3009868"/>
          </a:xfrm>
        </p:grpSpPr>
        <p:cxnSp>
          <p:nvCxnSpPr>
            <p:cNvPr id="15" name="Google Shape;114;p2">
              <a:extLst>
                <a:ext uri="{FF2B5EF4-FFF2-40B4-BE49-F238E27FC236}">
                  <a16:creationId xmlns:a16="http://schemas.microsoft.com/office/drawing/2014/main" id="{3F1F0D42-BCBF-926A-DA50-22DF5B3A8750}"/>
                </a:ext>
              </a:extLst>
            </p:cNvPr>
            <p:cNvCxnSpPr/>
            <p:nvPr/>
          </p:nvCxnSpPr>
          <p:spPr>
            <a:xfrm>
              <a:off x="11894322" y="345441"/>
              <a:ext cx="0" cy="3009868"/>
            </a:xfrm>
            <a:prstGeom prst="straightConnector1">
              <a:avLst/>
            </a:prstGeom>
            <a:noFill/>
            <a:ln w="38100" cap="flat" cmpd="sng">
              <a:solidFill>
                <a:schemeClr val="lt1"/>
              </a:solidFill>
              <a:prstDash val="solid"/>
              <a:miter lim="800000"/>
              <a:headEnd type="none" w="sm" len="sm"/>
              <a:tailEnd type="none" w="sm" len="sm"/>
            </a:ln>
          </p:spPr>
        </p:cxnSp>
        <p:cxnSp>
          <p:nvCxnSpPr>
            <p:cNvPr id="16" name="Google Shape;115;p2">
              <a:extLst>
                <a:ext uri="{FF2B5EF4-FFF2-40B4-BE49-F238E27FC236}">
                  <a16:creationId xmlns:a16="http://schemas.microsoft.com/office/drawing/2014/main" id="{7B73DB95-7E4C-5809-47D0-53AFB22741DA}"/>
                </a:ext>
              </a:extLst>
            </p:cNvPr>
            <p:cNvCxnSpPr/>
            <p:nvPr/>
          </p:nvCxnSpPr>
          <p:spPr>
            <a:xfrm>
              <a:off x="11665722" y="635001"/>
              <a:ext cx="0" cy="2524585"/>
            </a:xfrm>
            <a:prstGeom prst="straightConnector1">
              <a:avLst/>
            </a:prstGeom>
            <a:noFill/>
            <a:ln w="38100" cap="flat" cmpd="sng">
              <a:solidFill>
                <a:schemeClr val="lt1"/>
              </a:solidFill>
              <a:prstDash val="solid"/>
              <a:miter lim="800000"/>
              <a:headEnd type="none" w="sm" len="sm"/>
              <a:tailEnd type="none" w="sm" len="sm"/>
            </a:ln>
          </p:spPr>
        </p:cxnSp>
        <p:cxnSp>
          <p:nvCxnSpPr>
            <p:cNvPr id="17" name="Google Shape;116;p2">
              <a:extLst>
                <a:ext uri="{FF2B5EF4-FFF2-40B4-BE49-F238E27FC236}">
                  <a16:creationId xmlns:a16="http://schemas.microsoft.com/office/drawing/2014/main" id="{1B450256-6846-6F7A-49E1-67B2B4DFD773}"/>
                </a:ext>
              </a:extLst>
            </p:cNvPr>
            <p:cNvCxnSpPr/>
            <p:nvPr/>
          </p:nvCxnSpPr>
          <p:spPr>
            <a:xfrm rot="10800000">
              <a:off x="10580003" y="3341903"/>
              <a:ext cx="1329559" cy="0"/>
            </a:xfrm>
            <a:prstGeom prst="straightConnector1">
              <a:avLst/>
            </a:prstGeom>
            <a:noFill/>
            <a:ln w="38100" cap="flat" cmpd="sng">
              <a:solidFill>
                <a:schemeClr val="lt1"/>
              </a:solidFill>
              <a:prstDash val="solid"/>
              <a:miter lim="800000"/>
              <a:headEnd type="none" w="sm" len="sm"/>
              <a:tailEnd type="none" w="sm" len="sm"/>
            </a:ln>
          </p:spPr>
        </p:cxnSp>
        <p:cxnSp>
          <p:nvCxnSpPr>
            <p:cNvPr id="18" name="Google Shape;117;p2">
              <a:extLst>
                <a:ext uri="{FF2B5EF4-FFF2-40B4-BE49-F238E27FC236}">
                  <a16:creationId xmlns:a16="http://schemas.microsoft.com/office/drawing/2014/main" id="{3060A84F-7255-101D-0D4D-A7524FA34E2E}"/>
                </a:ext>
              </a:extLst>
            </p:cNvPr>
            <p:cNvCxnSpPr/>
            <p:nvPr/>
          </p:nvCxnSpPr>
          <p:spPr>
            <a:xfrm rot="10800000">
              <a:off x="10979287" y="3147794"/>
              <a:ext cx="703580" cy="0"/>
            </a:xfrm>
            <a:prstGeom prst="straightConnector1">
              <a:avLst/>
            </a:prstGeom>
            <a:noFill/>
            <a:ln w="38100" cap="flat" cmpd="sng">
              <a:solidFill>
                <a:schemeClr val="lt1"/>
              </a:solidFill>
              <a:prstDash val="solid"/>
              <a:miter lim="800000"/>
              <a:headEnd type="none" w="sm" len="sm"/>
              <a:tailEnd type="none" w="sm" len="sm"/>
            </a:ln>
          </p:spPr>
        </p:cxnSp>
      </p:grpSp>
      <p:sp>
        <p:nvSpPr>
          <p:cNvPr id="7" name="Google Shape;118;p2">
            <a:extLst>
              <a:ext uri="{FF2B5EF4-FFF2-40B4-BE49-F238E27FC236}">
                <a16:creationId xmlns:a16="http://schemas.microsoft.com/office/drawing/2014/main" id="{EC09F13A-5866-F970-34D7-C1B764D6896C}"/>
              </a:ext>
            </a:extLst>
          </p:cNvPr>
          <p:cNvSpPr/>
          <p:nvPr/>
        </p:nvSpPr>
        <p:spPr>
          <a:xfrm rot="5400000">
            <a:off x="-1003331" y="1459219"/>
            <a:ext cx="2624089" cy="120103"/>
          </a:xfrm>
          <a:prstGeom prst="rect">
            <a:avLst/>
          </a:prstGeom>
          <a:solidFill>
            <a:schemeClr val="lt1"/>
          </a:solidFill>
          <a:ln>
            <a:noFill/>
          </a:ln>
        </p:spPr>
        <p:txBody>
          <a:bodyPr spcFirstLastPara="1" wrap="square" lIns="91425" tIns="45700" rIns="91425" bIns="4570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8" name="Google Shape;119;p2">
            <a:extLst>
              <a:ext uri="{FF2B5EF4-FFF2-40B4-BE49-F238E27FC236}">
                <a16:creationId xmlns:a16="http://schemas.microsoft.com/office/drawing/2014/main" id="{17C93436-2500-5349-921A-085A9BB032E8}"/>
              </a:ext>
            </a:extLst>
          </p:cNvPr>
          <p:cNvPicPr preferRelativeResize="0"/>
          <p:nvPr/>
        </p:nvPicPr>
        <p:blipFill rotWithShape="1">
          <a:blip r:embed="rId5">
            <a:alphaModFix/>
          </a:blip>
          <a:srcRect/>
          <a:stretch/>
        </p:blipFill>
        <p:spPr>
          <a:xfrm>
            <a:off x="9890597" y="5873564"/>
            <a:ext cx="2301403" cy="973973"/>
          </a:xfrm>
          <a:prstGeom prst="rect">
            <a:avLst/>
          </a:prstGeom>
          <a:noFill/>
          <a:ln>
            <a:noFill/>
          </a:ln>
        </p:spPr>
      </p:pic>
      <p:sp>
        <p:nvSpPr>
          <p:cNvPr id="9" name="Google Shape;120;p2">
            <a:extLst>
              <a:ext uri="{FF2B5EF4-FFF2-40B4-BE49-F238E27FC236}">
                <a16:creationId xmlns:a16="http://schemas.microsoft.com/office/drawing/2014/main" id="{71FE8C78-EA7F-E7CD-324B-F2AF27310771}"/>
              </a:ext>
            </a:extLst>
          </p:cNvPr>
          <p:cNvSpPr/>
          <p:nvPr/>
        </p:nvSpPr>
        <p:spPr>
          <a:xfrm>
            <a:off x="0" y="5668601"/>
            <a:ext cx="12192000" cy="1189399"/>
          </a:xfrm>
          <a:prstGeom prst="rect">
            <a:avLst/>
          </a:prstGeom>
          <a:solidFill>
            <a:srgbClr val="004467"/>
          </a:solidFill>
          <a:ln>
            <a:noFill/>
          </a:ln>
        </p:spPr>
        <p:txBody>
          <a:bodyPr spcFirstLastPara="1" wrap="square" lIns="91425" tIns="45700" rIns="91425" bIns="4570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0" name="Google Shape;121;p2">
            <a:extLst>
              <a:ext uri="{FF2B5EF4-FFF2-40B4-BE49-F238E27FC236}">
                <a16:creationId xmlns:a16="http://schemas.microsoft.com/office/drawing/2014/main" id="{5659B2C3-D07D-CABB-5FFC-88E3237AE031}"/>
              </a:ext>
            </a:extLst>
          </p:cNvPr>
          <p:cNvPicPr preferRelativeResize="0"/>
          <p:nvPr/>
        </p:nvPicPr>
        <p:blipFill rotWithShape="1">
          <a:blip r:embed="rId3">
            <a:alphaModFix/>
          </a:blip>
          <a:srcRect/>
          <a:stretch/>
        </p:blipFill>
        <p:spPr>
          <a:xfrm rot="16200000">
            <a:off x="269502" y="5502052"/>
            <a:ext cx="960102" cy="1499106"/>
          </a:xfrm>
          <a:prstGeom prst="rect">
            <a:avLst/>
          </a:prstGeom>
          <a:noFill/>
          <a:ln>
            <a:noFill/>
          </a:ln>
        </p:spPr>
      </p:pic>
      <p:pic>
        <p:nvPicPr>
          <p:cNvPr id="11" name="Google Shape;122;p2">
            <a:extLst>
              <a:ext uri="{FF2B5EF4-FFF2-40B4-BE49-F238E27FC236}">
                <a16:creationId xmlns:a16="http://schemas.microsoft.com/office/drawing/2014/main" id="{2BF4BD24-1CE0-ED05-C796-D6CC07EF912B}"/>
              </a:ext>
            </a:extLst>
          </p:cNvPr>
          <p:cNvPicPr preferRelativeResize="0"/>
          <p:nvPr/>
        </p:nvPicPr>
        <p:blipFill rotWithShape="1">
          <a:blip r:embed="rId5">
            <a:alphaModFix/>
          </a:blip>
          <a:srcRect/>
          <a:stretch/>
        </p:blipFill>
        <p:spPr>
          <a:xfrm>
            <a:off x="9828585" y="5799515"/>
            <a:ext cx="2301403" cy="973973"/>
          </a:xfrm>
          <a:prstGeom prst="rect">
            <a:avLst/>
          </a:prstGeom>
          <a:noFill/>
          <a:ln>
            <a:noFill/>
          </a:ln>
        </p:spPr>
      </p:pic>
      <p:pic>
        <p:nvPicPr>
          <p:cNvPr id="12" name="Picture 11" descr="A qr code on a white background&#10;&#10;AI-generated content may be incorrect.">
            <a:extLst>
              <a:ext uri="{FF2B5EF4-FFF2-40B4-BE49-F238E27FC236}">
                <a16:creationId xmlns:a16="http://schemas.microsoft.com/office/drawing/2014/main" id="{03600AD6-01EA-F65A-904A-0F98DB49CB41}"/>
              </a:ext>
            </a:extLst>
          </p:cNvPr>
          <p:cNvPicPr>
            <a:picLocks noChangeAspect="1"/>
          </p:cNvPicPr>
          <p:nvPr/>
        </p:nvPicPr>
        <p:blipFill>
          <a:blip r:embed="rId6"/>
          <a:stretch>
            <a:fillRect/>
          </a:stretch>
        </p:blipFill>
        <p:spPr>
          <a:xfrm>
            <a:off x="1360714" y="2540000"/>
            <a:ext cx="3229429" cy="3229429"/>
          </a:xfrm>
          <a:prstGeom prst="rect">
            <a:avLst/>
          </a:prstGeom>
        </p:spPr>
      </p:pic>
      <p:sp>
        <p:nvSpPr>
          <p:cNvPr id="13" name="TextBox 17">
            <a:extLst>
              <a:ext uri="{FF2B5EF4-FFF2-40B4-BE49-F238E27FC236}">
                <a16:creationId xmlns:a16="http://schemas.microsoft.com/office/drawing/2014/main" id="{A5CE3332-DDD9-DEC4-3D63-F471FD6A3EEA}"/>
              </a:ext>
            </a:extLst>
          </p:cNvPr>
          <p:cNvSpPr txBox="1"/>
          <p:nvPr/>
        </p:nvSpPr>
        <p:spPr>
          <a:xfrm>
            <a:off x="4076095" y="1070429"/>
            <a:ext cx="6096000" cy="1077218"/>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dirty="0">
                <a:solidFill>
                  <a:schemeClr val="bg1"/>
                </a:solidFill>
              </a:rPr>
              <a:t>connection </a:t>
            </a:r>
            <a:r>
              <a:rPr lang="en-US" sz="3200" dirty="0" err="1">
                <a:solidFill>
                  <a:schemeClr val="bg1"/>
                </a:solidFill>
              </a:rPr>
              <a:t>Linkedin</a:t>
            </a:r>
            <a:endParaRPr lang="en-US" sz="3200" dirty="0">
              <a:solidFill>
                <a:schemeClr val="bg1"/>
              </a:solidFill>
            </a:endParaRPr>
          </a:p>
          <a:p>
            <a:pPr algn="ctr"/>
            <a:endParaRPr lang="en-US" sz="3200" dirty="0">
              <a:solidFill>
                <a:schemeClr val="bg1"/>
              </a:solidFill>
            </a:endParaRPr>
          </a:p>
        </p:txBody>
      </p:sp>
      <p:sp>
        <p:nvSpPr>
          <p:cNvPr id="14" name="TextBox 18">
            <a:extLst>
              <a:ext uri="{FF2B5EF4-FFF2-40B4-BE49-F238E27FC236}">
                <a16:creationId xmlns:a16="http://schemas.microsoft.com/office/drawing/2014/main" id="{06348F45-986F-1F2C-7DA9-D2DE265D93E0}"/>
              </a:ext>
            </a:extLst>
          </p:cNvPr>
          <p:cNvSpPr txBox="1"/>
          <p:nvPr/>
        </p:nvSpPr>
        <p:spPr>
          <a:xfrm>
            <a:off x="1508405" y="1826239"/>
            <a:ext cx="4329545" cy="6463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600">
                <a:solidFill>
                  <a:schemeClr val="bg1"/>
                </a:solidFill>
              </a:rPr>
              <a:t>Fatma Ahmed</a:t>
            </a:r>
          </a:p>
        </p:txBody>
      </p:sp>
      <p:pic>
        <p:nvPicPr>
          <p:cNvPr id="19" name="Picture 18" descr="A qr code with a black background&#10;&#10;AI-generated content may be incorrect.">
            <a:extLst>
              <a:ext uri="{FF2B5EF4-FFF2-40B4-BE49-F238E27FC236}">
                <a16:creationId xmlns:a16="http://schemas.microsoft.com/office/drawing/2014/main" id="{8C425FDC-FD76-E5F9-676E-20CF2C4749C3}"/>
              </a:ext>
            </a:extLst>
          </p:cNvPr>
          <p:cNvPicPr>
            <a:picLocks noChangeAspect="1"/>
          </p:cNvPicPr>
          <p:nvPr/>
        </p:nvPicPr>
        <p:blipFill>
          <a:blip r:embed="rId7"/>
          <a:stretch>
            <a:fillRect/>
          </a:stretch>
        </p:blipFill>
        <p:spPr>
          <a:xfrm>
            <a:off x="6833809" y="2485571"/>
            <a:ext cx="3181048" cy="3181048"/>
          </a:xfrm>
          <a:prstGeom prst="rect">
            <a:avLst/>
          </a:prstGeom>
        </p:spPr>
      </p:pic>
      <p:sp>
        <p:nvSpPr>
          <p:cNvPr id="20" name="TextBox 19">
            <a:extLst>
              <a:ext uri="{FF2B5EF4-FFF2-40B4-BE49-F238E27FC236}">
                <a16:creationId xmlns:a16="http://schemas.microsoft.com/office/drawing/2014/main" id="{9BA5980E-D614-88FA-42C5-9021CDDB2E06}"/>
              </a:ext>
            </a:extLst>
          </p:cNvPr>
          <p:cNvSpPr txBox="1"/>
          <p:nvPr/>
        </p:nvSpPr>
        <p:spPr>
          <a:xfrm>
            <a:off x="7130115" y="1893031"/>
            <a:ext cx="332819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a:solidFill>
                  <a:schemeClr val="bg1"/>
                </a:solidFill>
              </a:rPr>
              <a:t>Loay Ahmed</a:t>
            </a:r>
          </a:p>
        </p:txBody>
      </p:sp>
    </p:spTree>
    <p:extLst>
      <p:ext uri="{BB962C8B-B14F-4D97-AF65-F5344CB8AC3E}">
        <p14:creationId xmlns:p14="http://schemas.microsoft.com/office/powerpoint/2010/main" val="771310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76000">
              <a:srgbClr val="4153BA"/>
            </a:gs>
            <a:gs pos="15000">
              <a:srgbClr val="0294E0"/>
            </a:gs>
          </a:gsLst>
          <a:lin ang="0" scaled="1"/>
        </a:gradFill>
        <a:effectLst/>
      </p:bgPr>
    </p:bg>
    <p:spTree>
      <p:nvGrpSpPr>
        <p:cNvPr id="1" name="">
          <a:extLst>
            <a:ext uri="{FF2B5EF4-FFF2-40B4-BE49-F238E27FC236}">
              <a16:creationId xmlns:a16="http://schemas.microsoft.com/office/drawing/2014/main" id="{08FF58C8-158D-4417-6B36-45E854A9369C}"/>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9A18A1FF-B45B-97A9-1617-98B66DA42100}"/>
              </a:ext>
            </a:extLst>
          </p:cNvPr>
          <p:cNvSpPr/>
          <p:nvPr/>
        </p:nvSpPr>
        <p:spPr>
          <a:xfrm>
            <a:off x="-128722" y="0"/>
            <a:ext cx="12192000" cy="6858000"/>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6" name="Picture 2">
            <a:extLst>
              <a:ext uri="{FF2B5EF4-FFF2-40B4-BE49-F238E27FC236}">
                <a16:creationId xmlns:a16="http://schemas.microsoft.com/office/drawing/2014/main" id="{FCFF322A-76ED-AB07-FB47-31E26A0BF1B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269502" y="5617933"/>
            <a:ext cx="960102" cy="1499106"/>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A white sign with black text&#10;&#10;Description automatically generated">
            <a:extLst>
              <a:ext uri="{FF2B5EF4-FFF2-40B4-BE49-F238E27FC236}">
                <a16:creationId xmlns:a16="http://schemas.microsoft.com/office/drawing/2014/main" id="{6004BB70-7137-DF22-4BEA-7C4285A3664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grpSp>
        <p:nvGrpSpPr>
          <p:cNvPr id="9" name="Group 8">
            <a:extLst>
              <a:ext uri="{FF2B5EF4-FFF2-40B4-BE49-F238E27FC236}">
                <a16:creationId xmlns:a16="http://schemas.microsoft.com/office/drawing/2014/main" id="{E19A1306-EA48-C7EC-74A7-56142D8D80D1}"/>
              </a:ext>
            </a:extLst>
          </p:cNvPr>
          <p:cNvGrpSpPr/>
          <p:nvPr/>
        </p:nvGrpSpPr>
        <p:grpSpPr>
          <a:xfrm flipV="1">
            <a:off x="10580003" y="345441"/>
            <a:ext cx="1329559" cy="4025209"/>
            <a:chOff x="10607605" y="3602621"/>
            <a:chExt cx="1329559" cy="3009868"/>
          </a:xfrm>
          <a:solidFill>
            <a:srgbClr val="3F51B5"/>
          </a:solidFill>
        </p:grpSpPr>
        <p:cxnSp>
          <p:nvCxnSpPr>
            <p:cNvPr id="12" name="Straight Connector 11">
              <a:extLst>
                <a:ext uri="{FF2B5EF4-FFF2-40B4-BE49-F238E27FC236}">
                  <a16:creationId xmlns:a16="http://schemas.microsoft.com/office/drawing/2014/main" id="{16612AEF-4AF4-8C68-8952-C44BAF920391}"/>
                </a:ext>
              </a:extLst>
            </p:cNvPr>
            <p:cNvCxnSpPr>
              <a:cxnSpLocks/>
            </p:cNvCxnSpPr>
            <p:nvPr/>
          </p:nvCxnSpPr>
          <p:spPr>
            <a:xfrm>
              <a:off x="11921924" y="3602621"/>
              <a:ext cx="0" cy="3009868"/>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1A289DE0-F0B0-4C52-0454-2F11677A8D6C}"/>
                </a:ext>
              </a:extLst>
            </p:cNvPr>
            <p:cNvCxnSpPr>
              <a:cxnSpLocks/>
            </p:cNvCxnSpPr>
            <p:nvPr/>
          </p:nvCxnSpPr>
          <p:spPr>
            <a:xfrm>
              <a:off x="11693324" y="3892181"/>
              <a:ext cx="0" cy="2524585"/>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11948F9-41EC-FBCE-91D6-462F0E3A7724}"/>
                </a:ext>
              </a:extLst>
            </p:cNvPr>
            <p:cNvCxnSpPr>
              <a:cxnSpLocks/>
            </p:cNvCxnSpPr>
            <p:nvPr/>
          </p:nvCxnSpPr>
          <p:spPr>
            <a:xfrm flipH="1">
              <a:off x="10607605" y="6599083"/>
              <a:ext cx="1329559"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DD4C0BA6-D5F4-AC9A-B4FB-3640AD9AFECB}"/>
                </a:ext>
              </a:extLst>
            </p:cNvPr>
            <p:cNvCxnSpPr>
              <a:cxnSpLocks/>
            </p:cNvCxnSpPr>
            <p:nvPr/>
          </p:nvCxnSpPr>
          <p:spPr>
            <a:xfrm flipH="1">
              <a:off x="11006889" y="6404974"/>
              <a:ext cx="703580"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22" name="Rectangle 21">
            <a:extLst>
              <a:ext uri="{FF2B5EF4-FFF2-40B4-BE49-F238E27FC236}">
                <a16:creationId xmlns:a16="http://schemas.microsoft.com/office/drawing/2014/main" id="{273540C9-5422-861C-5463-AC31193581B2}"/>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5D7B8FD0-4C3E-45FC-5238-8062A11D0BCE}"/>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15" name="Rectangle 14">
            <a:extLst>
              <a:ext uri="{FF2B5EF4-FFF2-40B4-BE49-F238E27FC236}">
                <a16:creationId xmlns:a16="http://schemas.microsoft.com/office/drawing/2014/main" id="{487FE2CD-F945-8BED-7DF8-E93F84E81542}"/>
              </a:ext>
            </a:extLst>
          </p:cNvPr>
          <p:cNvSpPr/>
          <p:nvPr/>
        </p:nvSpPr>
        <p:spPr>
          <a:xfrm>
            <a:off x="0" y="5668601"/>
            <a:ext cx="12192000" cy="1189399"/>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2">
            <a:extLst>
              <a:ext uri="{FF2B5EF4-FFF2-40B4-BE49-F238E27FC236}">
                <a16:creationId xmlns:a16="http://schemas.microsoft.com/office/drawing/2014/main" id="{8B82CB9C-F23B-4D77-4B41-1E555C6A1DC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269502" y="5502052"/>
            <a:ext cx="960102" cy="1499106"/>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a:extLst>
              <a:ext uri="{FF2B5EF4-FFF2-40B4-BE49-F238E27FC236}">
                <a16:creationId xmlns:a16="http://schemas.microsoft.com/office/drawing/2014/main" id="{B276ECED-3833-8839-3527-E350286BB8BA}"/>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9828585" y="5799515"/>
            <a:ext cx="2301403" cy="973973"/>
          </a:xfrm>
          <a:prstGeom prst="rect">
            <a:avLst/>
          </a:prstGeom>
        </p:spPr>
      </p:pic>
      <p:sp>
        <p:nvSpPr>
          <p:cNvPr id="24" name="Title 23">
            <a:extLst>
              <a:ext uri="{FF2B5EF4-FFF2-40B4-BE49-F238E27FC236}">
                <a16:creationId xmlns:a16="http://schemas.microsoft.com/office/drawing/2014/main" id="{EAECFE17-3A5D-33D9-CF6B-12EF3DE620B6}"/>
              </a:ext>
            </a:extLst>
          </p:cNvPr>
          <p:cNvSpPr>
            <a:spLocks noGrp="1"/>
          </p:cNvSpPr>
          <p:nvPr>
            <p:ph type="title"/>
          </p:nvPr>
        </p:nvSpPr>
        <p:spPr>
          <a:xfrm>
            <a:off x="22411" y="1287468"/>
            <a:ext cx="2720161" cy="1122355"/>
          </a:xfrm>
        </p:spPr>
        <p:txBody>
          <a:bodyPr/>
          <a:lstStyle/>
          <a:p>
            <a:pPr algn="ctr"/>
            <a:r>
              <a:rPr lang="en-US" dirty="0">
                <a:solidFill>
                  <a:schemeClr val="bg2"/>
                </a:solidFill>
              </a:rPr>
              <a:t>Content</a:t>
            </a:r>
          </a:p>
        </p:txBody>
      </p:sp>
      <p:sp>
        <p:nvSpPr>
          <p:cNvPr id="25" name="Content Placeholder 24">
            <a:extLst>
              <a:ext uri="{FF2B5EF4-FFF2-40B4-BE49-F238E27FC236}">
                <a16:creationId xmlns:a16="http://schemas.microsoft.com/office/drawing/2014/main" id="{96CEDAB3-9B8B-1435-3769-336FC11B1E3B}"/>
              </a:ext>
            </a:extLst>
          </p:cNvPr>
          <p:cNvSpPr>
            <a:spLocks noGrp="1"/>
          </p:cNvSpPr>
          <p:nvPr>
            <p:ph idx="1"/>
          </p:nvPr>
        </p:nvSpPr>
        <p:spPr>
          <a:xfrm>
            <a:off x="515467" y="2423503"/>
            <a:ext cx="10515600" cy="3945929"/>
          </a:xfrm>
        </p:spPr>
        <p:txBody>
          <a:bodyPr vert="horz" lIns="91440" tIns="45720" rIns="91440" bIns="45720" rtlCol="0" anchor="t">
            <a:normAutofit/>
          </a:bodyPr>
          <a:lstStyle/>
          <a:p>
            <a:r>
              <a:rPr lang="en-US" dirty="0">
                <a:solidFill>
                  <a:schemeClr val="bg2"/>
                </a:solidFill>
              </a:rPr>
              <a:t>Timer Modes</a:t>
            </a:r>
          </a:p>
          <a:p>
            <a:r>
              <a:rPr lang="en-US" dirty="0" err="1">
                <a:solidFill>
                  <a:schemeClr val="bg2"/>
                </a:solidFill>
              </a:rPr>
              <a:t>Prescalers</a:t>
            </a:r>
          </a:p>
          <a:p>
            <a:r>
              <a:rPr lang="en-US" dirty="0">
                <a:solidFill>
                  <a:schemeClr val="bg2"/>
                </a:solidFill>
              </a:rPr>
              <a:t>Input Capture</a:t>
            </a:r>
          </a:p>
        </p:txBody>
      </p:sp>
    </p:spTree>
    <p:extLst>
      <p:ext uri="{BB962C8B-B14F-4D97-AF65-F5344CB8AC3E}">
        <p14:creationId xmlns:p14="http://schemas.microsoft.com/office/powerpoint/2010/main" val="336705122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fade">
                                      <p:cBhvr>
                                        <p:cTn id="7" dur="500"/>
                                        <p:tgtEl>
                                          <p:spTgt spid="25">
                                            <p:txEl>
                                              <p:pRg st="0" end="0"/>
                                            </p:txEl>
                                          </p:spTgt>
                                        </p:tgtEl>
                                      </p:cBhvr>
                                    </p:animEffect>
                                    <p:anim calcmode="lin" valueType="num">
                                      <p:cBhvr>
                                        <p:cTn id="8" dur="500" fill="hold"/>
                                        <p:tgtEl>
                                          <p:spTgt spid="25">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2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5">
                                            <p:txEl>
                                              <p:pRg st="1" end="1"/>
                                            </p:txEl>
                                          </p:spTgt>
                                        </p:tgtEl>
                                        <p:attrNameLst>
                                          <p:attrName>style.visibility</p:attrName>
                                        </p:attrNameLst>
                                      </p:cBhvr>
                                      <p:to>
                                        <p:strVal val="visible"/>
                                      </p:to>
                                    </p:set>
                                    <p:animEffect transition="in" filter="fade">
                                      <p:cBhvr>
                                        <p:cTn id="14" dur="500"/>
                                        <p:tgtEl>
                                          <p:spTgt spid="25">
                                            <p:txEl>
                                              <p:pRg st="1" end="1"/>
                                            </p:txEl>
                                          </p:spTgt>
                                        </p:tgtEl>
                                      </p:cBhvr>
                                    </p:animEffect>
                                    <p:anim calcmode="lin" valueType="num">
                                      <p:cBhvr>
                                        <p:cTn id="15" dur="500" fill="hold"/>
                                        <p:tgtEl>
                                          <p:spTgt spid="25">
                                            <p:txEl>
                                              <p:pRg st="1" end="1"/>
                                            </p:txEl>
                                          </p:spTgt>
                                        </p:tgtEl>
                                        <p:attrNameLst>
                                          <p:attrName>ppt_x</p:attrName>
                                        </p:attrNameLst>
                                      </p:cBhvr>
                                      <p:tavLst>
                                        <p:tav tm="0">
                                          <p:val>
                                            <p:strVal val="#ppt_x"/>
                                          </p:val>
                                        </p:tav>
                                        <p:tav tm="100000">
                                          <p:val>
                                            <p:strVal val="#ppt_x"/>
                                          </p:val>
                                        </p:tav>
                                      </p:tavLst>
                                    </p:anim>
                                    <p:anim calcmode="lin" valueType="num">
                                      <p:cBhvr>
                                        <p:cTn id="16" dur="500" fill="hold"/>
                                        <p:tgtEl>
                                          <p:spTgt spid="2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5">
                                            <p:txEl>
                                              <p:pRg st="2" end="2"/>
                                            </p:txEl>
                                          </p:spTgt>
                                        </p:tgtEl>
                                        <p:attrNameLst>
                                          <p:attrName>style.visibility</p:attrName>
                                        </p:attrNameLst>
                                      </p:cBhvr>
                                      <p:to>
                                        <p:strVal val="visible"/>
                                      </p:to>
                                    </p:set>
                                    <p:animEffect transition="in" filter="fade">
                                      <p:cBhvr>
                                        <p:cTn id="21" dur="500"/>
                                        <p:tgtEl>
                                          <p:spTgt spid="25">
                                            <p:txEl>
                                              <p:pRg st="2" end="2"/>
                                            </p:txEl>
                                          </p:spTgt>
                                        </p:tgtEl>
                                      </p:cBhvr>
                                    </p:animEffect>
                                    <p:anim calcmode="lin" valueType="num">
                                      <p:cBhvr>
                                        <p:cTn id="22" dur="500" fill="hold"/>
                                        <p:tgtEl>
                                          <p:spTgt spid="25">
                                            <p:txEl>
                                              <p:pRg st="2" end="2"/>
                                            </p:txEl>
                                          </p:spTgt>
                                        </p:tgtEl>
                                        <p:attrNameLst>
                                          <p:attrName>ppt_x</p:attrName>
                                        </p:attrNameLst>
                                      </p:cBhvr>
                                      <p:tavLst>
                                        <p:tav tm="0">
                                          <p:val>
                                            <p:strVal val="#ppt_x"/>
                                          </p:val>
                                        </p:tav>
                                        <p:tav tm="100000">
                                          <p:val>
                                            <p:strVal val="#ppt_x"/>
                                          </p:val>
                                        </p:tav>
                                      </p:tavLst>
                                    </p:anim>
                                    <p:anim calcmode="lin" valueType="num">
                                      <p:cBhvr>
                                        <p:cTn id="23" dur="500" fill="hold"/>
                                        <p:tgtEl>
                                          <p:spTgt spid="2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C7FE9-6149-284A-68AD-520E6CCC6CB7}"/>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549311F0-3342-8C68-3B35-C6129D063C7F}"/>
              </a:ext>
            </a:extLst>
          </p:cNvPr>
          <p:cNvSpPr/>
          <p:nvPr/>
        </p:nvSpPr>
        <p:spPr>
          <a:xfrm>
            <a:off x="0" y="5668601"/>
            <a:ext cx="12192000" cy="1189399"/>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E9574F7-C108-07A8-0D5F-8D29C04A0BAC}"/>
              </a:ext>
            </a:extLst>
          </p:cNvPr>
          <p:cNvSpPr/>
          <p:nvPr/>
        </p:nvSpPr>
        <p:spPr>
          <a:xfrm>
            <a:off x="0" y="-12095"/>
            <a:ext cx="12192000" cy="6858000"/>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6" name="Picture 2">
            <a:extLst>
              <a:ext uri="{FF2B5EF4-FFF2-40B4-BE49-F238E27FC236}">
                <a16:creationId xmlns:a16="http://schemas.microsoft.com/office/drawing/2014/main" id="{087754EB-974D-7F80-17B5-80828DCEE2F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269502" y="5617933"/>
            <a:ext cx="960102" cy="1499106"/>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A white sign with black text&#10;&#10;Description automatically generated">
            <a:extLst>
              <a:ext uri="{FF2B5EF4-FFF2-40B4-BE49-F238E27FC236}">
                <a16:creationId xmlns:a16="http://schemas.microsoft.com/office/drawing/2014/main" id="{DE00748A-83DE-5E5C-5360-ACAFB5CB293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pic>
        <p:nvPicPr>
          <p:cNvPr id="3" name="Picture 2">
            <a:extLst>
              <a:ext uri="{FF2B5EF4-FFF2-40B4-BE49-F238E27FC236}">
                <a16:creationId xmlns:a16="http://schemas.microsoft.com/office/drawing/2014/main" id="{34BDB297-87B9-3C99-01A0-4E3BF3E28724}"/>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9755838" y="5929205"/>
            <a:ext cx="2679197" cy="1133858"/>
          </a:xfrm>
          <a:prstGeom prst="rect">
            <a:avLst/>
          </a:prstGeom>
        </p:spPr>
      </p:pic>
      <p:grpSp>
        <p:nvGrpSpPr>
          <p:cNvPr id="9" name="Group 8">
            <a:extLst>
              <a:ext uri="{FF2B5EF4-FFF2-40B4-BE49-F238E27FC236}">
                <a16:creationId xmlns:a16="http://schemas.microsoft.com/office/drawing/2014/main" id="{54F4621A-813B-7F96-480C-ABC948565BA4}"/>
              </a:ext>
            </a:extLst>
          </p:cNvPr>
          <p:cNvGrpSpPr/>
          <p:nvPr/>
        </p:nvGrpSpPr>
        <p:grpSpPr>
          <a:xfrm flipV="1">
            <a:off x="10580003" y="345441"/>
            <a:ext cx="1329559" cy="4025209"/>
            <a:chOff x="10607605" y="3602621"/>
            <a:chExt cx="1329559" cy="3009868"/>
          </a:xfrm>
          <a:solidFill>
            <a:srgbClr val="3F51B5"/>
          </a:solidFill>
        </p:grpSpPr>
        <p:cxnSp>
          <p:nvCxnSpPr>
            <p:cNvPr id="12" name="Straight Connector 11">
              <a:extLst>
                <a:ext uri="{FF2B5EF4-FFF2-40B4-BE49-F238E27FC236}">
                  <a16:creationId xmlns:a16="http://schemas.microsoft.com/office/drawing/2014/main" id="{13B9133C-F8DA-E2C8-3B54-E628EE25A244}"/>
                </a:ext>
              </a:extLst>
            </p:cNvPr>
            <p:cNvCxnSpPr>
              <a:cxnSpLocks/>
            </p:cNvCxnSpPr>
            <p:nvPr/>
          </p:nvCxnSpPr>
          <p:spPr>
            <a:xfrm>
              <a:off x="11921924" y="3602621"/>
              <a:ext cx="0" cy="3009868"/>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1674E4ED-B657-AD50-8E6C-C8373D54E00E}"/>
                </a:ext>
              </a:extLst>
            </p:cNvPr>
            <p:cNvCxnSpPr>
              <a:cxnSpLocks/>
            </p:cNvCxnSpPr>
            <p:nvPr/>
          </p:nvCxnSpPr>
          <p:spPr>
            <a:xfrm>
              <a:off x="11693324" y="3892181"/>
              <a:ext cx="0" cy="2524585"/>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D236BE16-2B7E-0662-28B8-D25A2822733A}"/>
                </a:ext>
              </a:extLst>
            </p:cNvPr>
            <p:cNvCxnSpPr>
              <a:cxnSpLocks/>
            </p:cNvCxnSpPr>
            <p:nvPr/>
          </p:nvCxnSpPr>
          <p:spPr>
            <a:xfrm flipH="1">
              <a:off x="10607605" y="6599083"/>
              <a:ext cx="1329559"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3EB41BF9-B86E-4ADD-ACA6-C6D5B7D235ED}"/>
                </a:ext>
              </a:extLst>
            </p:cNvPr>
            <p:cNvCxnSpPr>
              <a:cxnSpLocks/>
            </p:cNvCxnSpPr>
            <p:nvPr/>
          </p:nvCxnSpPr>
          <p:spPr>
            <a:xfrm flipH="1">
              <a:off x="11006889" y="6404974"/>
              <a:ext cx="703580"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22" name="Rectangle 21">
            <a:extLst>
              <a:ext uri="{FF2B5EF4-FFF2-40B4-BE49-F238E27FC236}">
                <a16:creationId xmlns:a16="http://schemas.microsoft.com/office/drawing/2014/main" id="{10779551-7649-3416-542B-61F0DDB490AA}"/>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BA8A4177-4F55-6F77-D905-9C6547544CFE}"/>
              </a:ext>
            </a:extLst>
          </p:cNvPr>
          <p:cNvSpPr/>
          <p:nvPr/>
        </p:nvSpPr>
        <p:spPr>
          <a:xfrm>
            <a:off x="-2" y="5735068"/>
            <a:ext cx="12192002" cy="11338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blue logo on a black background&#10;&#10;Description automatically generated">
            <a:extLst>
              <a:ext uri="{FF2B5EF4-FFF2-40B4-BE49-F238E27FC236}">
                <a16:creationId xmlns:a16="http://schemas.microsoft.com/office/drawing/2014/main" id="{7E6E853E-675A-9F48-B9FE-143517FB258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15" name="Title 14">
            <a:extLst>
              <a:ext uri="{FF2B5EF4-FFF2-40B4-BE49-F238E27FC236}">
                <a16:creationId xmlns:a16="http://schemas.microsoft.com/office/drawing/2014/main" id="{3DF88318-EE4D-BBFA-88E2-47338D74AB71}"/>
              </a:ext>
            </a:extLst>
          </p:cNvPr>
          <p:cNvSpPr>
            <a:spLocks noGrp="1"/>
          </p:cNvSpPr>
          <p:nvPr>
            <p:ph type="title"/>
          </p:nvPr>
        </p:nvSpPr>
        <p:spPr>
          <a:xfrm>
            <a:off x="3288381" y="1938656"/>
            <a:ext cx="5630272" cy="1773087"/>
          </a:xfrm>
        </p:spPr>
        <p:txBody>
          <a:bodyPr vert="horz" lIns="91440" tIns="45720" rIns="91440" bIns="45720" rtlCol="0" anchor="ctr">
            <a:noAutofit/>
          </a:bodyPr>
          <a:lstStyle/>
          <a:p>
            <a:pPr algn="ctr"/>
            <a:r>
              <a:rPr lang="en-US" sz="7200" dirty="0">
                <a:solidFill>
                  <a:schemeClr val="bg2"/>
                </a:solidFill>
              </a:rPr>
              <a:t>Timer</a:t>
            </a:r>
            <a:r>
              <a:rPr lang="en-US" sz="4800" dirty="0">
                <a:solidFill>
                  <a:schemeClr val="bg2"/>
                </a:solidFill>
              </a:rPr>
              <a:t> </a:t>
            </a:r>
            <a:r>
              <a:rPr lang="en-US" sz="6600" dirty="0">
                <a:solidFill>
                  <a:schemeClr val="bg2"/>
                </a:solidFill>
              </a:rPr>
              <a:t>Modes</a:t>
            </a:r>
          </a:p>
        </p:txBody>
      </p:sp>
      <p:pic>
        <p:nvPicPr>
          <p:cNvPr id="5" name="Content Placeholder 2">
            <a:extLst>
              <a:ext uri="{FF2B5EF4-FFF2-40B4-BE49-F238E27FC236}">
                <a16:creationId xmlns:a16="http://schemas.microsoft.com/office/drawing/2014/main" id="{3B28D532-F58D-D0CF-87B2-35CF204B53D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spTree>
    <p:extLst>
      <p:ext uri="{BB962C8B-B14F-4D97-AF65-F5344CB8AC3E}">
        <p14:creationId xmlns:p14="http://schemas.microsoft.com/office/powerpoint/2010/main" val="631601035"/>
      </p:ext>
    </p:extLst>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anim calcmode="lin" valueType="num">
                                      <p:cBhvr>
                                        <p:cTn id="8" dur="500" fill="hold"/>
                                        <p:tgtEl>
                                          <p:spTgt spid="15"/>
                                        </p:tgtEl>
                                        <p:attrNameLst>
                                          <p:attrName>ppt_x</p:attrName>
                                        </p:attrNameLst>
                                      </p:cBhvr>
                                      <p:tavLst>
                                        <p:tav tm="0">
                                          <p:val>
                                            <p:strVal val="#ppt_x"/>
                                          </p:val>
                                        </p:tav>
                                        <p:tav tm="100000">
                                          <p:val>
                                            <p:strVal val="#ppt_x"/>
                                          </p:val>
                                        </p:tav>
                                      </p:tavLst>
                                    </p:anim>
                                    <p:anim calcmode="lin" valueType="num">
                                      <p:cBhvr>
                                        <p:cTn id="9" dur="5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341C9-CC2B-AD4F-45FD-12BD07CA03A6}"/>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A3C0A9F4-E8C9-F625-6802-1164190C3B1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22" name="Rectangle 21">
            <a:extLst>
              <a:ext uri="{FF2B5EF4-FFF2-40B4-BE49-F238E27FC236}">
                <a16:creationId xmlns:a16="http://schemas.microsoft.com/office/drawing/2014/main" id="{38629812-2EF5-86AD-84A7-BB963CD635A5}"/>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C65B15EA-11DA-C200-E8DE-661A3D19EEB0}"/>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3" name="Rectangle 2">
            <a:extLst>
              <a:ext uri="{FF2B5EF4-FFF2-40B4-BE49-F238E27FC236}">
                <a16:creationId xmlns:a16="http://schemas.microsoft.com/office/drawing/2014/main" id="{2960B1C1-CC81-A491-063F-4E75FE6B8C02}"/>
              </a:ext>
            </a:extLst>
          </p:cNvPr>
          <p:cNvSpPr/>
          <p:nvPr/>
        </p:nvSpPr>
        <p:spPr>
          <a:xfrm rot="5400000">
            <a:off x="-1003331" y="14592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3">
            <a:extLst>
              <a:ext uri="{FF2B5EF4-FFF2-40B4-BE49-F238E27FC236}">
                <a16:creationId xmlns:a16="http://schemas.microsoft.com/office/drawing/2014/main" id="{33FA3022-6F99-58CC-1DCE-2B17C52F23DF}"/>
              </a:ext>
            </a:extLst>
          </p:cNvPr>
          <p:cNvGrpSpPr/>
          <p:nvPr/>
        </p:nvGrpSpPr>
        <p:grpSpPr>
          <a:xfrm rot="10800000" flipH="1">
            <a:off x="9994434" y="207226"/>
            <a:ext cx="2074063" cy="3013886"/>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8D54A19F-4689-2C0F-5396-5452026DCAA5}"/>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3A8EC2A2-D5C8-A5A5-7E7D-C34CD99D01E4}"/>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CF667570-E8C1-5C95-302A-204C15BC75AF}"/>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EBC39E67-A4F3-FB72-1488-AF22A6B4E1C5}"/>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3410078F-6D99-58AD-313B-542295CBF986}"/>
              </a:ext>
            </a:extLst>
          </p:cNvPr>
          <p:cNvPicPr>
            <a:picLocks noChangeAspect="1"/>
          </p:cNvPicPr>
          <p:nvPr/>
        </p:nvPicPr>
        <p:blipFill>
          <a:blip r:embed="rId5"/>
          <a:srcRect/>
          <a:stretch/>
        </p:blipFill>
        <p:spPr>
          <a:xfrm>
            <a:off x="595160" y="229787"/>
            <a:ext cx="684216" cy="942872"/>
          </a:xfrm>
          <a:prstGeom prst="rect">
            <a:avLst/>
          </a:prstGeom>
        </p:spPr>
      </p:pic>
      <p:pic>
        <p:nvPicPr>
          <p:cNvPr id="19" name="Content Placeholder 2">
            <a:extLst>
              <a:ext uri="{FF2B5EF4-FFF2-40B4-BE49-F238E27FC236}">
                <a16:creationId xmlns:a16="http://schemas.microsoft.com/office/drawing/2014/main" id="{3B28D532-F58D-D0CF-87B2-35CF204B53D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7E6E853E-675A-9F48-B9FE-143517FB258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28" name="Rectangle 9">
            <a:extLst>
              <a:ext uri="{FF2B5EF4-FFF2-40B4-BE49-F238E27FC236}">
                <a16:creationId xmlns:a16="http://schemas.microsoft.com/office/drawing/2014/main" id="{B4FED1A3-EE92-44CF-864F-227A3DEB49B0}"/>
              </a:ext>
            </a:extLst>
          </p:cNvPr>
          <p:cNvSpPr>
            <a:spLocks noChangeArrowheads="1"/>
          </p:cNvSpPr>
          <p:nvPr/>
        </p:nvSpPr>
        <p:spPr bwMode="auto">
          <a:xfrm>
            <a:off x="697465" y="2224197"/>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372AF21E-0D4D-2E76-B964-63BB81E444AD}"/>
              </a:ext>
            </a:extLst>
          </p:cNvPr>
          <p:cNvSpPr txBox="1"/>
          <p:nvPr/>
        </p:nvSpPr>
        <p:spPr>
          <a:xfrm>
            <a:off x="358278" y="435830"/>
            <a:ext cx="10335485" cy="37548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dirty="0">
                <a:solidFill>
                  <a:schemeClr val="tx2">
                    <a:lumMod val="90000"/>
                    <a:lumOff val="10000"/>
                  </a:schemeClr>
                </a:solidFill>
                <a:ea typeface="+mn-lt"/>
                <a:cs typeface="+mn-lt"/>
              </a:rPr>
              <a:t>             What are Timers in ATmega32?</a:t>
            </a:r>
            <a:endParaRPr lang="en-US" dirty="0">
              <a:solidFill>
                <a:schemeClr val="tx2">
                  <a:lumMod val="90000"/>
                  <a:lumOff val="10000"/>
                </a:schemeClr>
              </a:solidFill>
              <a:ea typeface="+mn-lt"/>
              <a:cs typeface="+mn-lt"/>
            </a:endParaRPr>
          </a:p>
          <a:p>
            <a:r>
              <a:rPr lang="en-US" dirty="0">
                <a:ea typeface="+mn-lt"/>
                <a:cs typeface="+mn-lt"/>
              </a:rPr>
              <a:t> </a:t>
            </a:r>
            <a:r>
              <a:rPr lang="en-US" sz="3600" dirty="0">
                <a:ea typeface="+mn-lt"/>
                <a:cs typeface="+mn-lt"/>
              </a:rPr>
              <a:t> we often need the microcontroller to measure time, generate delays, create PWM signals, or count external events. Instead of wasting CPU time using software delays, we use hardware timers, which run independently in the background.</a:t>
            </a:r>
            <a:endParaRPr lang="en-US" sz="3600" dirty="0">
              <a:solidFill>
                <a:srgbClr val="000000"/>
              </a:solidFill>
              <a:ea typeface="+mn-lt"/>
              <a:cs typeface="+mn-lt"/>
            </a:endParaRPr>
          </a:p>
          <a:p>
            <a:endParaRPr lang="en-US">
              <a:solidFill>
                <a:schemeClr val="tx2">
                  <a:lumMod val="90000"/>
                  <a:lumOff val="10000"/>
                </a:schemeClr>
              </a:solidFill>
            </a:endParaRPr>
          </a:p>
        </p:txBody>
      </p:sp>
      <p:sp>
        <p:nvSpPr>
          <p:cNvPr id="9" name="TextBox 8">
            <a:extLst>
              <a:ext uri="{FF2B5EF4-FFF2-40B4-BE49-F238E27FC236}">
                <a16:creationId xmlns:a16="http://schemas.microsoft.com/office/drawing/2014/main" id="{40826339-0E7C-16BB-22D3-AF7A5FD864DB}"/>
              </a:ext>
            </a:extLst>
          </p:cNvPr>
          <p:cNvSpPr txBox="1"/>
          <p:nvPr/>
        </p:nvSpPr>
        <p:spPr>
          <a:xfrm>
            <a:off x="362857" y="3767666"/>
            <a:ext cx="10982476" cy="270843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4000" b="1" baseline="0">
                <a:solidFill>
                  <a:srgbClr val="163E64"/>
                </a:solidFill>
                <a:latin typeface="Aptos"/>
                <a:ea typeface="Arial"/>
                <a:cs typeface="Arial"/>
              </a:rPr>
              <a:t>ATmega32 has hardware timers/countersThey are driven by:</a:t>
            </a:r>
            <a:r>
              <a:rPr lang="en-US" sz="1800" baseline="0">
                <a:latin typeface="Aptos"/>
                <a:ea typeface="Arial"/>
                <a:cs typeface="Arial"/>
              </a:rPr>
              <a:t> </a:t>
            </a:r>
            <a:r>
              <a:rPr lang="en-US" sz="1800">
                <a:latin typeface="Aptos"/>
                <a:ea typeface="Arial"/>
                <a:cs typeface="Arial"/>
              </a:rPr>
              <a:t>​</a:t>
            </a:r>
          </a:p>
          <a:p>
            <a:pPr marL="571500" lvl="0" indent="-571500" rtl="0">
              <a:buFont typeface="Arial,Sans-Serif"/>
              <a:buChar char="•"/>
            </a:pPr>
            <a:r>
              <a:rPr lang="en-US" sz="3600" baseline="0">
                <a:latin typeface="Aptos"/>
                <a:ea typeface="Arial"/>
                <a:cs typeface="Arial"/>
              </a:rPr>
              <a:t>Internal clock (system clock / prescaler) .</a:t>
            </a:r>
            <a:r>
              <a:rPr lang="en-US" sz="3600">
                <a:latin typeface="Aptos"/>
                <a:ea typeface="Arial"/>
                <a:cs typeface="Arial"/>
              </a:rPr>
              <a:t>​</a:t>
            </a:r>
          </a:p>
          <a:p>
            <a:pPr marL="571500" lvl="0" indent="-571500" rtl="0">
              <a:buFont typeface="Arial,Sans-Serif"/>
              <a:buChar char="•"/>
            </a:pPr>
            <a:r>
              <a:rPr lang="en-US" sz="3600" baseline="0">
                <a:latin typeface="Aptos"/>
                <a:ea typeface="Arial"/>
                <a:cs typeface="Arial"/>
              </a:rPr>
              <a:t>Or an external signal (for counting).</a:t>
            </a:r>
            <a:r>
              <a:rPr lang="en-US" sz="3600">
                <a:latin typeface="Aptos"/>
                <a:ea typeface="Arial"/>
                <a:cs typeface="Arial"/>
              </a:rPr>
              <a:t>​</a:t>
            </a:r>
          </a:p>
          <a:p>
            <a:pPr algn="ctr"/>
            <a:endParaRPr lang="en-US"/>
          </a:p>
        </p:txBody>
      </p:sp>
    </p:spTree>
    <p:extLst>
      <p:ext uri="{BB962C8B-B14F-4D97-AF65-F5344CB8AC3E}">
        <p14:creationId xmlns:p14="http://schemas.microsoft.com/office/powerpoint/2010/main" val="357299306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white sign with black text&#10;&#10;Description automatically generated">
            <a:extLst>
              <a:ext uri="{FF2B5EF4-FFF2-40B4-BE49-F238E27FC236}">
                <a16:creationId xmlns:a16="http://schemas.microsoft.com/office/drawing/2014/main" id="{B6D7E6E6-407C-1F84-6E8F-2D301F6763C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7" name="Rectangle 6">
            <a:extLst>
              <a:ext uri="{FF2B5EF4-FFF2-40B4-BE49-F238E27FC236}">
                <a16:creationId xmlns:a16="http://schemas.microsoft.com/office/drawing/2014/main" id="{957C8C6E-7BD9-5611-6940-36C5A110F85B}"/>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descr="A black and white logo&#10;&#10;AI-generated content may be incorrect.">
            <a:extLst>
              <a:ext uri="{FF2B5EF4-FFF2-40B4-BE49-F238E27FC236}">
                <a16:creationId xmlns:a16="http://schemas.microsoft.com/office/drawing/2014/main" id="{90526D04-0070-23B4-7387-94DC6B0E52F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11" name="Rectangle 10">
            <a:extLst>
              <a:ext uri="{FF2B5EF4-FFF2-40B4-BE49-F238E27FC236}">
                <a16:creationId xmlns:a16="http://schemas.microsoft.com/office/drawing/2014/main" id="{F4D8CE98-2F50-7A03-BB30-CDC8ACE84A87}"/>
              </a:ext>
            </a:extLst>
          </p:cNvPr>
          <p:cNvSpPr/>
          <p:nvPr/>
        </p:nvSpPr>
        <p:spPr>
          <a:xfrm rot="5400000">
            <a:off x="-850931" y="16116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7" name="Group 16">
            <a:extLst>
              <a:ext uri="{FF2B5EF4-FFF2-40B4-BE49-F238E27FC236}">
                <a16:creationId xmlns:a16="http://schemas.microsoft.com/office/drawing/2014/main" id="{B765F683-62CB-C73C-5854-AB9989256E94}"/>
              </a:ext>
            </a:extLst>
          </p:cNvPr>
          <p:cNvGrpSpPr/>
          <p:nvPr/>
        </p:nvGrpSpPr>
        <p:grpSpPr>
          <a:xfrm rot="10800000" flipH="1">
            <a:off x="9345038" y="207226"/>
            <a:ext cx="1947465" cy="3013886"/>
            <a:chOff x="9989698" y="3602621"/>
            <a:chExt cx="1947465" cy="3013886"/>
          </a:xfrm>
          <a:solidFill>
            <a:srgbClr val="3F51B5"/>
          </a:solidFill>
        </p:grpSpPr>
        <p:cxnSp>
          <p:nvCxnSpPr>
            <p:cNvPr id="13" name="Straight Connector 12">
              <a:extLst>
                <a:ext uri="{FF2B5EF4-FFF2-40B4-BE49-F238E27FC236}">
                  <a16:creationId xmlns:a16="http://schemas.microsoft.com/office/drawing/2014/main" id="{F120ECED-C613-1D3B-D223-885EE18120DF}"/>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7977635B-FC90-A4BE-4BA5-5B9B0E8D1832}"/>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1358F55F-D9F3-C85A-7CCB-CC14DB1550D5}"/>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6875C41C-1E77-C951-AB6E-A5DDD09B4BA1}"/>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9" name="Picture 18" descr="A blue and black logo&#10;&#10;AI-generated content may be incorrect.">
            <a:extLst>
              <a:ext uri="{FF2B5EF4-FFF2-40B4-BE49-F238E27FC236}">
                <a16:creationId xmlns:a16="http://schemas.microsoft.com/office/drawing/2014/main" id="{1B3F5D43-601A-41BD-8EE1-32B2081E7823}"/>
              </a:ext>
            </a:extLst>
          </p:cNvPr>
          <p:cNvPicPr>
            <a:picLocks noChangeAspect="1"/>
          </p:cNvPicPr>
          <p:nvPr/>
        </p:nvPicPr>
        <p:blipFill>
          <a:blip r:embed="rId4"/>
          <a:srcRect/>
          <a:stretch/>
        </p:blipFill>
        <p:spPr>
          <a:xfrm>
            <a:off x="595160" y="229787"/>
            <a:ext cx="684216" cy="942872"/>
          </a:xfrm>
          <a:prstGeom prst="rect">
            <a:avLst/>
          </a:prstGeom>
        </p:spPr>
      </p:pic>
      <p:pic>
        <p:nvPicPr>
          <p:cNvPr id="21" name="Content Placeholder 2" descr="A blue arrows on a white background&#10;&#10;AI-generated content may be incorrect.">
            <a:extLst>
              <a:ext uri="{FF2B5EF4-FFF2-40B4-BE49-F238E27FC236}">
                <a16:creationId xmlns:a16="http://schemas.microsoft.com/office/drawing/2014/main" id="{77A38D3A-4082-8840-A563-D5F9FD6AF06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3" name="Picture 22" descr="A blue logo on a black background&#10;&#10;Description automatically generated">
            <a:extLst>
              <a:ext uri="{FF2B5EF4-FFF2-40B4-BE49-F238E27FC236}">
                <a16:creationId xmlns:a16="http://schemas.microsoft.com/office/drawing/2014/main" id="{A1DD31F0-B7A0-5A24-12F7-2B4D8D56B12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25" name="Rectangle 9">
            <a:extLst>
              <a:ext uri="{FF2B5EF4-FFF2-40B4-BE49-F238E27FC236}">
                <a16:creationId xmlns:a16="http://schemas.microsoft.com/office/drawing/2014/main" id="{37B3605D-EB7B-46CF-29A8-D9BBB3C4BD78}"/>
              </a:ext>
            </a:extLst>
          </p:cNvPr>
          <p:cNvSpPr>
            <a:spLocks noChangeArrowheads="1"/>
          </p:cNvSpPr>
          <p:nvPr/>
        </p:nvSpPr>
        <p:spPr bwMode="auto">
          <a:xfrm>
            <a:off x="697465" y="2224197"/>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26" name="TextBox 25">
            <a:extLst>
              <a:ext uri="{FF2B5EF4-FFF2-40B4-BE49-F238E27FC236}">
                <a16:creationId xmlns:a16="http://schemas.microsoft.com/office/drawing/2014/main" id="{8007641F-605F-556F-ADB2-A5BF23BFE93C}"/>
              </a:ext>
            </a:extLst>
          </p:cNvPr>
          <p:cNvSpPr txBox="1"/>
          <p:nvPr/>
        </p:nvSpPr>
        <p:spPr>
          <a:xfrm>
            <a:off x="1501556" y="370207"/>
            <a:ext cx="10422564" cy="55092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dirty="0">
                <a:solidFill>
                  <a:schemeClr val="tx2">
                    <a:lumMod val="90000"/>
                    <a:lumOff val="10000"/>
                  </a:schemeClr>
                </a:solidFill>
                <a:ea typeface="+mn-lt"/>
                <a:cs typeface="+mn-lt"/>
              </a:rPr>
              <a:t>Timers are widely used in</a:t>
            </a:r>
            <a:endParaRPr lang="en-US" sz="4000" b="1">
              <a:solidFill>
                <a:schemeClr val="tx2">
                  <a:lumMod val="90000"/>
                  <a:lumOff val="10000"/>
                </a:schemeClr>
              </a:solidFill>
            </a:endParaRPr>
          </a:p>
          <a:p>
            <a:pPr marL="285750" indent="-285750">
              <a:buFont typeface="Arial"/>
              <a:buChar char="•"/>
            </a:pPr>
            <a:r>
              <a:rPr lang="en-US" sz="3600" dirty="0">
                <a:solidFill>
                  <a:srgbClr val="000000"/>
                </a:solidFill>
                <a:ea typeface="+mn-lt"/>
                <a:cs typeface="+mn-lt"/>
              </a:rPr>
              <a:t>Delays</a:t>
            </a:r>
          </a:p>
          <a:p>
            <a:pPr marL="285750" indent="-285750">
              <a:buFont typeface="Arial"/>
              <a:buChar char="•"/>
            </a:pPr>
            <a:r>
              <a:rPr lang="en-US" sz="3600" dirty="0">
                <a:solidFill>
                  <a:srgbClr val="000000"/>
                </a:solidFill>
                <a:ea typeface="+mn-lt"/>
                <a:cs typeface="+mn-lt"/>
              </a:rPr>
              <a:t> PWM (motor control, LED dimming)</a:t>
            </a:r>
          </a:p>
          <a:p>
            <a:pPr marL="285750" indent="-285750">
              <a:buFont typeface="Arial"/>
              <a:buChar char="•"/>
            </a:pPr>
            <a:r>
              <a:rPr lang="en-US" sz="3600" dirty="0">
                <a:solidFill>
                  <a:srgbClr val="000000"/>
                </a:solidFill>
                <a:ea typeface="+mn-lt"/>
                <a:cs typeface="+mn-lt"/>
              </a:rPr>
              <a:t> Frequency measurement</a:t>
            </a:r>
          </a:p>
          <a:p>
            <a:pPr marL="285750" indent="-285750">
              <a:buFont typeface="Arial"/>
              <a:buChar char="•"/>
            </a:pPr>
            <a:r>
              <a:rPr lang="en-US" sz="3600" dirty="0">
                <a:solidFill>
                  <a:srgbClr val="000000"/>
                </a:solidFill>
                <a:ea typeface="+mn-lt"/>
                <a:cs typeface="+mn-lt"/>
              </a:rPr>
              <a:t> Event counting</a:t>
            </a:r>
          </a:p>
          <a:p>
            <a:r>
              <a:rPr lang="en-US" dirty="0">
                <a:ea typeface="+mn-lt"/>
                <a:cs typeface="+mn-lt"/>
              </a:rPr>
              <a:t>  </a:t>
            </a:r>
            <a:r>
              <a:rPr lang="en-US" sz="4000" b="1" dirty="0">
                <a:solidFill>
                  <a:schemeClr val="tx2">
                    <a:lumMod val="90000"/>
                    <a:lumOff val="10000"/>
                  </a:schemeClr>
                </a:solidFill>
                <a:ea typeface="+mn-lt"/>
                <a:cs typeface="+mn-lt"/>
              </a:rPr>
              <a:t>ATmega32 Timers are :</a:t>
            </a:r>
            <a:endParaRPr lang="en-US" sz="3200" dirty="0">
              <a:solidFill>
                <a:schemeClr val="tx2">
                  <a:lumMod val="90000"/>
                  <a:lumOff val="10000"/>
                </a:schemeClr>
              </a:solidFill>
              <a:ea typeface="+mn-lt"/>
              <a:cs typeface="+mn-lt"/>
            </a:endParaRPr>
          </a:p>
          <a:p>
            <a:pPr marL="285750" indent="-285750">
              <a:buFont typeface="Arial,Sans-Serif"/>
              <a:buChar char="•"/>
            </a:pPr>
            <a:r>
              <a:rPr lang="en-US" sz="3200" dirty="0">
                <a:solidFill>
                  <a:srgbClr val="000000"/>
                </a:solidFill>
                <a:ea typeface="+mn-lt"/>
                <a:cs typeface="+mn-lt"/>
              </a:rPr>
              <a:t>Timer0 → 8-bit</a:t>
            </a:r>
          </a:p>
          <a:p>
            <a:pPr marL="457200" indent="-457200">
              <a:buFont typeface="Arial,Sans-Serif"/>
              <a:buChar char="•"/>
            </a:pPr>
            <a:r>
              <a:rPr lang="en-US" sz="3200" dirty="0">
                <a:solidFill>
                  <a:srgbClr val="000000"/>
                </a:solidFill>
                <a:ea typeface="+mn-lt"/>
                <a:cs typeface="+mn-lt"/>
              </a:rPr>
              <a:t> Timer1 → 16-bit </a:t>
            </a:r>
          </a:p>
          <a:p>
            <a:pPr marL="457200" indent="-457200">
              <a:buFont typeface="Arial,Sans-Serif"/>
              <a:buChar char="•"/>
            </a:pPr>
            <a:r>
              <a:rPr lang="en-US" sz="3200" dirty="0">
                <a:solidFill>
                  <a:srgbClr val="000000"/>
                </a:solidFill>
                <a:ea typeface="+mn-lt"/>
                <a:cs typeface="+mn-lt"/>
              </a:rPr>
              <a:t>Timer2 → 8-bit</a:t>
            </a:r>
          </a:p>
          <a:p>
            <a:r>
              <a:rPr lang="en-US" sz="3200" dirty="0">
                <a:ea typeface="+mn-lt"/>
                <a:cs typeface="+mn-lt"/>
              </a:rPr>
              <a:t> we will focus on the modes, not the specific timer </a:t>
            </a:r>
            <a:endParaRPr lang="en-US" sz="3200" dirty="0"/>
          </a:p>
        </p:txBody>
      </p:sp>
    </p:spTree>
    <p:extLst>
      <p:ext uri="{BB962C8B-B14F-4D97-AF65-F5344CB8AC3E}">
        <p14:creationId xmlns:p14="http://schemas.microsoft.com/office/powerpoint/2010/main" val="2383221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white sign with black text&#10;&#10;Description automatically generated">
            <a:extLst>
              <a:ext uri="{FF2B5EF4-FFF2-40B4-BE49-F238E27FC236}">
                <a16:creationId xmlns:a16="http://schemas.microsoft.com/office/drawing/2014/main" id="{E1434D3F-775F-572C-C71D-51D75639EEE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7" name="Rectangle 6">
            <a:extLst>
              <a:ext uri="{FF2B5EF4-FFF2-40B4-BE49-F238E27FC236}">
                <a16:creationId xmlns:a16="http://schemas.microsoft.com/office/drawing/2014/main" id="{CBC43704-7210-117D-4953-672ED063DE27}"/>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descr="A black and white logo&#10;&#10;AI-generated content may be incorrect.">
            <a:extLst>
              <a:ext uri="{FF2B5EF4-FFF2-40B4-BE49-F238E27FC236}">
                <a16:creationId xmlns:a16="http://schemas.microsoft.com/office/drawing/2014/main" id="{1AD37A23-F7ED-2F29-206C-3B3633CAEDE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11" name="Rectangle 10">
            <a:extLst>
              <a:ext uri="{FF2B5EF4-FFF2-40B4-BE49-F238E27FC236}">
                <a16:creationId xmlns:a16="http://schemas.microsoft.com/office/drawing/2014/main" id="{1C9A2131-68E5-8F0F-5CAF-763AB237651C}"/>
              </a:ext>
            </a:extLst>
          </p:cNvPr>
          <p:cNvSpPr/>
          <p:nvPr/>
        </p:nvSpPr>
        <p:spPr>
          <a:xfrm rot="5400000">
            <a:off x="-850931" y="16116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7" name="Group 16">
            <a:extLst>
              <a:ext uri="{FF2B5EF4-FFF2-40B4-BE49-F238E27FC236}">
                <a16:creationId xmlns:a16="http://schemas.microsoft.com/office/drawing/2014/main" id="{05B2A2C8-7A26-028A-1813-0042691F17A9}"/>
              </a:ext>
            </a:extLst>
          </p:cNvPr>
          <p:cNvGrpSpPr/>
          <p:nvPr/>
        </p:nvGrpSpPr>
        <p:grpSpPr>
          <a:xfrm rot="10800000" flipH="1">
            <a:off x="9345038" y="207226"/>
            <a:ext cx="1947465" cy="3013886"/>
            <a:chOff x="9989698" y="3602621"/>
            <a:chExt cx="1947465" cy="3013886"/>
          </a:xfrm>
          <a:solidFill>
            <a:srgbClr val="3F51B5"/>
          </a:solidFill>
        </p:grpSpPr>
        <p:cxnSp>
          <p:nvCxnSpPr>
            <p:cNvPr id="13" name="Straight Connector 12">
              <a:extLst>
                <a:ext uri="{FF2B5EF4-FFF2-40B4-BE49-F238E27FC236}">
                  <a16:creationId xmlns:a16="http://schemas.microsoft.com/office/drawing/2014/main" id="{4D7F7DF2-D7F6-7FB9-BC14-DC9064CBBCAB}"/>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19473E45-F6F6-192C-BC72-ECD041B3E9F6}"/>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1EDEF6E9-D1DE-EF50-0E5F-A3404EB4DCEE}"/>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D215CF62-530F-A1AF-DDFB-B918DFBC34CC}"/>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9" name="Picture 18" descr="A blue and black logo&#10;&#10;AI-generated content may be incorrect.">
            <a:extLst>
              <a:ext uri="{FF2B5EF4-FFF2-40B4-BE49-F238E27FC236}">
                <a16:creationId xmlns:a16="http://schemas.microsoft.com/office/drawing/2014/main" id="{BE4BAAF3-5F27-7B18-FC5D-77B9624DB30C}"/>
              </a:ext>
            </a:extLst>
          </p:cNvPr>
          <p:cNvPicPr>
            <a:picLocks noChangeAspect="1"/>
          </p:cNvPicPr>
          <p:nvPr/>
        </p:nvPicPr>
        <p:blipFill>
          <a:blip r:embed="rId4"/>
          <a:srcRect/>
          <a:stretch/>
        </p:blipFill>
        <p:spPr>
          <a:xfrm>
            <a:off x="595160" y="229787"/>
            <a:ext cx="684216" cy="942872"/>
          </a:xfrm>
          <a:prstGeom prst="rect">
            <a:avLst/>
          </a:prstGeom>
        </p:spPr>
      </p:pic>
      <p:pic>
        <p:nvPicPr>
          <p:cNvPr id="21" name="Content Placeholder 2" descr="A blue arrows on a white background&#10;&#10;AI-generated content may be incorrect.">
            <a:extLst>
              <a:ext uri="{FF2B5EF4-FFF2-40B4-BE49-F238E27FC236}">
                <a16:creationId xmlns:a16="http://schemas.microsoft.com/office/drawing/2014/main" id="{268D84D5-F445-C9F3-AA76-D1953F4C24F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3" name="Picture 22" descr="A blue logo on a black background&#10;&#10;Description automatically generated">
            <a:extLst>
              <a:ext uri="{FF2B5EF4-FFF2-40B4-BE49-F238E27FC236}">
                <a16:creationId xmlns:a16="http://schemas.microsoft.com/office/drawing/2014/main" id="{7CDF4A02-E4F6-00DF-97A5-4FB689369B1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25" name="Rectangle 9">
            <a:extLst>
              <a:ext uri="{FF2B5EF4-FFF2-40B4-BE49-F238E27FC236}">
                <a16:creationId xmlns:a16="http://schemas.microsoft.com/office/drawing/2014/main" id="{4E8DC37E-E3A5-8B1E-3DB0-B7F2F692A4EB}"/>
              </a:ext>
            </a:extLst>
          </p:cNvPr>
          <p:cNvSpPr>
            <a:spLocks noChangeArrowheads="1"/>
          </p:cNvSpPr>
          <p:nvPr/>
        </p:nvSpPr>
        <p:spPr bwMode="auto">
          <a:xfrm>
            <a:off x="697465" y="2224197"/>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26" name="TextBox 25">
            <a:extLst>
              <a:ext uri="{FF2B5EF4-FFF2-40B4-BE49-F238E27FC236}">
                <a16:creationId xmlns:a16="http://schemas.microsoft.com/office/drawing/2014/main" id="{BBB11FF5-E802-F3A7-CBD9-FF2F5D360FB3}"/>
              </a:ext>
            </a:extLst>
          </p:cNvPr>
          <p:cNvSpPr txBox="1"/>
          <p:nvPr/>
        </p:nvSpPr>
        <p:spPr>
          <a:xfrm>
            <a:off x="1287868" y="528425"/>
            <a:ext cx="9609091" cy="169277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b="1" dirty="0">
                <a:solidFill>
                  <a:schemeClr val="tx2">
                    <a:lumMod val="90000"/>
                    <a:lumOff val="10000"/>
                  </a:schemeClr>
                </a:solidFill>
                <a:ea typeface="+mn-lt"/>
                <a:cs typeface="+mn-lt"/>
              </a:rPr>
              <a:t>Timer Modes </a:t>
            </a:r>
            <a:endParaRPr lang="en-US" sz="4000">
              <a:solidFill>
                <a:schemeClr val="tx2">
                  <a:lumMod val="90000"/>
                  <a:lumOff val="10000"/>
                </a:schemeClr>
              </a:solidFill>
            </a:endParaRPr>
          </a:p>
          <a:p>
            <a:r>
              <a:rPr lang="en-US" sz="3200" dirty="0">
                <a:ea typeface="+mn-lt"/>
                <a:cs typeface="+mn-lt"/>
              </a:rPr>
              <a:t>In ATmega32, timers mainly work in three common modes.</a:t>
            </a:r>
            <a:endParaRPr lang="en-US" sz="3200" dirty="0"/>
          </a:p>
        </p:txBody>
      </p:sp>
      <p:sp>
        <p:nvSpPr>
          <p:cNvPr id="27" name="TextBox 26">
            <a:extLst>
              <a:ext uri="{FF2B5EF4-FFF2-40B4-BE49-F238E27FC236}">
                <a16:creationId xmlns:a16="http://schemas.microsoft.com/office/drawing/2014/main" id="{9B60BEC4-AB29-F1B6-F39D-802087B4F44B}"/>
              </a:ext>
            </a:extLst>
          </p:cNvPr>
          <p:cNvSpPr txBox="1"/>
          <p:nvPr/>
        </p:nvSpPr>
        <p:spPr>
          <a:xfrm>
            <a:off x="750971" y="2405061"/>
            <a:ext cx="645157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dirty="0">
                <a:solidFill>
                  <a:schemeClr val="tx2">
                    <a:lumMod val="90000"/>
                    <a:lumOff val="10000"/>
                  </a:schemeClr>
                </a:solidFill>
                <a:ea typeface="+mn-lt"/>
                <a:cs typeface="+mn-lt"/>
              </a:rPr>
              <a:t>1. Normal Mode</a:t>
            </a:r>
            <a:endParaRPr lang="en-US" sz="3600" b="1">
              <a:solidFill>
                <a:schemeClr val="tx2">
                  <a:lumMod val="90000"/>
                  <a:lumOff val="10000"/>
                </a:schemeClr>
              </a:solidFill>
            </a:endParaRPr>
          </a:p>
        </p:txBody>
      </p:sp>
      <p:sp>
        <p:nvSpPr>
          <p:cNvPr id="28" name="TextBox 27">
            <a:extLst>
              <a:ext uri="{FF2B5EF4-FFF2-40B4-BE49-F238E27FC236}">
                <a16:creationId xmlns:a16="http://schemas.microsoft.com/office/drawing/2014/main" id="{CFC4B1BC-01B6-99A7-9199-0BD1F67BF848}"/>
              </a:ext>
            </a:extLst>
          </p:cNvPr>
          <p:cNvSpPr txBox="1"/>
          <p:nvPr/>
        </p:nvSpPr>
        <p:spPr>
          <a:xfrm>
            <a:off x="509879" y="2984690"/>
            <a:ext cx="10248252" cy="21236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dirty="0">
                <a:solidFill>
                  <a:schemeClr val="tx2">
                    <a:lumMod val="90000"/>
                    <a:lumOff val="10000"/>
                  </a:schemeClr>
                </a:solidFill>
                <a:ea typeface="+mn-lt"/>
                <a:cs typeface="+mn-lt"/>
              </a:rPr>
              <a:t>Idea:</a:t>
            </a:r>
          </a:p>
          <a:p>
            <a:pPr marL="457200" indent="-457200">
              <a:buFont typeface="Arial"/>
              <a:buChar char="•"/>
            </a:pPr>
            <a:r>
              <a:rPr lang="en-US" sz="3200" dirty="0">
                <a:ea typeface="+mn-lt"/>
                <a:cs typeface="+mn-lt"/>
              </a:rPr>
              <a:t>Timer counts upwards from 0 </a:t>
            </a:r>
          </a:p>
          <a:p>
            <a:pPr marL="457200" indent="-457200">
              <a:buFont typeface="Arial"/>
              <a:buChar char="•"/>
            </a:pPr>
            <a:r>
              <a:rPr lang="en-US" sz="3200" dirty="0">
                <a:ea typeface="+mn-lt"/>
                <a:cs typeface="+mn-lt"/>
              </a:rPr>
              <a:t>When it reaches the maximum value, it overflows and starts again from 0</a:t>
            </a:r>
            <a:endParaRPr lang="en-US" sz="3200"/>
          </a:p>
        </p:txBody>
      </p:sp>
    </p:spTree>
    <p:extLst>
      <p:ext uri="{BB962C8B-B14F-4D97-AF65-F5344CB8AC3E}">
        <p14:creationId xmlns:p14="http://schemas.microsoft.com/office/powerpoint/2010/main" val="19644968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white sign with black text&#10;&#10;Description automatically generated">
            <a:extLst>
              <a:ext uri="{FF2B5EF4-FFF2-40B4-BE49-F238E27FC236}">
                <a16:creationId xmlns:a16="http://schemas.microsoft.com/office/drawing/2014/main" id="{7BE7A715-FE4D-ED54-5626-4C0C403DD75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7" name="Rectangle 6">
            <a:extLst>
              <a:ext uri="{FF2B5EF4-FFF2-40B4-BE49-F238E27FC236}">
                <a16:creationId xmlns:a16="http://schemas.microsoft.com/office/drawing/2014/main" id="{1D6FD806-F954-AE52-59C5-D21628E6F0FF}"/>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descr="A black and white logo&#10;&#10;AI-generated content may be incorrect.">
            <a:extLst>
              <a:ext uri="{FF2B5EF4-FFF2-40B4-BE49-F238E27FC236}">
                <a16:creationId xmlns:a16="http://schemas.microsoft.com/office/drawing/2014/main" id="{03C058D9-A8D9-5A93-FD5D-98818C499C2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11" name="Rectangle 10">
            <a:extLst>
              <a:ext uri="{FF2B5EF4-FFF2-40B4-BE49-F238E27FC236}">
                <a16:creationId xmlns:a16="http://schemas.microsoft.com/office/drawing/2014/main" id="{05662585-C2CD-828D-F930-FCE9AC0AA130}"/>
              </a:ext>
            </a:extLst>
          </p:cNvPr>
          <p:cNvSpPr/>
          <p:nvPr/>
        </p:nvSpPr>
        <p:spPr>
          <a:xfrm rot="5400000">
            <a:off x="-850931" y="16116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7" name="Group 16">
            <a:extLst>
              <a:ext uri="{FF2B5EF4-FFF2-40B4-BE49-F238E27FC236}">
                <a16:creationId xmlns:a16="http://schemas.microsoft.com/office/drawing/2014/main" id="{677C6147-F730-8E6C-BE58-514BA95B1A6B}"/>
              </a:ext>
            </a:extLst>
          </p:cNvPr>
          <p:cNvGrpSpPr/>
          <p:nvPr/>
        </p:nvGrpSpPr>
        <p:grpSpPr>
          <a:xfrm rot="10800000" flipH="1">
            <a:off x="9345038" y="207226"/>
            <a:ext cx="1947465" cy="3013886"/>
            <a:chOff x="9989698" y="3602621"/>
            <a:chExt cx="1947465" cy="3013886"/>
          </a:xfrm>
          <a:solidFill>
            <a:srgbClr val="3F51B5"/>
          </a:solidFill>
        </p:grpSpPr>
        <p:cxnSp>
          <p:nvCxnSpPr>
            <p:cNvPr id="13" name="Straight Connector 12">
              <a:extLst>
                <a:ext uri="{FF2B5EF4-FFF2-40B4-BE49-F238E27FC236}">
                  <a16:creationId xmlns:a16="http://schemas.microsoft.com/office/drawing/2014/main" id="{E37E6844-DC14-644A-6708-B4C551B64450}"/>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C25CDD83-988A-8C32-570F-C50A153EDFD1}"/>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A0C9B39D-02B1-93A0-420C-840884843679}"/>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DF719E23-B019-101E-9358-871C7DD5F0CE}"/>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9" name="Picture 18" descr="A blue and black logo&#10;&#10;AI-generated content may be incorrect.">
            <a:extLst>
              <a:ext uri="{FF2B5EF4-FFF2-40B4-BE49-F238E27FC236}">
                <a16:creationId xmlns:a16="http://schemas.microsoft.com/office/drawing/2014/main" id="{472DC64A-AF65-E736-A9A7-71F3B45A0E6E}"/>
              </a:ext>
            </a:extLst>
          </p:cNvPr>
          <p:cNvPicPr>
            <a:picLocks noChangeAspect="1"/>
          </p:cNvPicPr>
          <p:nvPr/>
        </p:nvPicPr>
        <p:blipFill>
          <a:blip r:embed="rId4"/>
          <a:srcRect/>
          <a:stretch/>
        </p:blipFill>
        <p:spPr>
          <a:xfrm>
            <a:off x="595160" y="229787"/>
            <a:ext cx="684216" cy="942872"/>
          </a:xfrm>
          <a:prstGeom prst="rect">
            <a:avLst/>
          </a:prstGeom>
        </p:spPr>
      </p:pic>
      <p:pic>
        <p:nvPicPr>
          <p:cNvPr id="21" name="Content Placeholder 2" descr="A blue arrows on a white background&#10;&#10;AI-generated content may be incorrect.">
            <a:extLst>
              <a:ext uri="{FF2B5EF4-FFF2-40B4-BE49-F238E27FC236}">
                <a16:creationId xmlns:a16="http://schemas.microsoft.com/office/drawing/2014/main" id="{A49CEC6F-F4E8-615E-E002-2E8FEFEBEDA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3" name="Picture 22" descr="A blue logo on a black background&#10;&#10;Description automatically generated">
            <a:extLst>
              <a:ext uri="{FF2B5EF4-FFF2-40B4-BE49-F238E27FC236}">
                <a16:creationId xmlns:a16="http://schemas.microsoft.com/office/drawing/2014/main" id="{266EBB4C-C090-13F8-0600-0F4FCB6A3A0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25" name="Rectangle 9">
            <a:extLst>
              <a:ext uri="{FF2B5EF4-FFF2-40B4-BE49-F238E27FC236}">
                <a16:creationId xmlns:a16="http://schemas.microsoft.com/office/drawing/2014/main" id="{42F785F1-0D2C-DC0F-A894-B7D4DFC2BC7F}"/>
              </a:ext>
            </a:extLst>
          </p:cNvPr>
          <p:cNvSpPr>
            <a:spLocks noChangeArrowheads="1"/>
          </p:cNvSpPr>
          <p:nvPr/>
        </p:nvSpPr>
        <p:spPr bwMode="auto">
          <a:xfrm>
            <a:off x="697465" y="2224197"/>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26" name="TextBox 25">
            <a:extLst>
              <a:ext uri="{FF2B5EF4-FFF2-40B4-BE49-F238E27FC236}">
                <a16:creationId xmlns:a16="http://schemas.microsoft.com/office/drawing/2014/main" id="{BDA05464-C269-58E3-9BF8-50EB375380C1}"/>
              </a:ext>
            </a:extLst>
          </p:cNvPr>
          <p:cNvSpPr txBox="1"/>
          <p:nvPr/>
        </p:nvSpPr>
        <p:spPr>
          <a:xfrm>
            <a:off x="1507617" y="870243"/>
            <a:ext cx="9267738" cy="47089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dirty="0">
                <a:solidFill>
                  <a:schemeClr val="tx2">
                    <a:lumMod val="90000"/>
                    <a:lumOff val="10000"/>
                  </a:schemeClr>
                </a:solidFill>
                <a:ea typeface="+mn-lt"/>
                <a:cs typeface="+mn-lt"/>
              </a:rPr>
              <a:t>Details :</a:t>
            </a:r>
            <a:endParaRPr lang="en-US" sz="3600" dirty="0">
              <a:solidFill>
                <a:schemeClr val="tx2">
                  <a:lumMod val="90000"/>
                  <a:lumOff val="10000"/>
                </a:schemeClr>
              </a:solidFill>
            </a:endParaRPr>
          </a:p>
          <a:p>
            <a:pPr marL="342900" indent="-342900">
              <a:buFont typeface="Arial"/>
              <a:buChar char="•"/>
            </a:pPr>
            <a:r>
              <a:rPr lang="en-US" sz="3200" dirty="0">
                <a:ea typeface="+mn-lt"/>
                <a:cs typeface="+mn-lt"/>
              </a:rPr>
              <a:t>  8-bit timer → overflows at 255 .</a:t>
            </a:r>
          </a:p>
          <a:p>
            <a:pPr marL="514350" indent="-514350">
              <a:buFont typeface="Arial"/>
              <a:buChar char="•"/>
            </a:pPr>
            <a:r>
              <a:rPr lang="en-US" sz="3200" dirty="0">
                <a:ea typeface="+mn-lt"/>
                <a:cs typeface="+mn-lt"/>
              </a:rPr>
              <a:t>16-bit timer → overflows at 65535 .</a:t>
            </a:r>
          </a:p>
          <a:p>
            <a:pPr marL="514350" indent="-514350">
              <a:buFont typeface="Arial"/>
              <a:buChar char="•"/>
            </a:pPr>
            <a:r>
              <a:rPr lang="en-US" sz="3200" dirty="0">
                <a:ea typeface="+mn-lt"/>
                <a:cs typeface="+mn-lt"/>
              </a:rPr>
              <a:t>Overflow sets a flag → can trigger an interrupt .</a:t>
            </a:r>
          </a:p>
          <a:p>
            <a:pPr marL="457200" indent="-457200">
              <a:buFont typeface="Arial"/>
              <a:buChar char="•"/>
            </a:pPr>
            <a:endParaRPr lang="en-US" sz="3600" dirty="0">
              <a:solidFill>
                <a:schemeClr val="tx2">
                  <a:lumMod val="90000"/>
                  <a:lumOff val="10000"/>
                </a:schemeClr>
              </a:solidFill>
              <a:ea typeface="+mn-lt"/>
              <a:cs typeface="+mn-lt"/>
            </a:endParaRPr>
          </a:p>
          <a:p>
            <a:r>
              <a:rPr lang="en-US" sz="3600" dirty="0">
                <a:solidFill>
                  <a:schemeClr val="tx2">
                    <a:lumMod val="90000"/>
                    <a:lumOff val="10000"/>
                  </a:schemeClr>
                </a:solidFill>
                <a:ea typeface="+mn-lt"/>
                <a:cs typeface="+mn-lt"/>
              </a:rPr>
              <a:t>Use cases :</a:t>
            </a:r>
            <a:endParaRPr lang="en-US" sz="3200" dirty="0">
              <a:solidFill>
                <a:schemeClr val="tx2">
                  <a:lumMod val="90000"/>
                  <a:lumOff val="10000"/>
                </a:schemeClr>
              </a:solidFill>
              <a:ea typeface="+mn-lt"/>
              <a:cs typeface="+mn-lt"/>
            </a:endParaRPr>
          </a:p>
          <a:p>
            <a:pPr marL="457200" indent="-457200">
              <a:buFont typeface="Arial"/>
              <a:buChar char="•"/>
            </a:pPr>
            <a:r>
              <a:rPr lang="en-US" sz="3200" dirty="0">
                <a:ea typeface="+mn-lt"/>
                <a:cs typeface="+mn-lt"/>
              </a:rPr>
              <a:t> Simple time delays</a:t>
            </a:r>
          </a:p>
          <a:p>
            <a:pPr marL="457200" indent="-457200">
              <a:buFont typeface="Arial"/>
              <a:buChar char="•"/>
            </a:pPr>
            <a:r>
              <a:rPr lang="en-US" sz="3200" dirty="0">
                <a:ea typeface="+mn-lt"/>
                <a:cs typeface="+mn-lt"/>
              </a:rPr>
              <a:t> Time measurement </a:t>
            </a:r>
          </a:p>
          <a:p>
            <a:pPr marL="457200" indent="-457200">
              <a:buFont typeface="Arial"/>
              <a:buChar char="•"/>
            </a:pPr>
            <a:r>
              <a:rPr lang="en-US" sz="3200" dirty="0">
                <a:ea typeface="+mn-lt"/>
                <a:cs typeface="+mn-lt"/>
              </a:rPr>
              <a:t>Periodic tasks</a:t>
            </a:r>
            <a:endParaRPr lang="en-US" sz="3200"/>
          </a:p>
        </p:txBody>
      </p:sp>
    </p:spTree>
    <p:extLst>
      <p:ext uri="{BB962C8B-B14F-4D97-AF65-F5344CB8AC3E}">
        <p14:creationId xmlns:p14="http://schemas.microsoft.com/office/powerpoint/2010/main" val="1483919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white sign with black text&#10;&#10;Description automatically generated">
            <a:extLst>
              <a:ext uri="{FF2B5EF4-FFF2-40B4-BE49-F238E27FC236}">
                <a16:creationId xmlns:a16="http://schemas.microsoft.com/office/drawing/2014/main" id="{7A44E992-3F0F-3D9B-324F-E9D0520C3AE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7" name="Rectangle 6">
            <a:extLst>
              <a:ext uri="{FF2B5EF4-FFF2-40B4-BE49-F238E27FC236}">
                <a16:creationId xmlns:a16="http://schemas.microsoft.com/office/drawing/2014/main" id="{40ABCCE9-C591-7DFB-40E8-120B2B5DE361}"/>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descr="A black and white logo&#10;&#10;AI-generated content may be incorrect.">
            <a:extLst>
              <a:ext uri="{FF2B5EF4-FFF2-40B4-BE49-F238E27FC236}">
                <a16:creationId xmlns:a16="http://schemas.microsoft.com/office/drawing/2014/main" id="{53ABF113-4CCF-2DAD-C99B-ED1C5D04B47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11" name="Rectangle 10">
            <a:extLst>
              <a:ext uri="{FF2B5EF4-FFF2-40B4-BE49-F238E27FC236}">
                <a16:creationId xmlns:a16="http://schemas.microsoft.com/office/drawing/2014/main" id="{23CAE3D7-3A50-917B-F8A4-ECFC959FA038}"/>
              </a:ext>
            </a:extLst>
          </p:cNvPr>
          <p:cNvSpPr/>
          <p:nvPr/>
        </p:nvSpPr>
        <p:spPr>
          <a:xfrm rot="5400000">
            <a:off x="-850931" y="16116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7" name="Group 16">
            <a:extLst>
              <a:ext uri="{FF2B5EF4-FFF2-40B4-BE49-F238E27FC236}">
                <a16:creationId xmlns:a16="http://schemas.microsoft.com/office/drawing/2014/main" id="{25C3696E-34D4-066F-1A36-38D6A3F67BEF}"/>
              </a:ext>
            </a:extLst>
          </p:cNvPr>
          <p:cNvGrpSpPr/>
          <p:nvPr/>
        </p:nvGrpSpPr>
        <p:grpSpPr>
          <a:xfrm rot="10800000" flipH="1">
            <a:off x="9345038" y="207226"/>
            <a:ext cx="1947465" cy="3013886"/>
            <a:chOff x="9989698" y="3602621"/>
            <a:chExt cx="1947465" cy="3013886"/>
          </a:xfrm>
          <a:solidFill>
            <a:srgbClr val="3F51B5"/>
          </a:solidFill>
        </p:grpSpPr>
        <p:cxnSp>
          <p:nvCxnSpPr>
            <p:cNvPr id="13" name="Straight Connector 12">
              <a:extLst>
                <a:ext uri="{FF2B5EF4-FFF2-40B4-BE49-F238E27FC236}">
                  <a16:creationId xmlns:a16="http://schemas.microsoft.com/office/drawing/2014/main" id="{F2FEA1F5-8A43-5A74-D10F-DCFAEABA242A}"/>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A0FB75C9-289C-E947-51B2-B546570E4666}"/>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14B9E85B-868C-D8F1-0758-5B5D75DD40DC}"/>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23621DEC-5D18-0B57-C4E9-C2DF0B2AB0FD}"/>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9" name="Picture 18" descr="A blue and black logo&#10;&#10;AI-generated content may be incorrect.">
            <a:extLst>
              <a:ext uri="{FF2B5EF4-FFF2-40B4-BE49-F238E27FC236}">
                <a16:creationId xmlns:a16="http://schemas.microsoft.com/office/drawing/2014/main" id="{81CE2591-1E49-FC93-95DD-0E775E8F42DA}"/>
              </a:ext>
            </a:extLst>
          </p:cNvPr>
          <p:cNvPicPr>
            <a:picLocks noChangeAspect="1"/>
          </p:cNvPicPr>
          <p:nvPr/>
        </p:nvPicPr>
        <p:blipFill>
          <a:blip r:embed="rId4"/>
          <a:srcRect/>
          <a:stretch/>
        </p:blipFill>
        <p:spPr>
          <a:xfrm>
            <a:off x="595160" y="229787"/>
            <a:ext cx="684216" cy="942872"/>
          </a:xfrm>
          <a:prstGeom prst="rect">
            <a:avLst/>
          </a:prstGeom>
        </p:spPr>
      </p:pic>
      <p:pic>
        <p:nvPicPr>
          <p:cNvPr id="21" name="Content Placeholder 2" descr="A blue arrows on a white background&#10;&#10;AI-generated content may be incorrect.">
            <a:extLst>
              <a:ext uri="{FF2B5EF4-FFF2-40B4-BE49-F238E27FC236}">
                <a16:creationId xmlns:a16="http://schemas.microsoft.com/office/drawing/2014/main" id="{FC91283D-3A94-7891-767C-BD80B999EF6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3" name="Picture 22" descr="A blue logo on a black background&#10;&#10;Description automatically generated">
            <a:extLst>
              <a:ext uri="{FF2B5EF4-FFF2-40B4-BE49-F238E27FC236}">
                <a16:creationId xmlns:a16="http://schemas.microsoft.com/office/drawing/2014/main" id="{04EBF99A-D102-74CF-953D-BD720CB692A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25" name="Rectangle 9">
            <a:extLst>
              <a:ext uri="{FF2B5EF4-FFF2-40B4-BE49-F238E27FC236}">
                <a16:creationId xmlns:a16="http://schemas.microsoft.com/office/drawing/2014/main" id="{F00F8978-B5FA-C69C-AF71-6109A3745B6D}"/>
              </a:ext>
            </a:extLst>
          </p:cNvPr>
          <p:cNvSpPr>
            <a:spLocks noChangeArrowheads="1"/>
          </p:cNvSpPr>
          <p:nvPr/>
        </p:nvSpPr>
        <p:spPr bwMode="auto">
          <a:xfrm>
            <a:off x="697465" y="2224197"/>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26" name="TextBox 25">
            <a:extLst>
              <a:ext uri="{FF2B5EF4-FFF2-40B4-BE49-F238E27FC236}">
                <a16:creationId xmlns:a16="http://schemas.microsoft.com/office/drawing/2014/main" id="{05596CA5-1022-E25A-0BB1-83C13BF7A161}"/>
              </a:ext>
            </a:extLst>
          </p:cNvPr>
          <p:cNvSpPr txBox="1"/>
          <p:nvPr/>
        </p:nvSpPr>
        <p:spPr>
          <a:xfrm>
            <a:off x="1280264" y="904379"/>
            <a:ext cx="9368854" cy="46474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b="1" dirty="0">
                <a:solidFill>
                  <a:schemeClr val="tx2">
                    <a:lumMod val="90000"/>
                    <a:lumOff val="10000"/>
                  </a:schemeClr>
                </a:solidFill>
                <a:ea typeface="+mn-lt"/>
                <a:cs typeface="+mn-lt"/>
              </a:rPr>
              <a:t>2. CTC Mode</a:t>
            </a:r>
            <a:endParaRPr lang="en-US" sz="4000" b="1">
              <a:solidFill>
                <a:schemeClr val="tx2">
                  <a:lumMod val="90000"/>
                  <a:lumOff val="10000"/>
                </a:schemeClr>
              </a:solidFill>
            </a:endParaRPr>
          </a:p>
          <a:p>
            <a:r>
              <a:rPr lang="en-US" sz="3200" dirty="0">
                <a:solidFill>
                  <a:schemeClr val="tx2">
                    <a:lumMod val="90000"/>
                    <a:lumOff val="10000"/>
                  </a:schemeClr>
                </a:solidFill>
                <a:ea typeface="+mn-lt"/>
                <a:cs typeface="+mn-lt"/>
              </a:rPr>
              <a:t> Idea:</a:t>
            </a:r>
            <a:endParaRPr lang="en-US" sz="3200" dirty="0">
              <a:solidFill>
                <a:schemeClr val="tx2">
                  <a:lumMod val="90000"/>
                  <a:lumOff val="10000"/>
                </a:schemeClr>
              </a:solidFill>
            </a:endParaRPr>
          </a:p>
          <a:p>
            <a:pPr marL="285750" indent="-285750">
              <a:buFont typeface="Arial"/>
              <a:buChar char="•"/>
            </a:pPr>
            <a:r>
              <a:rPr lang="en-US" sz="2800" dirty="0">
                <a:ea typeface="+mn-lt"/>
                <a:cs typeface="+mn-lt"/>
              </a:rPr>
              <a:t> </a:t>
            </a:r>
            <a:r>
              <a:rPr lang="en-US" sz="3200" dirty="0">
                <a:ea typeface="+mn-lt"/>
                <a:cs typeface="+mn-lt"/>
              </a:rPr>
              <a:t>Timer counts from 0 up to a value you choose .</a:t>
            </a:r>
          </a:p>
          <a:p>
            <a:pPr marL="457200" indent="-457200">
              <a:buFont typeface="Arial"/>
              <a:buChar char="•"/>
            </a:pPr>
            <a:r>
              <a:rPr lang="en-US" sz="3200" dirty="0">
                <a:ea typeface="+mn-lt"/>
                <a:cs typeface="+mn-lt"/>
              </a:rPr>
              <a:t>When it reaches the compare value → it resets to 0 automatically advantages. </a:t>
            </a:r>
          </a:p>
          <a:p>
            <a:pPr marL="457200" indent="-457200">
              <a:buFont typeface="Arial"/>
              <a:buChar char="•"/>
            </a:pPr>
            <a:r>
              <a:rPr lang="en-US" sz="3200" dirty="0">
                <a:ea typeface="+mn-lt"/>
                <a:cs typeface="+mn-lt"/>
              </a:rPr>
              <a:t>You control exact timing .</a:t>
            </a:r>
          </a:p>
          <a:p>
            <a:pPr marL="457200" indent="-457200">
              <a:buFont typeface="Arial"/>
              <a:buChar char="•"/>
            </a:pPr>
            <a:r>
              <a:rPr lang="en-US" sz="3200" dirty="0">
                <a:ea typeface="+mn-lt"/>
                <a:cs typeface="+mn-lt"/>
              </a:rPr>
              <a:t>No need to wait for full overflow .</a:t>
            </a:r>
          </a:p>
          <a:p>
            <a:r>
              <a:rPr lang="en-US" sz="3200" dirty="0">
                <a:solidFill>
                  <a:schemeClr val="tx2">
                    <a:lumMod val="90000"/>
                    <a:lumOff val="10000"/>
                  </a:schemeClr>
                </a:solidFill>
                <a:ea typeface="+mn-lt"/>
                <a:cs typeface="+mn-lt"/>
              </a:rPr>
              <a:t>Key register:</a:t>
            </a:r>
          </a:p>
          <a:p>
            <a:r>
              <a:rPr lang="en-US" dirty="0">
                <a:ea typeface="+mn-lt"/>
                <a:cs typeface="+mn-lt"/>
              </a:rPr>
              <a:t> </a:t>
            </a:r>
            <a:r>
              <a:rPr lang="en-US" sz="3200" dirty="0" err="1">
                <a:ea typeface="+mn-lt"/>
                <a:cs typeface="+mn-lt"/>
              </a:rPr>
              <a:t>OCRx</a:t>
            </a:r>
            <a:r>
              <a:rPr lang="en-US" sz="3200" dirty="0">
                <a:ea typeface="+mn-lt"/>
                <a:cs typeface="+mn-lt"/>
              </a:rPr>
              <a:t> (Output Compare Register) </a:t>
            </a:r>
            <a:endParaRPr lang="en-US" sz="3200"/>
          </a:p>
        </p:txBody>
      </p:sp>
    </p:spTree>
    <p:extLst>
      <p:ext uri="{BB962C8B-B14F-4D97-AF65-F5344CB8AC3E}">
        <p14:creationId xmlns:p14="http://schemas.microsoft.com/office/powerpoint/2010/main" val="32015036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white sign with black text&#10;&#10;Description automatically generated">
            <a:extLst>
              <a:ext uri="{FF2B5EF4-FFF2-40B4-BE49-F238E27FC236}">
                <a16:creationId xmlns:a16="http://schemas.microsoft.com/office/drawing/2014/main" id="{B332E53D-115A-7353-ABE7-CF2CFDBD0DE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7" name="Rectangle 6">
            <a:extLst>
              <a:ext uri="{FF2B5EF4-FFF2-40B4-BE49-F238E27FC236}">
                <a16:creationId xmlns:a16="http://schemas.microsoft.com/office/drawing/2014/main" id="{F0E55B7A-4FA3-5EE4-56E2-0621732804C7}"/>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descr="A black and white logo&#10;&#10;AI-generated content may be incorrect.">
            <a:extLst>
              <a:ext uri="{FF2B5EF4-FFF2-40B4-BE49-F238E27FC236}">
                <a16:creationId xmlns:a16="http://schemas.microsoft.com/office/drawing/2014/main" id="{04F2F5A4-B152-B218-A56C-68D877FC5AB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11" name="Rectangle 10">
            <a:extLst>
              <a:ext uri="{FF2B5EF4-FFF2-40B4-BE49-F238E27FC236}">
                <a16:creationId xmlns:a16="http://schemas.microsoft.com/office/drawing/2014/main" id="{CC252738-D440-2B16-15F6-BFE2F17FA7A4}"/>
              </a:ext>
            </a:extLst>
          </p:cNvPr>
          <p:cNvSpPr/>
          <p:nvPr/>
        </p:nvSpPr>
        <p:spPr>
          <a:xfrm rot="5400000">
            <a:off x="-850931" y="16116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7" name="Group 16">
            <a:extLst>
              <a:ext uri="{FF2B5EF4-FFF2-40B4-BE49-F238E27FC236}">
                <a16:creationId xmlns:a16="http://schemas.microsoft.com/office/drawing/2014/main" id="{4EAEDAC9-DCD5-F33B-68BC-4F2919D0248B}"/>
              </a:ext>
            </a:extLst>
          </p:cNvPr>
          <p:cNvGrpSpPr/>
          <p:nvPr/>
        </p:nvGrpSpPr>
        <p:grpSpPr>
          <a:xfrm rot="10800000" flipH="1">
            <a:off x="9345038" y="207226"/>
            <a:ext cx="1947465" cy="3013886"/>
            <a:chOff x="9989698" y="3602621"/>
            <a:chExt cx="1947465" cy="3013886"/>
          </a:xfrm>
          <a:solidFill>
            <a:srgbClr val="3F51B5"/>
          </a:solidFill>
        </p:grpSpPr>
        <p:cxnSp>
          <p:nvCxnSpPr>
            <p:cNvPr id="13" name="Straight Connector 12">
              <a:extLst>
                <a:ext uri="{FF2B5EF4-FFF2-40B4-BE49-F238E27FC236}">
                  <a16:creationId xmlns:a16="http://schemas.microsoft.com/office/drawing/2014/main" id="{D59FF517-6795-407B-0722-F92557E3B3FA}"/>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843B8B4-0191-7149-F77A-3A7F06B2C496}"/>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A849A99-FF4F-78FF-EAFE-6D4102D1C2A5}"/>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DCB5FA32-B0DB-926E-EC25-B70D9A2B6C42}"/>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9" name="Picture 18" descr="A blue and black logo&#10;&#10;AI-generated content may be incorrect.">
            <a:extLst>
              <a:ext uri="{FF2B5EF4-FFF2-40B4-BE49-F238E27FC236}">
                <a16:creationId xmlns:a16="http://schemas.microsoft.com/office/drawing/2014/main" id="{77A67B1A-AE66-BBF4-1118-7615F2702D2E}"/>
              </a:ext>
            </a:extLst>
          </p:cNvPr>
          <p:cNvPicPr>
            <a:picLocks noChangeAspect="1"/>
          </p:cNvPicPr>
          <p:nvPr/>
        </p:nvPicPr>
        <p:blipFill>
          <a:blip r:embed="rId4"/>
          <a:srcRect/>
          <a:stretch/>
        </p:blipFill>
        <p:spPr>
          <a:xfrm>
            <a:off x="595160" y="229787"/>
            <a:ext cx="684216" cy="942872"/>
          </a:xfrm>
          <a:prstGeom prst="rect">
            <a:avLst/>
          </a:prstGeom>
        </p:spPr>
      </p:pic>
      <p:pic>
        <p:nvPicPr>
          <p:cNvPr id="21" name="Content Placeholder 2" descr="A blue arrows on a white background&#10;&#10;AI-generated content may be incorrect.">
            <a:extLst>
              <a:ext uri="{FF2B5EF4-FFF2-40B4-BE49-F238E27FC236}">
                <a16:creationId xmlns:a16="http://schemas.microsoft.com/office/drawing/2014/main" id="{BD0EE054-6745-EA61-12AB-24A24BDAECE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3" name="Picture 22" descr="A blue logo on a black background&#10;&#10;Description automatically generated">
            <a:extLst>
              <a:ext uri="{FF2B5EF4-FFF2-40B4-BE49-F238E27FC236}">
                <a16:creationId xmlns:a16="http://schemas.microsoft.com/office/drawing/2014/main" id="{5B03B8BB-BD4D-11A8-5C22-AB71EFC1779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25" name="Rectangle 9">
            <a:extLst>
              <a:ext uri="{FF2B5EF4-FFF2-40B4-BE49-F238E27FC236}">
                <a16:creationId xmlns:a16="http://schemas.microsoft.com/office/drawing/2014/main" id="{4535C133-2E27-C502-E1D4-96AD0FCC2A8E}"/>
              </a:ext>
            </a:extLst>
          </p:cNvPr>
          <p:cNvSpPr>
            <a:spLocks noChangeArrowheads="1"/>
          </p:cNvSpPr>
          <p:nvPr/>
        </p:nvSpPr>
        <p:spPr bwMode="auto">
          <a:xfrm>
            <a:off x="697465" y="2224197"/>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26" name="TextBox 25">
            <a:extLst>
              <a:ext uri="{FF2B5EF4-FFF2-40B4-BE49-F238E27FC236}">
                <a16:creationId xmlns:a16="http://schemas.microsoft.com/office/drawing/2014/main" id="{704F2F05-EADE-61F7-3AB4-BE1A9BC0C5C5}"/>
              </a:ext>
            </a:extLst>
          </p:cNvPr>
          <p:cNvSpPr txBox="1"/>
          <p:nvPr/>
        </p:nvSpPr>
        <p:spPr>
          <a:xfrm>
            <a:off x="1456460" y="170963"/>
            <a:ext cx="8863554" cy="298543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dirty="0">
                <a:solidFill>
                  <a:schemeClr val="tx2">
                    <a:lumMod val="90000"/>
                    <a:lumOff val="10000"/>
                  </a:schemeClr>
                </a:solidFill>
                <a:ea typeface="+mn-lt"/>
                <a:cs typeface="+mn-lt"/>
              </a:rPr>
              <a:t>Use cases :</a:t>
            </a:r>
          </a:p>
          <a:p>
            <a:pPr marL="457200" indent="-457200">
              <a:buFont typeface="Arial"/>
              <a:buChar char="•"/>
            </a:pPr>
            <a:r>
              <a:rPr lang="en-US" sz="3200" dirty="0">
                <a:ea typeface="+mn-lt"/>
                <a:cs typeface="+mn-lt"/>
              </a:rPr>
              <a:t>Accurate delays </a:t>
            </a:r>
          </a:p>
          <a:p>
            <a:pPr marL="457200" indent="-457200">
              <a:buFont typeface="Arial"/>
              <a:buChar char="•"/>
            </a:pPr>
            <a:r>
              <a:rPr lang="en-US" sz="3200" dirty="0">
                <a:ea typeface="+mn-lt"/>
                <a:cs typeface="+mn-lt"/>
              </a:rPr>
              <a:t>Periodic interrupts </a:t>
            </a:r>
          </a:p>
          <a:p>
            <a:pPr marL="457200" indent="-457200">
              <a:buFont typeface="Arial"/>
              <a:buChar char="•"/>
            </a:pPr>
            <a:r>
              <a:rPr lang="en-US" sz="3200" dirty="0">
                <a:ea typeface="+mn-lt"/>
                <a:cs typeface="+mn-lt"/>
              </a:rPr>
              <a:t>Signal generation </a:t>
            </a:r>
          </a:p>
          <a:p>
            <a:r>
              <a:rPr lang="en-US" sz="2800" b="1" dirty="0">
                <a:ea typeface="+mn-lt"/>
                <a:cs typeface="+mn-lt"/>
              </a:rPr>
              <a:t>In CTC mode, the timer resets when it reaches a predefined value instead of overflowing.</a:t>
            </a:r>
            <a:endParaRPr lang="en-US" sz="2800" b="1"/>
          </a:p>
        </p:txBody>
      </p:sp>
      <p:sp>
        <p:nvSpPr>
          <p:cNvPr id="27" name="TextBox 26">
            <a:extLst>
              <a:ext uri="{FF2B5EF4-FFF2-40B4-BE49-F238E27FC236}">
                <a16:creationId xmlns:a16="http://schemas.microsoft.com/office/drawing/2014/main" id="{71E09DB3-E3E4-3404-420E-3A36829E925E}"/>
              </a:ext>
            </a:extLst>
          </p:cNvPr>
          <p:cNvSpPr txBox="1"/>
          <p:nvPr/>
        </p:nvSpPr>
        <p:spPr>
          <a:xfrm>
            <a:off x="796549" y="3430488"/>
            <a:ext cx="10252317" cy="21852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dirty="0">
                <a:solidFill>
                  <a:schemeClr val="tx2">
                    <a:lumMod val="90000"/>
                    <a:lumOff val="10000"/>
                  </a:schemeClr>
                </a:solidFill>
                <a:ea typeface="+mn-lt"/>
                <a:cs typeface="+mn-lt"/>
              </a:rPr>
              <a:t>3. Fast PWM Mode</a:t>
            </a:r>
            <a:endParaRPr lang="en-US" sz="3600" b="1">
              <a:solidFill>
                <a:schemeClr val="tx2">
                  <a:lumMod val="90000"/>
                  <a:lumOff val="10000"/>
                </a:schemeClr>
              </a:solidFill>
            </a:endParaRPr>
          </a:p>
          <a:p>
            <a:r>
              <a:rPr lang="en-US" sz="3200" dirty="0">
                <a:ea typeface="+mn-lt"/>
                <a:cs typeface="+mn-lt"/>
              </a:rPr>
              <a:t>   </a:t>
            </a:r>
            <a:r>
              <a:rPr lang="en-US" sz="3200" dirty="0">
                <a:solidFill>
                  <a:schemeClr val="tx2">
                    <a:lumMod val="90000"/>
                    <a:lumOff val="10000"/>
                  </a:schemeClr>
                </a:solidFill>
                <a:ea typeface="+mn-lt"/>
                <a:cs typeface="+mn-lt"/>
              </a:rPr>
              <a:t> Important concept:</a:t>
            </a:r>
          </a:p>
          <a:p>
            <a:pPr marL="457200" indent="-457200">
              <a:buFont typeface="Arial"/>
              <a:buChar char="•"/>
            </a:pPr>
            <a:r>
              <a:rPr lang="en-US" sz="3200" dirty="0">
                <a:ea typeface="+mn-lt"/>
                <a:cs typeface="+mn-lt"/>
              </a:rPr>
              <a:t> Duty cycle → controlled by </a:t>
            </a:r>
            <a:r>
              <a:rPr lang="en-US" sz="3200" err="1">
                <a:ea typeface="+mn-lt"/>
                <a:cs typeface="+mn-lt"/>
              </a:rPr>
              <a:t>OCRx</a:t>
            </a:r>
            <a:endParaRPr lang="en-US" sz="3200" dirty="0">
              <a:ea typeface="+mn-lt"/>
              <a:cs typeface="+mn-lt"/>
            </a:endParaRPr>
          </a:p>
          <a:p>
            <a:pPr marL="457200" indent="-457200">
              <a:buFont typeface="Arial"/>
              <a:buChar char="•"/>
            </a:pPr>
            <a:r>
              <a:rPr lang="en-US" sz="3200" dirty="0">
                <a:ea typeface="+mn-lt"/>
                <a:cs typeface="+mn-lt"/>
              </a:rPr>
              <a:t> Frequency → controlled by timer resolution + </a:t>
            </a:r>
            <a:r>
              <a:rPr lang="en-US" sz="3200" err="1">
                <a:ea typeface="+mn-lt"/>
                <a:cs typeface="+mn-lt"/>
              </a:rPr>
              <a:t>prescaler</a:t>
            </a:r>
            <a:r>
              <a:rPr lang="en-US" sz="3200" dirty="0">
                <a:ea typeface="+mn-lt"/>
                <a:cs typeface="+mn-lt"/>
              </a:rPr>
              <a:t> </a:t>
            </a:r>
            <a:endParaRPr lang="en-US" sz="3200"/>
          </a:p>
        </p:txBody>
      </p:sp>
    </p:spTree>
    <p:extLst>
      <p:ext uri="{BB962C8B-B14F-4D97-AF65-F5344CB8AC3E}">
        <p14:creationId xmlns:p14="http://schemas.microsoft.com/office/powerpoint/2010/main" val="14384299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white sign with black text&#10;&#10;Description automatically generated">
            <a:extLst>
              <a:ext uri="{FF2B5EF4-FFF2-40B4-BE49-F238E27FC236}">
                <a16:creationId xmlns:a16="http://schemas.microsoft.com/office/drawing/2014/main" id="{64E8A71D-C444-4182-704E-FB8556E5ECA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7" name="Rectangle 6">
            <a:extLst>
              <a:ext uri="{FF2B5EF4-FFF2-40B4-BE49-F238E27FC236}">
                <a16:creationId xmlns:a16="http://schemas.microsoft.com/office/drawing/2014/main" id="{AABF8B07-9668-AC7F-FBB2-7B8EB2955975}"/>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descr="A black and white logo&#10;&#10;AI-generated content may be incorrect.">
            <a:extLst>
              <a:ext uri="{FF2B5EF4-FFF2-40B4-BE49-F238E27FC236}">
                <a16:creationId xmlns:a16="http://schemas.microsoft.com/office/drawing/2014/main" id="{0FA36A75-3ED2-0D69-E897-D0A995002F3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11" name="Rectangle 10">
            <a:extLst>
              <a:ext uri="{FF2B5EF4-FFF2-40B4-BE49-F238E27FC236}">
                <a16:creationId xmlns:a16="http://schemas.microsoft.com/office/drawing/2014/main" id="{F44F1ED0-ADEE-F81D-59B2-F5BDBD2F0085}"/>
              </a:ext>
            </a:extLst>
          </p:cNvPr>
          <p:cNvSpPr/>
          <p:nvPr/>
        </p:nvSpPr>
        <p:spPr>
          <a:xfrm rot="5400000">
            <a:off x="-850931" y="16116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7" name="Group 16">
            <a:extLst>
              <a:ext uri="{FF2B5EF4-FFF2-40B4-BE49-F238E27FC236}">
                <a16:creationId xmlns:a16="http://schemas.microsoft.com/office/drawing/2014/main" id="{E175E1A3-994C-117B-3F69-CC804BD4F0DD}"/>
              </a:ext>
            </a:extLst>
          </p:cNvPr>
          <p:cNvGrpSpPr/>
          <p:nvPr/>
        </p:nvGrpSpPr>
        <p:grpSpPr>
          <a:xfrm rot="10800000" flipH="1">
            <a:off x="9345038" y="207226"/>
            <a:ext cx="1947465" cy="3013886"/>
            <a:chOff x="9989698" y="3602621"/>
            <a:chExt cx="1947465" cy="3013886"/>
          </a:xfrm>
          <a:solidFill>
            <a:srgbClr val="3F51B5"/>
          </a:solidFill>
        </p:grpSpPr>
        <p:cxnSp>
          <p:nvCxnSpPr>
            <p:cNvPr id="13" name="Straight Connector 12">
              <a:extLst>
                <a:ext uri="{FF2B5EF4-FFF2-40B4-BE49-F238E27FC236}">
                  <a16:creationId xmlns:a16="http://schemas.microsoft.com/office/drawing/2014/main" id="{7B861073-92B6-7E1D-3300-5083C0CA82C7}"/>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DBB98862-57CD-68C6-1292-D2677AC3D6FE}"/>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469B4AC2-7329-7F11-1E7E-5A1C057CBD90}"/>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012E55FB-2076-0393-BA60-64446BBE779C}"/>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9" name="Picture 18" descr="A blue and black logo&#10;&#10;AI-generated content may be incorrect.">
            <a:extLst>
              <a:ext uri="{FF2B5EF4-FFF2-40B4-BE49-F238E27FC236}">
                <a16:creationId xmlns:a16="http://schemas.microsoft.com/office/drawing/2014/main" id="{9A7174A5-C3E5-6102-29CE-E56B88F84AA4}"/>
              </a:ext>
            </a:extLst>
          </p:cNvPr>
          <p:cNvPicPr>
            <a:picLocks noChangeAspect="1"/>
          </p:cNvPicPr>
          <p:nvPr/>
        </p:nvPicPr>
        <p:blipFill>
          <a:blip r:embed="rId4"/>
          <a:srcRect/>
          <a:stretch/>
        </p:blipFill>
        <p:spPr>
          <a:xfrm>
            <a:off x="595160" y="229787"/>
            <a:ext cx="684216" cy="942872"/>
          </a:xfrm>
          <a:prstGeom prst="rect">
            <a:avLst/>
          </a:prstGeom>
        </p:spPr>
      </p:pic>
      <p:pic>
        <p:nvPicPr>
          <p:cNvPr id="21" name="Content Placeholder 2" descr="A blue arrows on a white background&#10;&#10;AI-generated content may be incorrect.">
            <a:extLst>
              <a:ext uri="{FF2B5EF4-FFF2-40B4-BE49-F238E27FC236}">
                <a16:creationId xmlns:a16="http://schemas.microsoft.com/office/drawing/2014/main" id="{72844A20-F7DB-70E8-8DDA-EC8B9565EFE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3" name="Picture 22" descr="A blue logo on a black background&#10;&#10;Description automatically generated">
            <a:extLst>
              <a:ext uri="{FF2B5EF4-FFF2-40B4-BE49-F238E27FC236}">
                <a16:creationId xmlns:a16="http://schemas.microsoft.com/office/drawing/2014/main" id="{20901FE4-2D07-EEBC-7724-17ED5BD0A65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25" name="Rectangle 9">
            <a:extLst>
              <a:ext uri="{FF2B5EF4-FFF2-40B4-BE49-F238E27FC236}">
                <a16:creationId xmlns:a16="http://schemas.microsoft.com/office/drawing/2014/main" id="{4A5DBF86-ADE1-ADAB-80BB-277411E1E7E8}"/>
              </a:ext>
            </a:extLst>
          </p:cNvPr>
          <p:cNvSpPr>
            <a:spLocks noChangeArrowheads="1"/>
          </p:cNvSpPr>
          <p:nvPr/>
        </p:nvSpPr>
        <p:spPr bwMode="auto">
          <a:xfrm>
            <a:off x="697465" y="2224197"/>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26" name="TextBox 25">
            <a:extLst>
              <a:ext uri="{FF2B5EF4-FFF2-40B4-BE49-F238E27FC236}">
                <a16:creationId xmlns:a16="http://schemas.microsoft.com/office/drawing/2014/main" id="{33D72049-DA48-633B-54D6-05210E32FE63}"/>
              </a:ext>
            </a:extLst>
          </p:cNvPr>
          <p:cNvSpPr txBox="1"/>
          <p:nvPr/>
        </p:nvSpPr>
        <p:spPr>
          <a:xfrm>
            <a:off x="1553157" y="460826"/>
            <a:ext cx="5444582" cy="261610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dirty="0">
                <a:solidFill>
                  <a:schemeClr val="tx2">
                    <a:lumMod val="90000"/>
                    <a:lumOff val="10000"/>
                  </a:schemeClr>
                </a:solidFill>
                <a:ea typeface="+mn-lt"/>
                <a:cs typeface="+mn-lt"/>
              </a:rPr>
              <a:t>Why PWM matters :</a:t>
            </a:r>
            <a:endParaRPr lang="en-US" sz="3600" b="1" dirty="0">
              <a:solidFill>
                <a:schemeClr val="tx2">
                  <a:lumMod val="90000"/>
                  <a:lumOff val="10000"/>
                </a:schemeClr>
              </a:solidFill>
            </a:endParaRPr>
          </a:p>
          <a:p>
            <a:pPr marL="285750" indent="-285750">
              <a:buFont typeface="Arial"/>
              <a:buChar char="•"/>
            </a:pPr>
            <a:r>
              <a:rPr lang="en-US" sz="3200" dirty="0">
                <a:ea typeface="+mn-lt"/>
                <a:cs typeface="+mn-lt"/>
              </a:rPr>
              <a:t> Motor speed control .</a:t>
            </a:r>
          </a:p>
          <a:p>
            <a:pPr marL="457200" indent="-457200">
              <a:buFont typeface="Arial"/>
              <a:buChar char="•"/>
            </a:pPr>
            <a:r>
              <a:rPr lang="en-US" sz="3200" dirty="0">
                <a:ea typeface="+mn-lt"/>
                <a:cs typeface="+mn-lt"/>
              </a:rPr>
              <a:t>LED brightness control .</a:t>
            </a:r>
          </a:p>
          <a:p>
            <a:pPr marL="457200" indent="-457200">
              <a:buFont typeface="Arial"/>
              <a:buChar char="•"/>
            </a:pPr>
            <a:r>
              <a:rPr lang="en-US" sz="3200" dirty="0">
                <a:ea typeface="+mn-lt"/>
                <a:cs typeface="+mn-lt"/>
              </a:rPr>
              <a:t>Power </a:t>
            </a:r>
            <a:r>
              <a:rPr lang="en-US" sz="3200" err="1">
                <a:ea typeface="+mn-lt"/>
                <a:cs typeface="+mn-lt"/>
              </a:rPr>
              <a:t>contro</a:t>
            </a:r>
            <a:r>
              <a:rPr lang="en-US" sz="3200" dirty="0">
                <a:ea typeface="+mn-lt"/>
                <a:cs typeface="+mn-lt"/>
              </a:rPr>
              <a:t>.</a:t>
            </a:r>
          </a:p>
          <a:p>
            <a:endParaRPr lang="en-US" sz="3200" dirty="0"/>
          </a:p>
        </p:txBody>
      </p:sp>
      <p:sp>
        <p:nvSpPr>
          <p:cNvPr id="27" name="TextBox 26">
            <a:extLst>
              <a:ext uri="{FF2B5EF4-FFF2-40B4-BE49-F238E27FC236}">
                <a16:creationId xmlns:a16="http://schemas.microsoft.com/office/drawing/2014/main" id="{9A6C92C6-0A87-74AA-1815-26124871D92C}"/>
              </a:ext>
            </a:extLst>
          </p:cNvPr>
          <p:cNvSpPr txBox="1"/>
          <p:nvPr/>
        </p:nvSpPr>
        <p:spPr>
          <a:xfrm>
            <a:off x="785193" y="3043546"/>
            <a:ext cx="10285481"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So in summary, timers in ATmega32 allow us </a:t>
            </a:r>
            <a:r>
              <a:rPr lang="en-US" sz="2800" b="1" dirty="0" err="1"/>
              <a:t>tohandle</a:t>
            </a:r>
            <a:r>
              <a:rPr lang="en-US" sz="2800" b="1" dirty="0"/>
              <a:t> time-based operations efficiently </a:t>
            </a:r>
            <a:r>
              <a:rPr lang="en-US" sz="2800" b="1" dirty="0" err="1"/>
              <a:t>usingdifferent</a:t>
            </a:r>
            <a:r>
              <a:rPr lang="en-US" sz="2800" b="1" dirty="0"/>
              <a:t> modes like Normal, CTC, and Fast </a:t>
            </a:r>
            <a:r>
              <a:rPr lang="en-US" sz="2800" b="1" dirty="0" err="1"/>
              <a:t>PWM,each</a:t>
            </a:r>
            <a:r>
              <a:rPr lang="en-US" sz="2800" b="1" dirty="0"/>
              <a:t> suited for specific applications. </a:t>
            </a:r>
          </a:p>
        </p:txBody>
      </p:sp>
    </p:spTree>
    <p:extLst>
      <p:ext uri="{BB962C8B-B14F-4D97-AF65-F5344CB8AC3E}">
        <p14:creationId xmlns:p14="http://schemas.microsoft.com/office/powerpoint/2010/main" val="13044187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C7FE9-6149-284A-68AD-520E6CCC6CB7}"/>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549311F0-3342-8C68-3B35-C6129D063C7F}"/>
              </a:ext>
            </a:extLst>
          </p:cNvPr>
          <p:cNvSpPr/>
          <p:nvPr/>
        </p:nvSpPr>
        <p:spPr>
          <a:xfrm>
            <a:off x="0" y="5668601"/>
            <a:ext cx="12192000" cy="1189399"/>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E9574F7-C108-07A8-0D5F-8D29C04A0BAC}"/>
              </a:ext>
            </a:extLst>
          </p:cNvPr>
          <p:cNvSpPr/>
          <p:nvPr/>
        </p:nvSpPr>
        <p:spPr>
          <a:xfrm>
            <a:off x="0" y="0"/>
            <a:ext cx="12192000" cy="6858000"/>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6" name="Picture 2">
            <a:extLst>
              <a:ext uri="{FF2B5EF4-FFF2-40B4-BE49-F238E27FC236}">
                <a16:creationId xmlns:a16="http://schemas.microsoft.com/office/drawing/2014/main" id="{087754EB-974D-7F80-17B5-80828DCEE2F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269502" y="5617933"/>
            <a:ext cx="960102" cy="1499106"/>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A white sign with black text&#10;&#10;Description automatically generated">
            <a:extLst>
              <a:ext uri="{FF2B5EF4-FFF2-40B4-BE49-F238E27FC236}">
                <a16:creationId xmlns:a16="http://schemas.microsoft.com/office/drawing/2014/main" id="{DE00748A-83DE-5E5C-5360-ACAFB5CB293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pic>
        <p:nvPicPr>
          <p:cNvPr id="3" name="Picture 2">
            <a:extLst>
              <a:ext uri="{FF2B5EF4-FFF2-40B4-BE49-F238E27FC236}">
                <a16:creationId xmlns:a16="http://schemas.microsoft.com/office/drawing/2014/main" id="{34BDB297-87B9-3C99-01A0-4E3BF3E28724}"/>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9755838" y="5929205"/>
            <a:ext cx="2679197" cy="1133858"/>
          </a:xfrm>
          <a:prstGeom prst="rect">
            <a:avLst/>
          </a:prstGeom>
        </p:spPr>
      </p:pic>
      <p:grpSp>
        <p:nvGrpSpPr>
          <p:cNvPr id="9" name="Group 8">
            <a:extLst>
              <a:ext uri="{FF2B5EF4-FFF2-40B4-BE49-F238E27FC236}">
                <a16:creationId xmlns:a16="http://schemas.microsoft.com/office/drawing/2014/main" id="{54F4621A-813B-7F96-480C-ABC948565BA4}"/>
              </a:ext>
            </a:extLst>
          </p:cNvPr>
          <p:cNvGrpSpPr/>
          <p:nvPr/>
        </p:nvGrpSpPr>
        <p:grpSpPr>
          <a:xfrm flipV="1">
            <a:off x="10580003" y="345441"/>
            <a:ext cx="1329559" cy="4025209"/>
            <a:chOff x="10607605" y="3602621"/>
            <a:chExt cx="1329559" cy="3009868"/>
          </a:xfrm>
          <a:solidFill>
            <a:srgbClr val="3F51B5"/>
          </a:solidFill>
        </p:grpSpPr>
        <p:cxnSp>
          <p:nvCxnSpPr>
            <p:cNvPr id="12" name="Straight Connector 11">
              <a:extLst>
                <a:ext uri="{FF2B5EF4-FFF2-40B4-BE49-F238E27FC236}">
                  <a16:creationId xmlns:a16="http://schemas.microsoft.com/office/drawing/2014/main" id="{13B9133C-F8DA-E2C8-3B54-E628EE25A244}"/>
                </a:ext>
              </a:extLst>
            </p:cNvPr>
            <p:cNvCxnSpPr>
              <a:cxnSpLocks/>
            </p:cNvCxnSpPr>
            <p:nvPr/>
          </p:nvCxnSpPr>
          <p:spPr>
            <a:xfrm>
              <a:off x="11921924" y="3602621"/>
              <a:ext cx="0" cy="3009868"/>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1674E4ED-B657-AD50-8E6C-C8373D54E00E}"/>
                </a:ext>
              </a:extLst>
            </p:cNvPr>
            <p:cNvCxnSpPr>
              <a:cxnSpLocks/>
            </p:cNvCxnSpPr>
            <p:nvPr/>
          </p:nvCxnSpPr>
          <p:spPr>
            <a:xfrm>
              <a:off x="11693324" y="3892181"/>
              <a:ext cx="0" cy="2524585"/>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D236BE16-2B7E-0662-28B8-D25A2822733A}"/>
                </a:ext>
              </a:extLst>
            </p:cNvPr>
            <p:cNvCxnSpPr>
              <a:cxnSpLocks/>
            </p:cNvCxnSpPr>
            <p:nvPr/>
          </p:nvCxnSpPr>
          <p:spPr>
            <a:xfrm flipH="1">
              <a:off x="10607605" y="6599083"/>
              <a:ext cx="1329559"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3EB41BF9-B86E-4ADD-ACA6-C6D5B7D235ED}"/>
                </a:ext>
              </a:extLst>
            </p:cNvPr>
            <p:cNvCxnSpPr>
              <a:cxnSpLocks/>
            </p:cNvCxnSpPr>
            <p:nvPr/>
          </p:nvCxnSpPr>
          <p:spPr>
            <a:xfrm flipH="1">
              <a:off x="11006889" y="6404974"/>
              <a:ext cx="703580"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22" name="Rectangle 21">
            <a:extLst>
              <a:ext uri="{FF2B5EF4-FFF2-40B4-BE49-F238E27FC236}">
                <a16:creationId xmlns:a16="http://schemas.microsoft.com/office/drawing/2014/main" id="{10779551-7649-3416-542B-61F0DDB490AA}"/>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BA8A4177-4F55-6F77-D905-9C6547544CFE}"/>
              </a:ext>
            </a:extLst>
          </p:cNvPr>
          <p:cNvSpPr/>
          <p:nvPr/>
        </p:nvSpPr>
        <p:spPr>
          <a:xfrm>
            <a:off x="-2" y="5735068"/>
            <a:ext cx="12192002" cy="11338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blue logo on a black background&#10;&#10;Description automatically generated">
            <a:extLst>
              <a:ext uri="{FF2B5EF4-FFF2-40B4-BE49-F238E27FC236}">
                <a16:creationId xmlns:a16="http://schemas.microsoft.com/office/drawing/2014/main" id="{7E6E853E-675A-9F48-B9FE-143517FB258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15" name="Title 14">
            <a:extLst>
              <a:ext uri="{FF2B5EF4-FFF2-40B4-BE49-F238E27FC236}">
                <a16:creationId xmlns:a16="http://schemas.microsoft.com/office/drawing/2014/main" id="{3DF88318-EE4D-BBFA-88E2-47338D74AB71}"/>
              </a:ext>
            </a:extLst>
          </p:cNvPr>
          <p:cNvSpPr>
            <a:spLocks noGrp="1"/>
          </p:cNvSpPr>
          <p:nvPr>
            <p:ph type="title"/>
          </p:nvPr>
        </p:nvSpPr>
        <p:spPr>
          <a:xfrm>
            <a:off x="2257353" y="2499796"/>
            <a:ext cx="7677291" cy="1325563"/>
          </a:xfrm>
        </p:spPr>
        <p:txBody>
          <a:bodyPr>
            <a:normAutofit/>
          </a:bodyPr>
          <a:lstStyle/>
          <a:p>
            <a:pPr algn="ctr"/>
            <a:r>
              <a:rPr lang="en-US" sz="8000" err="1">
                <a:solidFill>
                  <a:schemeClr val="bg2"/>
                </a:solidFill>
              </a:rPr>
              <a:t>Prescalers</a:t>
            </a:r>
            <a:endParaRPr lang="en-US" sz="8000">
              <a:solidFill>
                <a:schemeClr val="bg2"/>
              </a:solidFill>
            </a:endParaRPr>
          </a:p>
        </p:txBody>
      </p:sp>
      <p:pic>
        <p:nvPicPr>
          <p:cNvPr id="5" name="Content Placeholder 2">
            <a:extLst>
              <a:ext uri="{FF2B5EF4-FFF2-40B4-BE49-F238E27FC236}">
                <a16:creationId xmlns:a16="http://schemas.microsoft.com/office/drawing/2014/main" id="{3B28D532-F58D-D0CF-87B2-35CF204B53D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spTree>
    <p:extLst>
      <p:ext uri="{BB962C8B-B14F-4D97-AF65-F5344CB8AC3E}">
        <p14:creationId xmlns:p14="http://schemas.microsoft.com/office/powerpoint/2010/main" val="2234139161"/>
      </p:ext>
    </p:extLst>
  </p:cSld>
  <p:clrMapOvr>
    <a:masterClrMapping/>
  </p:clrMapOvr>
  <mc:AlternateContent xmlns:mc="http://schemas.openxmlformats.org/markup-compatibility/2006" xmlns:p14="http://schemas.microsoft.com/office/powerpoint/2010/main">
    <mc:Choice Requires="p14">
      <p:transition spd="med" p14:dur="700">
        <p:push dir="u"/>
      </p:transition>
    </mc:Choice>
    <mc:Fallback xmlns="">
      <p:transition spd="med">
        <p:push dir="u"/>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anim calcmode="lin" valueType="num">
                                      <p:cBhvr>
                                        <p:cTn id="8" dur="500" fill="hold"/>
                                        <p:tgtEl>
                                          <p:spTgt spid="15"/>
                                        </p:tgtEl>
                                        <p:attrNameLst>
                                          <p:attrName>ppt_x</p:attrName>
                                        </p:attrNameLst>
                                      </p:cBhvr>
                                      <p:tavLst>
                                        <p:tav tm="0">
                                          <p:val>
                                            <p:strVal val="#ppt_x"/>
                                          </p:val>
                                        </p:tav>
                                        <p:tav tm="100000">
                                          <p:val>
                                            <p:strVal val="#ppt_x"/>
                                          </p:val>
                                        </p:tav>
                                      </p:tavLst>
                                    </p:anim>
                                    <p:anim calcmode="lin" valueType="num">
                                      <p:cBhvr>
                                        <p:cTn id="9" dur="5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computer circuit&#10;&#10;AI-generated content may be incorrect.">
            <a:extLst>
              <a:ext uri="{FF2B5EF4-FFF2-40B4-BE49-F238E27FC236}">
                <a16:creationId xmlns:a16="http://schemas.microsoft.com/office/drawing/2014/main" id="{74BE2CE8-4CED-70F9-E044-F83EFCE7D3AC}"/>
              </a:ext>
            </a:extLst>
          </p:cNvPr>
          <p:cNvPicPr>
            <a:picLocks noChangeAspect="1"/>
          </p:cNvPicPr>
          <p:nvPr/>
        </p:nvPicPr>
        <p:blipFill>
          <a:blip r:embed="rId2"/>
          <a:stretch>
            <a:fillRect/>
          </a:stretch>
        </p:blipFill>
        <p:spPr>
          <a:xfrm>
            <a:off x="1455964" y="1099155"/>
            <a:ext cx="8376557" cy="4680554"/>
          </a:xfrm>
          <a:prstGeom prst="rect">
            <a:avLst/>
          </a:prstGeom>
        </p:spPr>
      </p:pic>
      <p:pic>
        <p:nvPicPr>
          <p:cNvPr id="3" name="Picture 2" descr="A white sign with black text&#10;&#10;Description automatically generated">
            <a:extLst>
              <a:ext uri="{FF2B5EF4-FFF2-40B4-BE49-F238E27FC236}">
                <a16:creationId xmlns:a16="http://schemas.microsoft.com/office/drawing/2014/main" id="{5ED6C03F-547F-215E-E025-1A33DA671CD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6" name="Rectangle 5">
            <a:extLst>
              <a:ext uri="{FF2B5EF4-FFF2-40B4-BE49-F238E27FC236}">
                <a16:creationId xmlns:a16="http://schemas.microsoft.com/office/drawing/2014/main" id="{69B562B3-722F-55C5-FD8D-CCFF43D40F49}"/>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descr="A black and white logo&#10;&#10;AI-generated content may be incorrect.">
            <a:extLst>
              <a:ext uri="{FF2B5EF4-FFF2-40B4-BE49-F238E27FC236}">
                <a16:creationId xmlns:a16="http://schemas.microsoft.com/office/drawing/2014/main" id="{FD4CBC60-D3F6-EC2C-B354-F430FE11425A}"/>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10" name="Rectangle 9">
            <a:extLst>
              <a:ext uri="{FF2B5EF4-FFF2-40B4-BE49-F238E27FC236}">
                <a16:creationId xmlns:a16="http://schemas.microsoft.com/office/drawing/2014/main" id="{A484DAD7-C690-4219-E748-CB48437F2372}"/>
              </a:ext>
            </a:extLst>
          </p:cNvPr>
          <p:cNvSpPr/>
          <p:nvPr/>
        </p:nvSpPr>
        <p:spPr>
          <a:xfrm rot="5400000">
            <a:off x="-850931" y="16116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6" name="Group 15">
            <a:extLst>
              <a:ext uri="{FF2B5EF4-FFF2-40B4-BE49-F238E27FC236}">
                <a16:creationId xmlns:a16="http://schemas.microsoft.com/office/drawing/2014/main" id="{04E5AAF6-7373-92B5-9167-328468ED50DD}"/>
              </a:ext>
            </a:extLst>
          </p:cNvPr>
          <p:cNvGrpSpPr/>
          <p:nvPr/>
        </p:nvGrpSpPr>
        <p:grpSpPr>
          <a:xfrm rot="10800000" flipH="1">
            <a:off x="9345038" y="207226"/>
            <a:ext cx="1947465" cy="3013886"/>
            <a:chOff x="9989698" y="3602621"/>
            <a:chExt cx="1947465" cy="3013886"/>
          </a:xfrm>
          <a:solidFill>
            <a:srgbClr val="3F51B5"/>
          </a:solidFill>
        </p:grpSpPr>
        <p:cxnSp>
          <p:nvCxnSpPr>
            <p:cNvPr id="12" name="Straight Connector 11">
              <a:extLst>
                <a:ext uri="{FF2B5EF4-FFF2-40B4-BE49-F238E27FC236}">
                  <a16:creationId xmlns:a16="http://schemas.microsoft.com/office/drawing/2014/main" id="{281638F2-C972-3B33-803E-32747153BE42}"/>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CAA9DE6D-3FE5-3C70-65BA-43F42D570CEB}"/>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94C4C50-640B-1E5A-5FEF-1E6E3FEA637F}"/>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04CB10A4-27C2-44BE-9CC2-A7E9AC2F4DAB}"/>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8" name="Picture 17" descr="A blue and black logo&#10;&#10;AI-generated content may be incorrect.">
            <a:extLst>
              <a:ext uri="{FF2B5EF4-FFF2-40B4-BE49-F238E27FC236}">
                <a16:creationId xmlns:a16="http://schemas.microsoft.com/office/drawing/2014/main" id="{6E4737F3-66C3-A162-5497-25C5B123BCC4}"/>
              </a:ext>
            </a:extLst>
          </p:cNvPr>
          <p:cNvPicPr>
            <a:picLocks noChangeAspect="1"/>
          </p:cNvPicPr>
          <p:nvPr/>
        </p:nvPicPr>
        <p:blipFill>
          <a:blip r:embed="rId5"/>
          <a:srcRect/>
          <a:stretch/>
        </p:blipFill>
        <p:spPr>
          <a:xfrm>
            <a:off x="595160" y="229787"/>
            <a:ext cx="684216" cy="942872"/>
          </a:xfrm>
          <a:prstGeom prst="rect">
            <a:avLst/>
          </a:prstGeom>
        </p:spPr>
      </p:pic>
      <p:pic>
        <p:nvPicPr>
          <p:cNvPr id="20" name="Content Placeholder 2" descr="A blue arrows on a white background&#10;&#10;AI-generated content may be incorrect.">
            <a:extLst>
              <a:ext uri="{FF2B5EF4-FFF2-40B4-BE49-F238E27FC236}">
                <a16:creationId xmlns:a16="http://schemas.microsoft.com/office/drawing/2014/main" id="{F0E6BBEA-DCD5-53FF-8402-948A6FB6CBA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2" name="Picture 21" descr="A blue logo on a black background&#10;&#10;Description automatically generated">
            <a:extLst>
              <a:ext uri="{FF2B5EF4-FFF2-40B4-BE49-F238E27FC236}">
                <a16:creationId xmlns:a16="http://schemas.microsoft.com/office/drawing/2014/main" id="{985BEB86-3EF4-8207-2583-41EAAE04362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24" name="Rectangle 9">
            <a:extLst>
              <a:ext uri="{FF2B5EF4-FFF2-40B4-BE49-F238E27FC236}">
                <a16:creationId xmlns:a16="http://schemas.microsoft.com/office/drawing/2014/main" id="{EC3686BA-4339-955B-B3D1-EB0905FC06A1}"/>
              </a:ext>
            </a:extLst>
          </p:cNvPr>
          <p:cNvSpPr>
            <a:spLocks noChangeArrowheads="1"/>
          </p:cNvSpPr>
          <p:nvPr/>
        </p:nvSpPr>
        <p:spPr bwMode="auto">
          <a:xfrm>
            <a:off x="697465" y="2224197"/>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346028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white sign with black text&#10;&#10;Description automatically generated">
            <a:extLst>
              <a:ext uri="{FF2B5EF4-FFF2-40B4-BE49-F238E27FC236}">
                <a16:creationId xmlns:a16="http://schemas.microsoft.com/office/drawing/2014/main" id="{44061538-64C8-93F0-1F6D-D979D8936A8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7" name="Rectangle 6">
            <a:extLst>
              <a:ext uri="{FF2B5EF4-FFF2-40B4-BE49-F238E27FC236}">
                <a16:creationId xmlns:a16="http://schemas.microsoft.com/office/drawing/2014/main" id="{2568BC01-AA9D-E17B-499E-F69DFA626C0F}"/>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descr="A black and white logo&#10;&#10;AI-generated content may be incorrect.">
            <a:extLst>
              <a:ext uri="{FF2B5EF4-FFF2-40B4-BE49-F238E27FC236}">
                <a16:creationId xmlns:a16="http://schemas.microsoft.com/office/drawing/2014/main" id="{E5AA9966-2273-D853-8482-86B296BAF83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11" name="Rectangle 10">
            <a:extLst>
              <a:ext uri="{FF2B5EF4-FFF2-40B4-BE49-F238E27FC236}">
                <a16:creationId xmlns:a16="http://schemas.microsoft.com/office/drawing/2014/main" id="{C8B054A6-C014-845F-2C74-3BD15ED62D43}"/>
              </a:ext>
            </a:extLst>
          </p:cNvPr>
          <p:cNvSpPr/>
          <p:nvPr/>
        </p:nvSpPr>
        <p:spPr>
          <a:xfrm rot="5400000">
            <a:off x="-850931" y="16116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7" name="Group 16">
            <a:extLst>
              <a:ext uri="{FF2B5EF4-FFF2-40B4-BE49-F238E27FC236}">
                <a16:creationId xmlns:a16="http://schemas.microsoft.com/office/drawing/2014/main" id="{5390E52C-172E-1403-27F5-16D0AE8B4C97}"/>
              </a:ext>
            </a:extLst>
          </p:cNvPr>
          <p:cNvGrpSpPr/>
          <p:nvPr/>
        </p:nvGrpSpPr>
        <p:grpSpPr>
          <a:xfrm rot="10800000" flipH="1">
            <a:off x="9345038" y="207226"/>
            <a:ext cx="1947465" cy="3013886"/>
            <a:chOff x="9989698" y="3602621"/>
            <a:chExt cx="1947465" cy="3013886"/>
          </a:xfrm>
          <a:solidFill>
            <a:srgbClr val="3F51B5"/>
          </a:solidFill>
        </p:grpSpPr>
        <p:cxnSp>
          <p:nvCxnSpPr>
            <p:cNvPr id="13" name="Straight Connector 12">
              <a:extLst>
                <a:ext uri="{FF2B5EF4-FFF2-40B4-BE49-F238E27FC236}">
                  <a16:creationId xmlns:a16="http://schemas.microsoft.com/office/drawing/2014/main" id="{EE30ABA8-6AC9-A404-9A0C-43E7974EEB55}"/>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1B1BB33C-CB46-B3FD-AB54-F1E83F269DBB}"/>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3CE688E7-7BCE-47D9-FBA3-CF546957780E}"/>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98285D1F-145E-40BA-FA4F-927C972EE913}"/>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9" name="Picture 18" descr="A blue and black logo&#10;&#10;AI-generated content may be incorrect.">
            <a:extLst>
              <a:ext uri="{FF2B5EF4-FFF2-40B4-BE49-F238E27FC236}">
                <a16:creationId xmlns:a16="http://schemas.microsoft.com/office/drawing/2014/main" id="{6FD6C302-47A8-9765-E88B-C47BAD0CBD96}"/>
              </a:ext>
            </a:extLst>
          </p:cNvPr>
          <p:cNvPicPr>
            <a:picLocks noChangeAspect="1"/>
          </p:cNvPicPr>
          <p:nvPr/>
        </p:nvPicPr>
        <p:blipFill>
          <a:blip r:embed="rId4"/>
          <a:srcRect/>
          <a:stretch/>
        </p:blipFill>
        <p:spPr>
          <a:xfrm>
            <a:off x="595160" y="229787"/>
            <a:ext cx="684216" cy="942872"/>
          </a:xfrm>
          <a:prstGeom prst="rect">
            <a:avLst/>
          </a:prstGeom>
        </p:spPr>
      </p:pic>
      <p:pic>
        <p:nvPicPr>
          <p:cNvPr id="21" name="Content Placeholder 2" descr="A blue arrows on a white background&#10;&#10;AI-generated content may be incorrect.">
            <a:extLst>
              <a:ext uri="{FF2B5EF4-FFF2-40B4-BE49-F238E27FC236}">
                <a16:creationId xmlns:a16="http://schemas.microsoft.com/office/drawing/2014/main" id="{C0E3B699-9B58-4F1D-321B-A64748754CB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3" name="Picture 22" descr="A blue logo on a black background&#10;&#10;Description automatically generated">
            <a:extLst>
              <a:ext uri="{FF2B5EF4-FFF2-40B4-BE49-F238E27FC236}">
                <a16:creationId xmlns:a16="http://schemas.microsoft.com/office/drawing/2014/main" id="{E31A45F8-D34C-457E-D420-1FDF7B3846A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pic>
        <p:nvPicPr>
          <p:cNvPr id="46" name="Picture 45" descr="A white rectangular object with black numbers&#10;&#10;AI-generated content may be incorrect.">
            <a:extLst>
              <a:ext uri="{FF2B5EF4-FFF2-40B4-BE49-F238E27FC236}">
                <a16:creationId xmlns:a16="http://schemas.microsoft.com/office/drawing/2014/main" id="{A808F941-4669-35BB-66ED-C32039C936D4}"/>
              </a:ext>
            </a:extLst>
          </p:cNvPr>
          <p:cNvPicPr>
            <a:picLocks noChangeAspect="1"/>
          </p:cNvPicPr>
          <p:nvPr/>
        </p:nvPicPr>
        <p:blipFill>
          <a:blip r:embed="rId7"/>
          <a:stretch>
            <a:fillRect/>
          </a:stretch>
        </p:blipFill>
        <p:spPr>
          <a:xfrm>
            <a:off x="1368797" y="101480"/>
            <a:ext cx="6228958" cy="1456412"/>
          </a:xfrm>
          <a:prstGeom prst="rect">
            <a:avLst/>
          </a:prstGeom>
        </p:spPr>
      </p:pic>
      <p:pic>
        <p:nvPicPr>
          <p:cNvPr id="47" name="Picture 46" descr="A white rectangular object with black numbers&#10;&#10;AI-generated content may be incorrect.">
            <a:extLst>
              <a:ext uri="{FF2B5EF4-FFF2-40B4-BE49-F238E27FC236}">
                <a16:creationId xmlns:a16="http://schemas.microsoft.com/office/drawing/2014/main" id="{274BA907-49A7-ED77-72FC-54EF79D4D256}"/>
              </a:ext>
            </a:extLst>
          </p:cNvPr>
          <p:cNvPicPr>
            <a:picLocks noChangeAspect="1"/>
          </p:cNvPicPr>
          <p:nvPr/>
        </p:nvPicPr>
        <p:blipFill>
          <a:blip r:embed="rId7"/>
          <a:stretch>
            <a:fillRect/>
          </a:stretch>
        </p:blipFill>
        <p:spPr>
          <a:xfrm>
            <a:off x="1368797" y="1982667"/>
            <a:ext cx="6228958" cy="1456412"/>
          </a:xfrm>
          <a:prstGeom prst="rect">
            <a:avLst/>
          </a:prstGeom>
        </p:spPr>
      </p:pic>
      <mc:AlternateContent xmlns:mc="http://schemas.openxmlformats.org/markup-compatibility/2006" xmlns:p14="http://schemas.microsoft.com/office/powerpoint/2010/main">
        <mc:Choice Requires="p14">
          <p:contentPart p14:bwMode="auto" r:id="rId8">
            <p14:nvContentPartPr>
              <p14:cNvPr id="51" name="Ink 50">
                <a:extLst>
                  <a:ext uri="{FF2B5EF4-FFF2-40B4-BE49-F238E27FC236}">
                    <a16:creationId xmlns:a16="http://schemas.microsoft.com/office/drawing/2014/main" id="{6234EE83-1513-BF6E-0D23-15E4CB30ACC0}"/>
                  </a:ext>
                </a:extLst>
              </p14:cNvPr>
              <p14:cNvContentPartPr/>
              <p14:nvPr/>
            </p14:nvContentPartPr>
            <p14:xfrm>
              <a:off x="7833986" y="714864"/>
              <a:ext cx="587992" cy="1657378"/>
            </p14:xfrm>
          </p:contentPart>
        </mc:Choice>
        <mc:Fallback xmlns="">
          <p:pic>
            <p:nvPicPr>
              <p:cNvPr id="51" name="Ink 50">
                <a:extLst>
                  <a:ext uri="{FF2B5EF4-FFF2-40B4-BE49-F238E27FC236}">
                    <a16:creationId xmlns:a16="http://schemas.microsoft.com/office/drawing/2014/main" id="{6234EE83-1513-BF6E-0D23-15E4CB30ACC0}"/>
                  </a:ext>
                </a:extLst>
              </p:cNvPr>
              <p:cNvPicPr/>
              <p:nvPr/>
            </p:nvPicPr>
            <p:blipFill>
              <a:blip r:embed="rId9"/>
              <a:stretch>
                <a:fillRect/>
              </a:stretch>
            </p:blipFill>
            <p:spPr>
              <a:xfrm>
                <a:off x="7815994" y="696865"/>
                <a:ext cx="623617" cy="1693017"/>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2" name="Ink 51">
                <a:extLst>
                  <a:ext uri="{FF2B5EF4-FFF2-40B4-BE49-F238E27FC236}">
                    <a16:creationId xmlns:a16="http://schemas.microsoft.com/office/drawing/2014/main" id="{066F791F-1A1C-0B97-1E60-71FD477A675C}"/>
                  </a:ext>
                </a:extLst>
              </p14:cNvPr>
              <p14:cNvContentPartPr/>
              <p14:nvPr/>
            </p14:nvContentPartPr>
            <p14:xfrm>
              <a:off x="8178451" y="591899"/>
              <a:ext cx="952781" cy="2596856"/>
            </p14:xfrm>
          </p:contentPart>
        </mc:Choice>
        <mc:Fallback xmlns="">
          <p:pic>
            <p:nvPicPr>
              <p:cNvPr id="52" name="Ink 51">
                <a:extLst>
                  <a:ext uri="{FF2B5EF4-FFF2-40B4-BE49-F238E27FC236}">
                    <a16:creationId xmlns:a16="http://schemas.microsoft.com/office/drawing/2014/main" id="{066F791F-1A1C-0B97-1E60-71FD477A675C}"/>
                  </a:ext>
                </a:extLst>
              </p:cNvPr>
              <p:cNvPicPr/>
              <p:nvPr/>
            </p:nvPicPr>
            <p:blipFill>
              <a:blip r:embed="rId11"/>
              <a:stretch>
                <a:fillRect/>
              </a:stretch>
            </p:blipFill>
            <p:spPr>
              <a:xfrm>
                <a:off x="8160460" y="573900"/>
                <a:ext cx="988402" cy="2632493"/>
              </a:xfrm>
              <a:prstGeom prst="rect">
                <a:avLst/>
              </a:prstGeom>
            </p:spPr>
          </p:pic>
        </mc:Fallback>
      </mc:AlternateContent>
      <p:sp>
        <p:nvSpPr>
          <p:cNvPr id="53" name="TextBox 52">
            <a:extLst>
              <a:ext uri="{FF2B5EF4-FFF2-40B4-BE49-F238E27FC236}">
                <a16:creationId xmlns:a16="http://schemas.microsoft.com/office/drawing/2014/main" id="{66255525-7256-EB7A-1E39-E4F93FEB323F}"/>
              </a:ext>
            </a:extLst>
          </p:cNvPr>
          <p:cNvSpPr txBox="1"/>
          <p:nvPr/>
        </p:nvSpPr>
        <p:spPr>
          <a:xfrm>
            <a:off x="1399174" y="47446"/>
            <a:ext cx="6297023"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a:t>0   0   0   0   0   0   0   0  </a:t>
            </a:r>
            <a:r>
              <a:rPr lang="en-US" sz="5400" dirty="0"/>
              <a:t> </a:t>
            </a:r>
            <a:endParaRPr lang="en-US" dirty="0"/>
          </a:p>
        </p:txBody>
      </p:sp>
      <p:sp>
        <p:nvSpPr>
          <p:cNvPr id="54" name="TextBox 53">
            <a:extLst>
              <a:ext uri="{FF2B5EF4-FFF2-40B4-BE49-F238E27FC236}">
                <a16:creationId xmlns:a16="http://schemas.microsoft.com/office/drawing/2014/main" id="{C4F79641-2E3A-AA83-364A-1F1F0D982F7B}"/>
              </a:ext>
            </a:extLst>
          </p:cNvPr>
          <p:cNvSpPr txBox="1"/>
          <p:nvPr/>
        </p:nvSpPr>
        <p:spPr>
          <a:xfrm>
            <a:off x="1369219" y="1893094"/>
            <a:ext cx="654843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a:latin typeface="Aptos"/>
                <a:ea typeface="Segoe UI"/>
                <a:cs typeface="Segoe UI"/>
              </a:rPr>
              <a:t>1</a:t>
            </a:r>
            <a:r>
              <a:rPr lang="en-US" sz="5400" baseline="0">
                <a:latin typeface="Aptos"/>
                <a:ea typeface="Segoe UI"/>
                <a:cs typeface="Segoe UI"/>
              </a:rPr>
              <a:t>   </a:t>
            </a:r>
            <a:r>
              <a:rPr lang="en-US" sz="5400">
                <a:latin typeface="Aptos"/>
                <a:ea typeface="Segoe UI"/>
                <a:cs typeface="Segoe UI"/>
              </a:rPr>
              <a:t>1</a:t>
            </a:r>
            <a:r>
              <a:rPr lang="en-US" sz="5400" baseline="0">
                <a:latin typeface="Aptos"/>
                <a:ea typeface="Segoe UI"/>
                <a:cs typeface="Segoe UI"/>
              </a:rPr>
              <a:t> </a:t>
            </a:r>
            <a:r>
              <a:rPr lang="en-US" sz="5400">
                <a:latin typeface="Aptos"/>
                <a:ea typeface="Segoe UI"/>
                <a:cs typeface="Segoe UI"/>
              </a:rPr>
              <a:t> </a:t>
            </a:r>
            <a:r>
              <a:rPr lang="en-US" sz="5400" baseline="0">
                <a:latin typeface="Aptos"/>
                <a:ea typeface="Segoe UI"/>
                <a:cs typeface="Segoe UI"/>
              </a:rPr>
              <a:t> </a:t>
            </a:r>
            <a:r>
              <a:rPr lang="en-US" sz="5400">
                <a:latin typeface="Aptos"/>
                <a:ea typeface="Segoe UI"/>
                <a:cs typeface="Segoe UI"/>
              </a:rPr>
              <a:t>1</a:t>
            </a:r>
            <a:r>
              <a:rPr lang="en-US" sz="5400" baseline="0">
                <a:latin typeface="Aptos"/>
                <a:ea typeface="Segoe UI"/>
                <a:cs typeface="Segoe UI"/>
              </a:rPr>
              <a:t>   </a:t>
            </a:r>
            <a:r>
              <a:rPr lang="en-US" sz="5400">
                <a:latin typeface="Aptos"/>
                <a:ea typeface="Segoe UI"/>
                <a:cs typeface="Segoe UI"/>
              </a:rPr>
              <a:t>1</a:t>
            </a:r>
            <a:r>
              <a:rPr lang="en-US" sz="5400" baseline="0">
                <a:latin typeface="Aptos"/>
                <a:ea typeface="Segoe UI"/>
                <a:cs typeface="Segoe UI"/>
              </a:rPr>
              <a:t>   </a:t>
            </a:r>
            <a:r>
              <a:rPr lang="en-US" sz="5400">
                <a:latin typeface="Aptos"/>
                <a:ea typeface="Segoe UI"/>
                <a:cs typeface="Segoe UI"/>
              </a:rPr>
              <a:t>1</a:t>
            </a:r>
            <a:r>
              <a:rPr lang="en-US" sz="5400" baseline="0">
                <a:latin typeface="Aptos"/>
                <a:ea typeface="Segoe UI"/>
                <a:cs typeface="Segoe UI"/>
              </a:rPr>
              <a:t>   </a:t>
            </a:r>
            <a:r>
              <a:rPr lang="en-US" sz="5400">
                <a:latin typeface="Aptos"/>
                <a:ea typeface="Segoe UI"/>
                <a:cs typeface="Segoe UI"/>
              </a:rPr>
              <a:t>1</a:t>
            </a:r>
            <a:r>
              <a:rPr lang="en-US" sz="5400" baseline="0">
                <a:latin typeface="Aptos"/>
                <a:ea typeface="Segoe UI"/>
                <a:cs typeface="Segoe UI"/>
              </a:rPr>
              <a:t>   </a:t>
            </a:r>
            <a:r>
              <a:rPr lang="en-US" sz="5400">
                <a:latin typeface="Aptos"/>
                <a:ea typeface="Segoe UI"/>
                <a:cs typeface="Segoe UI"/>
              </a:rPr>
              <a:t>1</a:t>
            </a:r>
            <a:r>
              <a:rPr lang="en-US" sz="5400" baseline="0">
                <a:latin typeface="Aptos"/>
                <a:ea typeface="Segoe UI"/>
                <a:cs typeface="Segoe UI"/>
              </a:rPr>
              <a:t>   </a:t>
            </a:r>
            <a:r>
              <a:rPr lang="en-US" sz="5400">
                <a:latin typeface="Aptos"/>
                <a:ea typeface="Segoe UI"/>
                <a:cs typeface="Segoe UI"/>
              </a:rPr>
              <a:t>1</a:t>
            </a:r>
            <a:r>
              <a:rPr lang="en-US" sz="5400" baseline="0">
                <a:latin typeface="Aptos"/>
                <a:ea typeface="Segoe UI"/>
                <a:cs typeface="Segoe UI"/>
              </a:rPr>
              <a:t>  </a:t>
            </a:r>
            <a:endParaRPr lang="en-US"/>
          </a:p>
          <a:p>
            <a:pPr algn="ctr"/>
            <a:endParaRPr lang="en-US"/>
          </a:p>
        </p:txBody>
      </p:sp>
      <p:pic>
        <p:nvPicPr>
          <p:cNvPr id="2" name="Picture 1" descr="A black line drawing of a staircase&#10;&#10;AI-generated content may be incorrect.">
            <a:extLst>
              <a:ext uri="{FF2B5EF4-FFF2-40B4-BE49-F238E27FC236}">
                <a16:creationId xmlns:a16="http://schemas.microsoft.com/office/drawing/2014/main" id="{1BA83D46-F425-98D7-5EA2-B17A8122288F}"/>
              </a:ext>
            </a:extLst>
          </p:cNvPr>
          <p:cNvPicPr>
            <a:picLocks noChangeAspect="1"/>
          </p:cNvPicPr>
          <p:nvPr/>
        </p:nvPicPr>
        <p:blipFill>
          <a:blip r:embed="rId12"/>
          <a:srcRect l="217" t="18368" b="392"/>
          <a:stretch>
            <a:fillRect/>
          </a:stretch>
        </p:blipFill>
        <p:spPr>
          <a:xfrm>
            <a:off x="677362" y="3662834"/>
            <a:ext cx="10359741" cy="2460704"/>
          </a:xfrm>
          <a:prstGeom prst="rect">
            <a:avLst/>
          </a:prstGeom>
        </p:spPr>
      </p:pic>
    </p:spTree>
    <p:extLst>
      <p:ext uri="{BB962C8B-B14F-4D97-AF65-F5344CB8AC3E}">
        <p14:creationId xmlns:p14="http://schemas.microsoft.com/office/powerpoint/2010/main" val="24335383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line with black line&#10;&#10;AI-generated content may be incorrect.">
            <a:extLst>
              <a:ext uri="{FF2B5EF4-FFF2-40B4-BE49-F238E27FC236}">
                <a16:creationId xmlns:a16="http://schemas.microsoft.com/office/drawing/2014/main" id="{407A80A6-3A39-D5C6-5A87-D37A10A52C71}"/>
              </a:ext>
            </a:extLst>
          </p:cNvPr>
          <p:cNvPicPr>
            <a:picLocks noChangeAspect="1"/>
          </p:cNvPicPr>
          <p:nvPr/>
        </p:nvPicPr>
        <p:blipFill>
          <a:blip r:embed="rId2"/>
          <a:srcRect l="12635" t="-359" r="149" b="13437"/>
          <a:stretch>
            <a:fillRect/>
          </a:stretch>
        </p:blipFill>
        <p:spPr>
          <a:xfrm>
            <a:off x="2215671" y="389596"/>
            <a:ext cx="8366042" cy="2996419"/>
          </a:xfrm>
          <a:prstGeom prst="rect">
            <a:avLst/>
          </a:prstGeom>
        </p:spPr>
      </p:pic>
      <p:pic>
        <p:nvPicPr>
          <p:cNvPr id="6" name="Picture 5" descr="A white sign with black text&#10;&#10;Description automatically generated">
            <a:extLst>
              <a:ext uri="{FF2B5EF4-FFF2-40B4-BE49-F238E27FC236}">
                <a16:creationId xmlns:a16="http://schemas.microsoft.com/office/drawing/2014/main" id="{9C6368AA-4B30-0401-1395-6773E8A5364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8" name="Rectangle 7">
            <a:extLst>
              <a:ext uri="{FF2B5EF4-FFF2-40B4-BE49-F238E27FC236}">
                <a16:creationId xmlns:a16="http://schemas.microsoft.com/office/drawing/2014/main" id="{FE812512-FBEC-EFE4-7D4F-940DD2C380E9}"/>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 black and white logo&#10;&#10;AI-generated content may be incorrect.">
            <a:extLst>
              <a:ext uri="{FF2B5EF4-FFF2-40B4-BE49-F238E27FC236}">
                <a16:creationId xmlns:a16="http://schemas.microsoft.com/office/drawing/2014/main" id="{61A94E2F-09CB-CA6A-2B30-E778A0CF6ADF}"/>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12" name="Rectangle 11">
            <a:extLst>
              <a:ext uri="{FF2B5EF4-FFF2-40B4-BE49-F238E27FC236}">
                <a16:creationId xmlns:a16="http://schemas.microsoft.com/office/drawing/2014/main" id="{559E497E-61B5-38FD-A6EC-7BBD8F19B0BA}"/>
              </a:ext>
            </a:extLst>
          </p:cNvPr>
          <p:cNvSpPr/>
          <p:nvPr/>
        </p:nvSpPr>
        <p:spPr>
          <a:xfrm rot="5400000">
            <a:off x="-850931" y="16116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 name="Group 17">
            <a:extLst>
              <a:ext uri="{FF2B5EF4-FFF2-40B4-BE49-F238E27FC236}">
                <a16:creationId xmlns:a16="http://schemas.microsoft.com/office/drawing/2014/main" id="{139208D2-DAB1-C2B1-530D-9345627DC19D}"/>
              </a:ext>
            </a:extLst>
          </p:cNvPr>
          <p:cNvGrpSpPr/>
          <p:nvPr/>
        </p:nvGrpSpPr>
        <p:grpSpPr>
          <a:xfrm rot="10800000" flipH="1">
            <a:off x="9345038" y="207226"/>
            <a:ext cx="1947465" cy="3013886"/>
            <a:chOff x="9989698" y="3602621"/>
            <a:chExt cx="1947465" cy="3013886"/>
          </a:xfrm>
          <a:solidFill>
            <a:srgbClr val="3F51B5"/>
          </a:solidFill>
        </p:grpSpPr>
        <p:cxnSp>
          <p:nvCxnSpPr>
            <p:cNvPr id="14" name="Straight Connector 13">
              <a:extLst>
                <a:ext uri="{FF2B5EF4-FFF2-40B4-BE49-F238E27FC236}">
                  <a16:creationId xmlns:a16="http://schemas.microsoft.com/office/drawing/2014/main" id="{D494B2E7-CB8C-E7F9-1DBF-DD1BC0391333}"/>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0CB2FD8C-F4DF-1371-C5CD-F40210F9A6C5}"/>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9B6A0C66-74AC-B6BD-B684-58EBCBE4CD2E}"/>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7181DE6B-79F1-A0B0-8CF4-909CD37C120B}"/>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20" name="Picture 19" descr="A blue and black logo&#10;&#10;AI-generated content may be incorrect.">
            <a:extLst>
              <a:ext uri="{FF2B5EF4-FFF2-40B4-BE49-F238E27FC236}">
                <a16:creationId xmlns:a16="http://schemas.microsoft.com/office/drawing/2014/main" id="{53283947-8A88-2646-BC7E-72ED660DF43D}"/>
              </a:ext>
            </a:extLst>
          </p:cNvPr>
          <p:cNvPicPr>
            <a:picLocks noChangeAspect="1"/>
          </p:cNvPicPr>
          <p:nvPr/>
        </p:nvPicPr>
        <p:blipFill>
          <a:blip r:embed="rId5"/>
          <a:srcRect/>
          <a:stretch/>
        </p:blipFill>
        <p:spPr>
          <a:xfrm>
            <a:off x="595160" y="229787"/>
            <a:ext cx="684216" cy="942872"/>
          </a:xfrm>
          <a:prstGeom prst="rect">
            <a:avLst/>
          </a:prstGeom>
        </p:spPr>
      </p:pic>
      <p:pic>
        <p:nvPicPr>
          <p:cNvPr id="22" name="Content Placeholder 2" descr="A blue arrows on a white background&#10;&#10;AI-generated content may be incorrect.">
            <a:extLst>
              <a:ext uri="{FF2B5EF4-FFF2-40B4-BE49-F238E27FC236}">
                <a16:creationId xmlns:a16="http://schemas.microsoft.com/office/drawing/2014/main" id="{84B58720-0F70-AE07-15D4-37986D46DF2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2BBF2828-67F2-0991-C6A0-C39401FBF84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26" name="Rectangle 9">
            <a:extLst>
              <a:ext uri="{FF2B5EF4-FFF2-40B4-BE49-F238E27FC236}">
                <a16:creationId xmlns:a16="http://schemas.microsoft.com/office/drawing/2014/main" id="{F5A944C7-B803-4EC9-8AFC-FABD9450D0F2}"/>
              </a:ext>
            </a:extLst>
          </p:cNvPr>
          <p:cNvSpPr>
            <a:spLocks noChangeArrowheads="1"/>
          </p:cNvSpPr>
          <p:nvPr/>
        </p:nvSpPr>
        <p:spPr bwMode="auto">
          <a:xfrm>
            <a:off x="697465" y="2224197"/>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28" name="TextBox 27">
            <a:extLst>
              <a:ext uri="{FF2B5EF4-FFF2-40B4-BE49-F238E27FC236}">
                <a16:creationId xmlns:a16="http://schemas.microsoft.com/office/drawing/2014/main" id="{6FFD1C30-98E1-6B80-688B-3EFD81A28A79}"/>
              </a:ext>
            </a:extLst>
          </p:cNvPr>
          <p:cNvSpPr txBox="1"/>
          <p:nvPr/>
        </p:nvSpPr>
        <p:spPr>
          <a:xfrm>
            <a:off x="1753063" y="436719"/>
            <a:ext cx="68884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200"/>
              <a:t>N</a:t>
            </a:r>
          </a:p>
        </p:txBody>
      </p:sp>
      <p:sp>
        <p:nvSpPr>
          <p:cNvPr id="44" name="TextBox 43">
            <a:extLst>
              <a:ext uri="{FF2B5EF4-FFF2-40B4-BE49-F238E27FC236}">
                <a16:creationId xmlns:a16="http://schemas.microsoft.com/office/drawing/2014/main" id="{A4D4763D-386C-5D06-917D-F1B74C8C6C16}"/>
              </a:ext>
            </a:extLst>
          </p:cNvPr>
          <p:cNvSpPr txBox="1"/>
          <p:nvPr/>
        </p:nvSpPr>
        <p:spPr>
          <a:xfrm>
            <a:off x="308340" y="4464401"/>
            <a:ext cx="662569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a:t>T</a:t>
            </a:r>
            <a:r>
              <a:rPr lang="en-US" sz="3200"/>
              <a:t>(total)=</a:t>
            </a:r>
            <a:r>
              <a:rPr lang="en-US" sz="4800"/>
              <a:t>T</a:t>
            </a:r>
            <a:r>
              <a:rPr lang="en-US" sz="3200"/>
              <a:t>(Clock) x </a:t>
            </a:r>
            <a:r>
              <a:rPr lang="en-US" sz="4400" dirty="0"/>
              <a:t>N</a:t>
            </a:r>
          </a:p>
        </p:txBody>
      </p:sp>
      <p:sp>
        <p:nvSpPr>
          <p:cNvPr id="45" name="TextBox 44">
            <a:extLst>
              <a:ext uri="{FF2B5EF4-FFF2-40B4-BE49-F238E27FC236}">
                <a16:creationId xmlns:a16="http://schemas.microsoft.com/office/drawing/2014/main" id="{869C06A1-5819-E15C-06B7-DEADB2630B89}"/>
              </a:ext>
            </a:extLst>
          </p:cNvPr>
          <p:cNvSpPr txBox="1"/>
          <p:nvPr/>
        </p:nvSpPr>
        <p:spPr>
          <a:xfrm>
            <a:off x="7184738" y="4516646"/>
            <a:ext cx="4323329"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000"/>
              <a:t>T</a:t>
            </a:r>
            <a:r>
              <a:rPr lang="en-US" sz="2800"/>
              <a:t>(Clock)=1/</a:t>
            </a:r>
            <a:r>
              <a:rPr lang="en-US" sz="4000"/>
              <a:t>F</a:t>
            </a:r>
            <a:r>
              <a:rPr lang="en-US" sz="2800"/>
              <a:t>(Clock)</a:t>
            </a:r>
          </a:p>
        </p:txBody>
      </p:sp>
      <p:sp>
        <p:nvSpPr>
          <p:cNvPr id="46" name="TextBox 45">
            <a:extLst>
              <a:ext uri="{FF2B5EF4-FFF2-40B4-BE49-F238E27FC236}">
                <a16:creationId xmlns:a16="http://schemas.microsoft.com/office/drawing/2014/main" id="{F3595D2C-C1C2-0FFC-3B1D-5A4900458BA7}"/>
              </a:ext>
            </a:extLst>
          </p:cNvPr>
          <p:cNvSpPr txBox="1"/>
          <p:nvPr/>
        </p:nvSpPr>
        <p:spPr>
          <a:xfrm>
            <a:off x="9144000" y="3293301"/>
            <a:ext cx="6096000"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t>T</a:t>
            </a:r>
            <a:endParaRPr lang="en-US"/>
          </a:p>
          <a:p>
            <a:pPr algn="ctr"/>
            <a:endParaRPr lang="en-US"/>
          </a:p>
        </p:txBody>
      </p:sp>
    </p:spTree>
    <p:extLst>
      <p:ext uri="{BB962C8B-B14F-4D97-AF65-F5344CB8AC3E}">
        <p14:creationId xmlns:p14="http://schemas.microsoft.com/office/powerpoint/2010/main" val="8003468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CDC105D-D59B-31FA-CE72-3F568A11893B}"/>
              </a:ext>
            </a:extLst>
          </p:cNvPr>
          <p:cNvPicPr>
            <a:picLocks noChangeAspect="1"/>
          </p:cNvPicPr>
          <p:nvPr/>
        </p:nvPicPr>
        <p:blipFill>
          <a:blip r:embed="rId2"/>
          <a:stretch>
            <a:fillRect/>
          </a:stretch>
        </p:blipFill>
        <p:spPr>
          <a:xfrm>
            <a:off x="752702" y="1512359"/>
            <a:ext cx="10190690" cy="4026806"/>
          </a:xfrm>
          <a:prstGeom prst="rect">
            <a:avLst/>
          </a:prstGeom>
        </p:spPr>
      </p:pic>
      <p:pic>
        <p:nvPicPr>
          <p:cNvPr id="3" name="Picture 2" descr="A white sign with black text&#10;&#10;Description automatically generated">
            <a:extLst>
              <a:ext uri="{FF2B5EF4-FFF2-40B4-BE49-F238E27FC236}">
                <a16:creationId xmlns:a16="http://schemas.microsoft.com/office/drawing/2014/main" id="{61966990-92AF-3E90-137A-0F6EE828BDC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6" name="Rectangle 5">
            <a:extLst>
              <a:ext uri="{FF2B5EF4-FFF2-40B4-BE49-F238E27FC236}">
                <a16:creationId xmlns:a16="http://schemas.microsoft.com/office/drawing/2014/main" id="{5766BE2E-BA5B-F2F8-14F5-64E04C028CE7}"/>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descr="A black and white logo&#10;&#10;AI-generated content may be incorrect.">
            <a:extLst>
              <a:ext uri="{FF2B5EF4-FFF2-40B4-BE49-F238E27FC236}">
                <a16:creationId xmlns:a16="http://schemas.microsoft.com/office/drawing/2014/main" id="{DF6D5205-A79E-B9E5-CBF5-DBD169F1D2AF}"/>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10" name="Rectangle 9">
            <a:extLst>
              <a:ext uri="{FF2B5EF4-FFF2-40B4-BE49-F238E27FC236}">
                <a16:creationId xmlns:a16="http://schemas.microsoft.com/office/drawing/2014/main" id="{85E61951-87AA-B3BE-5371-F263A3A26D2F}"/>
              </a:ext>
            </a:extLst>
          </p:cNvPr>
          <p:cNvSpPr/>
          <p:nvPr/>
        </p:nvSpPr>
        <p:spPr>
          <a:xfrm rot="5400000">
            <a:off x="-850931" y="16116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6" name="Group 15">
            <a:extLst>
              <a:ext uri="{FF2B5EF4-FFF2-40B4-BE49-F238E27FC236}">
                <a16:creationId xmlns:a16="http://schemas.microsoft.com/office/drawing/2014/main" id="{2A38EEEB-D81B-A1C7-2DEF-8530A0F2D2EE}"/>
              </a:ext>
            </a:extLst>
          </p:cNvPr>
          <p:cNvGrpSpPr/>
          <p:nvPr/>
        </p:nvGrpSpPr>
        <p:grpSpPr>
          <a:xfrm rot="10800000" flipH="1">
            <a:off x="9345038" y="207226"/>
            <a:ext cx="1947465" cy="3013886"/>
            <a:chOff x="9989698" y="3602621"/>
            <a:chExt cx="1947465" cy="3013886"/>
          </a:xfrm>
          <a:solidFill>
            <a:srgbClr val="3F51B5"/>
          </a:solidFill>
        </p:grpSpPr>
        <p:cxnSp>
          <p:nvCxnSpPr>
            <p:cNvPr id="12" name="Straight Connector 11">
              <a:extLst>
                <a:ext uri="{FF2B5EF4-FFF2-40B4-BE49-F238E27FC236}">
                  <a16:creationId xmlns:a16="http://schemas.microsoft.com/office/drawing/2014/main" id="{E398312E-2362-06EA-03AE-E376DBA3D9CC}"/>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E581843-2D78-DB23-0524-D824E321952E}"/>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710DEC6-A356-4D91-93E0-CCBE50A6AC18}"/>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A5E56A14-5436-A7FE-9DA3-47C5BFD4055F}"/>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8" name="Picture 17" descr="A blue and black logo&#10;&#10;AI-generated content may be incorrect.">
            <a:extLst>
              <a:ext uri="{FF2B5EF4-FFF2-40B4-BE49-F238E27FC236}">
                <a16:creationId xmlns:a16="http://schemas.microsoft.com/office/drawing/2014/main" id="{6FDF9D4A-D024-ED5A-2987-19896ECD8A17}"/>
              </a:ext>
            </a:extLst>
          </p:cNvPr>
          <p:cNvPicPr>
            <a:picLocks noChangeAspect="1"/>
          </p:cNvPicPr>
          <p:nvPr/>
        </p:nvPicPr>
        <p:blipFill>
          <a:blip r:embed="rId5"/>
          <a:srcRect/>
          <a:stretch/>
        </p:blipFill>
        <p:spPr>
          <a:xfrm>
            <a:off x="595160" y="229787"/>
            <a:ext cx="684216" cy="942872"/>
          </a:xfrm>
          <a:prstGeom prst="rect">
            <a:avLst/>
          </a:prstGeom>
        </p:spPr>
      </p:pic>
      <p:pic>
        <p:nvPicPr>
          <p:cNvPr id="20" name="Content Placeholder 2" descr="A blue arrows on a white background&#10;&#10;AI-generated content may be incorrect.">
            <a:extLst>
              <a:ext uri="{FF2B5EF4-FFF2-40B4-BE49-F238E27FC236}">
                <a16:creationId xmlns:a16="http://schemas.microsoft.com/office/drawing/2014/main" id="{8E593579-530C-55E0-3B89-51699959F0F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2" name="Picture 21" descr="A blue logo on a black background&#10;&#10;Description automatically generated">
            <a:extLst>
              <a:ext uri="{FF2B5EF4-FFF2-40B4-BE49-F238E27FC236}">
                <a16:creationId xmlns:a16="http://schemas.microsoft.com/office/drawing/2014/main" id="{8A681F28-0BE9-0217-299D-B34A8C9C835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24" name="Rectangle 9">
            <a:extLst>
              <a:ext uri="{FF2B5EF4-FFF2-40B4-BE49-F238E27FC236}">
                <a16:creationId xmlns:a16="http://schemas.microsoft.com/office/drawing/2014/main" id="{99779301-3930-C479-90CA-A3FCDA48FA88}"/>
              </a:ext>
            </a:extLst>
          </p:cNvPr>
          <p:cNvSpPr>
            <a:spLocks noChangeArrowheads="1"/>
          </p:cNvSpPr>
          <p:nvPr/>
        </p:nvSpPr>
        <p:spPr bwMode="auto">
          <a:xfrm>
            <a:off x="697465" y="2224197"/>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707042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white sign with black text&#10;&#10;Description automatically generated">
            <a:extLst>
              <a:ext uri="{FF2B5EF4-FFF2-40B4-BE49-F238E27FC236}">
                <a16:creationId xmlns:a16="http://schemas.microsoft.com/office/drawing/2014/main" id="{94235652-F77B-CDC1-065C-810E21ABBB3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7" name="Rectangle 6">
            <a:extLst>
              <a:ext uri="{FF2B5EF4-FFF2-40B4-BE49-F238E27FC236}">
                <a16:creationId xmlns:a16="http://schemas.microsoft.com/office/drawing/2014/main" id="{5A28D146-C5E2-F09A-EDFF-C6F190FDE079}"/>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descr="A black and white logo&#10;&#10;AI-generated content may be incorrect.">
            <a:extLst>
              <a:ext uri="{FF2B5EF4-FFF2-40B4-BE49-F238E27FC236}">
                <a16:creationId xmlns:a16="http://schemas.microsoft.com/office/drawing/2014/main" id="{F2F27AE1-F9E4-7B17-C491-9C1E63F043E6}"/>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11" name="Rectangle 10">
            <a:extLst>
              <a:ext uri="{FF2B5EF4-FFF2-40B4-BE49-F238E27FC236}">
                <a16:creationId xmlns:a16="http://schemas.microsoft.com/office/drawing/2014/main" id="{BB4A2283-0AE9-256F-EA72-63D294EF13B5}"/>
              </a:ext>
            </a:extLst>
          </p:cNvPr>
          <p:cNvSpPr/>
          <p:nvPr/>
        </p:nvSpPr>
        <p:spPr>
          <a:xfrm rot="5400000">
            <a:off x="-850931" y="16116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7" name="Group 16">
            <a:extLst>
              <a:ext uri="{FF2B5EF4-FFF2-40B4-BE49-F238E27FC236}">
                <a16:creationId xmlns:a16="http://schemas.microsoft.com/office/drawing/2014/main" id="{1A590596-6970-A1F6-F763-F5C63F04EC40}"/>
              </a:ext>
            </a:extLst>
          </p:cNvPr>
          <p:cNvGrpSpPr/>
          <p:nvPr/>
        </p:nvGrpSpPr>
        <p:grpSpPr>
          <a:xfrm rot="10800000" flipH="1">
            <a:off x="9345038" y="207226"/>
            <a:ext cx="1947465" cy="3013886"/>
            <a:chOff x="9989698" y="3602621"/>
            <a:chExt cx="1947465" cy="3013886"/>
          </a:xfrm>
          <a:solidFill>
            <a:srgbClr val="3F51B5"/>
          </a:solidFill>
        </p:grpSpPr>
        <p:cxnSp>
          <p:nvCxnSpPr>
            <p:cNvPr id="13" name="Straight Connector 12">
              <a:extLst>
                <a:ext uri="{FF2B5EF4-FFF2-40B4-BE49-F238E27FC236}">
                  <a16:creationId xmlns:a16="http://schemas.microsoft.com/office/drawing/2014/main" id="{F6BBA9B3-8135-A48E-A73B-9319812A13C8}"/>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814243DC-C1EB-51A7-919F-D3287332E187}"/>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51D52338-FC54-D6B1-A1FC-39403C3E9303}"/>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32643980-C957-2CF2-5803-D840572A2351}"/>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9" name="Picture 18" descr="A blue and black logo&#10;&#10;AI-generated content may be incorrect.">
            <a:extLst>
              <a:ext uri="{FF2B5EF4-FFF2-40B4-BE49-F238E27FC236}">
                <a16:creationId xmlns:a16="http://schemas.microsoft.com/office/drawing/2014/main" id="{7CCBA9FC-83CD-4B1C-EC06-450992F17467}"/>
              </a:ext>
            </a:extLst>
          </p:cNvPr>
          <p:cNvPicPr>
            <a:picLocks noChangeAspect="1"/>
          </p:cNvPicPr>
          <p:nvPr/>
        </p:nvPicPr>
        <p:blipFill>
          <a:blip r:embed="rId4"/>
          <a:srcRect/>
          <a:stretch/>
        </p:blipFill>
        <p:spPr>
          <a:xfrm>
            <a:off x="595160" y="229787"/>
            <a:ext cx="684216" cy="942872"/>
          </a:xfrm>
          <a:prstGeom prst="rect">
            <a:avLst/>
          </a:prstGeom>
        </p:spPr>
      </p:pic>
      <p:pic>
        <p:nvPicPr>
          <p:cNvPr id="21" name="Content Placeholder 2" descr="A blue arrows on a white background&#10;&#10;AI-generated content may be incorrect.">
            <a:extLst>
              <a:ext uri="{FF2B5EF4-FFF2-40B4-BE49-F238E27FC236}">
                <a16:creationId xmlns:a16="http://schemas.microsoft.com/office/drawing/2014/main" id="{3BBFA48E-CF38-2FD2-10EB-6EC5518B9AD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3" name="Picture 22" descr="A blue logo on a black background&#10;&#10;Description automatically generated">
            <a:extLst>
              <a:ext uri="{FF2B5EF4-FFF2-40B4-BE49-F238E27FC236}">
                <a16:creationId xmlns:a16="http://schemas.microsoft.com/office/drawing/2014/main" id="{67035110-F7F3-F847-807D-3BCDD402707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25" name="Rectangle 9">
            <a:extLst>
              <a:ext uri="{FF2B5EF4-FFF2-40B4-BE49-F238E27FC236}">
                <a16:creationId xmlns:a16="http://schemas.microsoft.com/office/drawing/2014/main" id="{DBD3186C-B5B7-B67F-D9FE-61829F6F76AD}"/>
              </a:ext>
            </a:extLst>
          </p:cNvPr>
          <p:cNvSpPr>
            <a:spLocks noChangeArrowheads="1"/>
          </p:cNvSpPr>
          <p:nvPr/>
        </p:nvSpPr>
        <p:spPr bwMode="auto">
          <a:xfrm>
            <a:off x="697465" y="2224197"/>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26" name="TextBox 25">
            <a:extLst>
              <a:ext uri="{FF2B5EF4-FFF2-40B4-BE49-F238E27FC236}">
                <a16:creationId xmlns:a16="http://schemas.microsoft.com/office/drawing/2014/main" id="{145EF125-D140-64FA-969A-9B6CE6354F03}"/>
              </a:ext>
            </a:extLst>
          </p:cNvPr>
          <p:cNvSpPr txBox="1"/>
          <p:nvPr/>
        </p:nvSpPr>
        <p:spPr>
          <a:xfrm>
            <a:off x="2442425" y="707433"/>
            <a:ext cx="7311401"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dirty="0">
                <a:solidFill>
                  <a:schemeClr val="tx2">
                    <a:lumMod val="90000"/>
                    <a:lumOff val="10000"/>
                  </a:schemeClr>
                </a:solidFill>
                <a:ea typeface="+mn-lt"/>
                <a:cs typeface="+mn-lt"/>
              </a:rPr>
              <a:t>Why Do We Need a </a:t>
            </a:r>
            <a:r>
              <a:rPr lang="en-US" sz="4000" b="1" err="1">
                <a:solidFill>
                  <a:schemeClr val="tx2">
                    <a:lumMod val="90000"/>
                    <a:lumOff val="10000"/>
                  </a:schemeClr>
                </a:solidFill>
                <a:ea typeface="+mn-lt"/>
                <a:cs typeface="+mn-lt"/>
              </a:rPr>
              <a:t>Prescaler</a:t>
            </a:r>
            <a:r>
              <a:rPr lang="en-US" sz="4000" b="1" dirty="0">
                <a:solidFill>
                  <a:schemeClr val="tx2">
                    <a:lumMod val="90000"/>
                    <a:lumOff val="10000"/>
                  </a:schemeClr>
                </a:solidFill>
                <a:ea typeface="+mn-lt"/>
                <a:cs typeface="+mn-lt"/>
              </a:rPr>
              <a:t>?</a:t>
            </a:r>
            <a:endParaRPr lang="en-US" sz="4000" b="1">
              <a:solidFill>
                <a:schemeClr val="tx2">
                  <a:lumMod val="90000"/>
                  <a:lumOff val="10000"/>
                </a:schemeClr>
              </a:solidFill>
            </a:endParaRPr>
          </a:p>
        </p:txBody>
      </p:sp>
      <p:sp>
        <p:nvSpPr>
          <p:cNvPr id="27" name="TextBox 26">
            <a:extLst>
              <a:ext uri="{FF2B5EF4-FFF2-40B4-BE49-F238E27FC236}">
                <a16:creationId xmlns:a16="http://schemas.microsoft.com/office/drawing/2014/main" id="{025960AB-EFC4-169E-E722-381A83B6FFCB}"/>
              </a:ext>
            </a:extLst>
          </p:cNvPr>
          <p:cNvSpPr txBox="1"/>
          <p:nvPr/>
        </p:nvSpPr>
        <p:spPr>
          <a:xfrm>
            <a:off x="701524" y="1421191"/>
            <a:ext cx="10559141"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
              <a:buChar char="•"/>
            </a:pPr>
            <a:r>
              <a:rPr lang="en-US" sz="4000" dirty="0">
                <a:ea typeface="+mn-lt"/>
                <a:cs typeface="+mn-lt"/>
              </a:rPr>
              <a:t>Microcontrollers run at </a:t>
            </a:r>
            <a:r>
              <a:rPr lang="en-US" sz="4000" b="1" dirty="0">
                <a:ea typeface="+mn-lt"/>
                <a:cs typeface="+mn-lt"/>
              </a:rPr>
              <a:t>very high clock frequencies</a:t>
            </a:r>
            <a:r>
              <a:rPr lang="en-US" sz="4000" dirty="0">
                <a:ea typeface="+mn-lt"/>
                <a:cs typeface="+mn-lt"/>
              </a:rPr>
              <a:t>.</a:t>
            </a:r>
            <a:endParaRPr lang="en-US" dirty="0"/>
          </a:p>
          <a:p>
            <a:r>
              <a:rPr lang="en-US" sz="4000" b="1" dirty="0">
                <a:ea typeface="+mn-lt"/>
                <a:cs typeface="+mn-lt"/>
              </a:rPr>
              <a:t>Typical example:</a:t>
            </a:r>
            <a:endParaRPr lang="en-US" b="1" dirty="0">
              <a:ea typeface="+mn-lt"/>
              <a:cs typeface="+mn-lt"/>
            </a:endParaRPr>
          </a:p>
          <a:p>
            <a:r>
              <a:rPr lang="en-US" sz="4000">
                <a:solidFill>
                  <a:schemeClr val="tx2">
                    <a:lumMod val="90000"/>
                    <a:lumOff val="10000"/>
                  </a:schemeClr>
                </a:solidFill>
                <a:ea typeface="+mn-lt"/>
                <a:cs typeface="+mn-lt"/>
              </a:rPr>
              <a:t>System clock = 1 MHz</a:t>
            </a:r>
            <a:endParaRPr lang="en-US" sz="4000">
              <a:solidFill>
                <a:schemeClr val="tx2">
                  <a:lumMod val="90000"/>
                  <a:lumOff val="10000"/>
                </a:schemeClr>
              </a:solidFill>
            </a:endParaRPr>
          </a:p>
          <a:p>
            <a:r>
              <a:rPr lang="en-US" sz="4000" dirty="0">
                <a:solidFill>
                  <a:schemeClr val="tx2">
                    <a:lumMod val="90000"/>
                    <a:lumOff val="10000"/>
                  </a:schemeClr>
                </a:solidFill>
                <a:ea typeface="+mn-lt"/>
                <a:cs typeface="+mn-lt"/>
              </a:rPr>
              <a:t>Timer = 8-bit → counts from 0 to 255</a:t>
            </a:r>
            <a:endParaRPr lang="en-US">
              <a:solidFill>
                <a:schemeClr val="tx2">
                  <a:lumMod val="90000"/>
                  <a:lumOff val="10000"/>
                </a:schemeClr>
              </a:solidFill>
            </a:endParaRPr>
          </a:p>
          <a:p>
            <a:r>
              <a:rPr lang="en-US" sz="4000" dirty="0">
                <a:solidFill>
                  <a:schemeClr val="tx2">
                    <a:lumMod val="90000"/>
                    <a:lumOff val="10000"/>
                  </a:schemeClr>
                </a:solidFill>
                <a:ea typeface="+mn-lt"/>
                <a:cs typeface="+mn-lt"/>
              </a:rPr>
              <a:t>The timer increments once every clock tick.</a:t>
            </a:r>
            <a:endParaRPr lang="en-US">
              <a:solidFill>
                <a:schemeClr val="tx2">
                  <a:lumMod val="90000"/>
                  <a:lumOff val="10000"/>
                </a:schemeClr>
              </a:solidFill>
            </a:endParaRPr>
          </a:p>
          <a:p>
            <a:pPr marL="228600" indent="-228600">
              <a:buFont typeface=""/>
              <a:buChar char="•"/>
            </a:pPr>
            <a:endParaRPr lang="en-US" sz="4000" b="1" dirty="0"/>
          </a:p>
        </p:txBody>
      </p:sp>
    </p:spTree>
    <p:extLst>
      <p:ext uri="{BB962C8B-B14F-4D97-AF65-F5344CB8AC3E}">
        <p14:creationId xmlns:p14="http://schemas.microsoft.com/office/powerpoint/2010/main" val="31643910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white sign with black text&#10;&#10;Description automatically generated">
            <a:extLst>
              <a:ext uri="{FF2B5EF4-FFF2-40B4-BE49-F238E27FC236}">
                <a16:creationId xmlns:a16="http://schemas.microsoft.com/office/drawing/2014/main" id="{193CA549-198F-04F6-2399-2D37F8674E8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7" name="Rectangle 6">
            <a:extLst>
              <a:ext uri="{FF2B5EF4-FFF2-40B4-BE49-F238E27FC236}">
                <a16:creationId xmlns:a16="http://schemas.microsoft.com/office/drawing/2014/main" id="{CB3854A6-0597-D9D0-5B47-69579A43742F}"/>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descr="A black and white logo&#10;&#10;AI-generated content may be incorrect.">
            <a:extLst>
              <a:ext uri="{FF2B5EF4-FFF2-40B4-BE49-F238E27FC236}">
                <a16:creationId xmlns:a16="http://schemas.microsoft.com/office/drawing/2014/main" id="{773EF9C3-B00C-A7D8-98B4-7F80BD020D2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11" name="Rectangle 10">
            <a:extLst>
              <a:ext uri="{FF2B5EF4-FFF2-40B4-BE49-F238E27FC236}">
                <a16:creationId xmlns:a16="http://schemas.microsoft.com/office/drawing/2014/main" id="{EDE47BC3-24CB-5BD5-C809-913D4BA08E66}"/>
              </a:ext>
            </a:extLst>
          </p:cNvPr>
          <p:cNvSpPr/>
          <p:nvPr/>
        </p:nvSpPr>
        <p:spPr>
          <a:xfrm rot="5400000">
            <a:off x="-850931" y="16116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7" name="Group 16">
            <a:extLst>
              <a:ext uri="{FF2B5EF4-FFF2-40B4-BE49-F238E27FC236}">
                <a16:creationId xmlns:a16="http://schemas.microsoft.com/office/drawing/2014/main" id="{DF4994B6-41FF-7C0C-533B-2E3362D23525}"/>
              </a:ext>
            </a:extLst>
          </p:cNvPr>
          <p:cNvGrpSpPr/>
          <p:nvPr/>
        </p:nvGrpSpPr>
        <p:grpSpPr>
          <a:xfrm rot="10800000" flipH="1">
            <a:off x="9345038" y="207226"/>
            <a:ext cx="1947465" cy="3013886"/>
            <a:chOff x="9989698" y="3602621"/>
            <a:chExt cx="1947465" cy="3013886"/>
          </a:xfrm>
          <a:solidFill>
            <a:srgbClr val="3F51B5"/>
          </a:solidFill>
        </p:grpSpPr>
        <p:cxnSp>
          <p:nvCxnSpPr>
            <p:cNvPr id="13" name="Straight Connector 12">
              <a:extLst>
                <a:ext uri="{FF2B5EF4-FFF2-40B4-BE49-F238E27FC236}">
                  <a16:creationId xmlns:a16="http://schemas.microsoft.com/office/drawing/2014/main" id="{9FF7D62C-4382-A923-5524-6ECBFC472D6C}"/>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2D435087-6BE2-2A27-A1D5-D1DC3450EF6A}"/>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B34F594A-9FEC-3587-F02A-ACD41F2343FD}"/>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593076BE-6E10-1CFB-2C04-5B4E4BE02A49}"/>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9" name="Picture 18" descr="A blue and black logo&#10;&#10;AI-generated content may be incorrect.">
            <a:extLst>
              <a:ext uri="{FF2B5EF4-FFF2-40B4-BE49-F238E27FC236}">
                <a16:creationId xmlns:a16="http://schemas.microsoft.com/office/drawing/2014/main" id="{7A95B972-586F-19CE-0DA7-060F84EC506F}"/>
              </a:ext>
            </a:extLst>
          </p:cNvPr>
          <p:cNvPicPr>
            <a:picLocks noChangeAspect="1"/>
          </p:cNvPicPr>
          <p:nvPr/>
        </p:nvPicPr>
        <p:blipFill>
          <a:blip r:embed="rId4"/>
          <a:srcRect/>
          <a:stretch/>
        </p:blipFill>
        <p:spPr>
          <a:xfrm>
            <a:off x="595160" y="229787"/>
            <a:ext cx="684216" cy="942872"/>
          </a:xfrm>
          <a:prstGeom prst="rect">
            <a:avLst/>
          </a:prstGeom>
        </p:spPr>
      </p:pic>
      <p:pic>
        <p:nvPicPr>
          <p:cNvPr id="21" name="Content Placeholder 2" descr="A blue arrows on a white background&#10;&#10;AI-generated content may be incorrect.">
            <a:extLst>
              <a:ext uri="{FF2B5EF4-FFF2-40B4-BE49-F238E27FC236}">
                <a16:creationId xmlns:a16="http://schemas.microsoft.com/office/drawing/2014/main" id="{AE0901E5-06BC-A361-3940-02BAA016062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3" name="Picture 22" descr="A blue logo on a black background&#10;&#10;Description automatically generated">
            <a:extLst>
              <a:ext uri="{FF2B5EF4-FFF2-40B4-BE49-F238E27FC236}">
                <a16:creationId xmlns:a16="http://schemas.microsoft.com/office/drawing/2014/main" id="{50AB9E96-D2B8-BCDF-7528-187E828572F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25" name="Rectangle 9">
            <a:extLst>
              <a:ext uri="{FF2B5EF4-FFF2-40B4-BE49-F238E27FC236}">
                <a16:creationId xmlns:a16="http://schemas.microsoft.com/office/drawing/2014/main" id="{827AC0CE-7DEA-F705-E88E-4EA64A4D74DC}"/>
              </a:ext>
            </a:extLst>
          </p:cNvPr>
          <p:cNvSpPr>
            <a:spLocks noChangeArrowheads="1"/>
          </p:cNvSpPr>
          <p:nvPr/>
        </p:nvSpPr>
        <p:spPr bwMode="auto">
          <a:xfrm>
            <a:off x="697465" y="2224197"/>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F2A0B6E9-20CF-B9B1-F5F3-E76743DE2A9D}"/>
              </a:ext>
            </a:extLst>
          </p:cNvPr>
          <p:cNvSpPr txBox="1"/>
          <p:nvPr/>
        </p:nvSpPr>
        <p:spPr>
          <a:xfrm>
            <a:off x="819247" y="1382479"/>
            <a:ext cx="7560972"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dirty="0">
                <a:solidFill>
                  <a:schemeClr val="tx2">
                    <a:lumMod val="90000"/>
                    <a:lumOff val="10000"/>
                  </a:schemeClr>
                </a:solidFill>
                <a:ea typeface="+mn-lt"/>
                <a:cs typeface="+mn-lt"/>
              </a:rPr>
              <a:t>What is a </a:t>
            </a:r>
            <a:r>
              <a:rPr lang="en-US" sz="4000" b="1" err="1">
                <a:solidFill>
                  <a:schemeClr val="tx2">
                    <a:lumMod val="90000"/>
                    <a:lumOff val="10000"/>
                  </a:schemeClr>
                </a:solidFill>
                <a:ea typeface="+mn-lt"/>
                <a:cs typeface="+mn-lt"/>
              </a:rPr>
              <a:t>Prescaler</a:t>
            </a:r>
            <a:r>
              <a:rPr lang="en-US" sz="4000" b="1" dirty="0">
                <a:solidFill>
                  <a:schemeClr val="tx2">
                    <a:lumMod val="90000"/>
                    <a:lumOff val="10000"/>
                  </a:schemeClr>
                </a:solidFill>
                <a:ea typeface="+mn-lt"/>
                <a:cs typeface="+mn-lt"/>
              </a:rPr>
              <a:t>?</a:t>
            </a:r>
            <a:endParaRPr lang="en-US" sz="4000" b="1">
              <a:solidFill>
                <a:schemeClr val="tx2">
                  <a:lumMod val="90000"/>
                  <a:lumOff val="10000"/>
                </a:schemeClr>
              </a:solidFill>
            </a:endParaRPr>
          </a:p>
        </p:txBody>
      </p:sp>
      <p:sp>
        <p:nvSpPr>
          <p:cNvPr id="3" name="TextBox 2">
            <a:extLst>
              <a:ext uri="{FF2B5EF4-FFF2-40B4-BE49-F238E27FC236}">
                <a16:creationId xmlns:a16="http://schemas.microsoft.com/office/drawing/2014/main" id="{BBE9BDAC-5FF0-42D5-6E58-3CDB18726F41}"/>
              </a:ext>
            </a:extLst>
          </p:cNvPr>
          <p:cNvSpPr txBox="1"/>
          <p:nvPr/>
        </p:nvSpPr>
        <p:spPr>
          <a:xfrm>
            <a:off x="604760" y="2219476"/>
            <a:ext cx="9918096" cy="31700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dirty="0"/>
              <a:t>A </a:t>
            </a:r>
            <a:r>
              <a:rPr lang="en-US" sz="4000" b="1" err="1"/>
              <a:t>Prescaler</a:t>
            </a:r>
            <a:r>
              <a:rPr lang="en-US" sz="4000" dirty="0"/>
              <a:t> is a </a:t>
            </a:r>
            <a:r>
              <a:rPr lang="en-US" sz="4000" b="1" dirty="0"/>
              <a:t>clock divider</a:t>
            </a:r>
            <a:r>
              <a:rPr lang="en-US" sz="4000" dirty="0"/>
              <a:t> placed before the Timer.</a:t>
            </a:r>
          </a:p>
          <a:p>
            <a:r>
              <a:rPr lang="en-US" sz="4000" dirty="0"/>
              <a:t>It divides the clock frequency by a fixed number.</a:t>
            </a:r>
          </a:p>
          <a:p>
            <a:pPr algn="ctr"/>
            <a:endParaRPr lang="en-US" sz="4000" dirty="0"/>
          </a:p>
        </p:txBody>
      </p:sp>
    </p:spTree>
    <p:extLst>
      <p:ext uri="{BB962C8B-B14F-4D97-AF65-F5344CB8AC3E}">
        <p14:creationId xmlns:p14="http://schemas.microsoft.com/office/powerpoint/2010/main" val="32967091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white sign with black text&#10;&#10;Description automatically generated">
            <a:extLst>
              <a:ext uri="{FF2B5EF4-FFF2-40B4-BE49-F238E27FC236}">
                <a16:creationId xmlns:a16="http://schemas.microsoft.com/office/drawing/2014/main" id="{E8278A6A-2BAC-A114-1897-FA39384886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7" name="Rectangle 6">
            <a:extLst>
              <a:ext uri="{FF2B5EF4-FFF2-40B4-BE49-F238E27FC236}">
                <a16:creationId xmlns:a16="http://schemas.microsoft.com/office/drawing/2014/main" id="{1BE6CA31-7D5A-9E2C-C109-E18DCEBCA9B0}"/>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descr="A black and white logo&#10;&#10;AI-generated content may be incorrect.">
            <a:extLst>
              <a:ext uri="{FF2B5EF4-FFF2-40B4-BE49-F238E27FC236}">
                <a16:creationId xmlns:a16="http://schemas.microsoft.com/office/drawing/2014/main" id="{8AE2A343-4DBE-80DA-D68E-5881AD62450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11" name="Rectangle 10">
            <a:extLst>
              <a:ext uri="{FF2B5EF4-FFF2-40B4-BE49-F238E27FC236}">
                <a16:creationId xmlns:a16="http://schemas.microsoft.com/office/drawing/2014/main" id="{F3141E57-6571-B405-4784-5DEBCDBFEDC9}"/>
              </a:ext>
            </a:extLst>
          </p:cNvPr>
          <p:cNvSpPr/>
          <p:nvPr/>
        </p:nvSpPr>
        <p:spPr>
          <a:xfrm rot="5400000">
            <a:off x="-850931" y="16116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7" name="Group 16">
            <a:extLst>
              <a:ext uri="{FF2B5EF4-FFF2-40B4-BE49-F238E27FC236}">
                <a16:creationId xmlns:a16="http://schemas.microsoft.com/office/drawing/2014/main" id="{5486A80A-E5F7-47BF-BBB9-DD4A770C9644}"/>
              </a:ext>
            </a:extLst>
          </p:cNvPr>
          <p:cNvGrpSpPr/>
          <p:nvPr/>
        </p:nvGrpSpPr>
        <p:grpSpPr>
          <a:xfrm rot="10800000" flipH="1">
            <a:off x="9345038" y="207226"/>
            <a:ext cx="1947465" cy="3013886"/>
            <a:chOff x="9989698" y="3602621"/>
            <a:chExt cx="1947465" cy="3013886"/>
          </a:xfrm>
          <a:solidFill>
            <a:srgbClr val="3F51B5"/>
          </a:solidFill>
        </p:grpSpPr>
        <p:cxnSp>
          <p:nvCxnSpPr>
            <p:cNvPr id="13" name="Straight Connector 12">
              <a:extLst>
                <a:ext uri="{FF2B5EF4-FFF2-40B4-BE49-F238E27FC236}">
                  <a16:creationId xmlns:a16="http://schemas.microsoft.com/office/drawing/2014/main" id="{B3D24C7F-D0DD-1DF7-F8DA-D06BC3B76DD9}"/>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B7FB73D3-5B46-DAFD-FEC1-1F8292E45900}"/>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B8528B2F-ADD9-B79A-38E8-CE69E27AB516}"/>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C682F464-86F8-6E7C-1ED7-0CB3A46E039F}"/>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9" name="Picture 18" descr="A blue and black logo&#10;&#10;AI-generated content may be incorrect.">
            <a:extLst>
              <a:ext uri="{FF2B5EF4-FFF2-40B4-BE49-F238E27FC236}">
                <a16:creationId xmlns:a16="http://schemas.microsoft.com/office/drawing/2014/main" id="{2206A3BA-2FE5-40B3-C737-4D63688253D9}"/>
              </a:ext>
            </a:extLst>
          </p:cNvPr>
          <p:cNvPicPr>
            <a:picLocks noChangeAspect="1"/>
          </p:cNvPicPr>
          <p:nvPr/>
        </p:nvPicPr>
        <p:blipFill>
          <a:blip r:embed="rId4"/>
          <a:srcRect/>
          <a:stretch/>
        </p:blipFill>
        <p:spPr>
          <a:xfrm>
            <a:off x="595160" y="229787"/>
            <a:ext cx="684216" cy="942872"/>
          </a:xfrm>
          <a:prstGeom prst="rect">
            <a:avLst/>
          </a:prstGeom>
        </p:spPr>
      </p:pic>
      <p:pic>
        <p:nvPicPr>
          <p:cNvPr id="21" name="Content Placeholder 2" descr="A blue arrows on a white background&#10;&#10;AI-generated content may be incorrect.">
            <a:extLst>
              <a:ext uri="{FF2B5EF4-FFF2-40B4-BE49-F238E27FC236}">
                <a16:creationId xmlns:a16="http://schemas.microsoft.com/office/drawing/2014/main" id="{47C3789A-E069-3AFC-3A48-5B8DB4787ED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3" name="Picture 22" descr="A blue logo on a black background&#10;&#10;Description automatically generated">
            <a:extLst>
              <a:ext uri="{FF2B5EF4-FFF2-40B4-BE49-F238E27FC236}">
                <a16:creationId xmlns:a16="http://schemas.microsoft.com/office/drawing/2014/main" id="{5D55F049-952D-572E-F46C-67D82EC7941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25" name="Rectangle 9">
            <a:extLst>
              <a:ext uri="{FF2B5EF4-FFF2-40B4-BE49-F238E27FC236}">
                <a16:creationId xmlns:a16="http://schemas.microsoft.com/office/drawing/2014/main" id="{D803F259-EFD6-7202-A733-6286A5A4B67F}"/>
              </a:ext>
            </a:extLst>
          </p:cNvPr>
          <p:cNvSpPr>
            <a:spLocks noChangeArrowheads="1"/>
          </p:cNvSpPr>
          <p:nvPr/>
        </p:nvSpPr>
        <p:spPr bwMode="auto">
          <a:xfrm>
            <a:off x="697465" y="2224197"/>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91A28AD7-FF8F-BB81-8C54-9D75BEEF9FED}"/>
              </a:ext>
            </a:extLst>
          </p:cNvPr>
          <p:cNvSpPr txBox="1"/>
          <p:nvPr/>
        </p:nvSpPr>
        <p:spPr>
          <a:xfrm>
            <a:off x="1498313" y="699321"/>
            <a:ext cx="7967297"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dirty="0"/>
              <a:t>T</a:t>
            </a:r>
            <a:r>
              <a:rPr lang="en-US" sz="2800" dirty="0"/>
              <a:t>(clock)</a:t>
            </a:r>
            <a:r>
              <a:rPr lang="en-US" sz="4000" dirty="0"/>
              <a:t>=</a:t>
            </a:r>
            <a:r>
              <a:rPr lang="en-US" sz="2800" dirty="0"/>
              <a:t>1/</a:t>
            </a:r>
            <a:r>
              <a:rPr lang="en-US" sz="4000" dirty="0"/>
              <a:t>F</a:t>
            </a:r>
            <a:r>
              <a:rPr lang="en-US" sz="2800" dirty="0"/>
              <a:t>(clo</a:t>
            </a:r>
            <a:r>
              <a:rPr lang="en-US" sz="2800" dirty="0">
                <a:solidFill>
                  <a:srgbClr val="000000"/>
                </a:solidFill>
                <a:latin typeface="Aptos"/>
              </a:rPr>
              <a:t>ck)/</a:t>
            </a:r>
            <a:r>
              <a:rPr lang="en-US" sz="4000" dirty="0">
                <a:solidFill>
                  <a:srgbClr val="000000"/>
                </a:solidFill>
                <a:latin typeface="Aptos"/>
              </a:rPr>
              <a:t>pre </a:t>
            </a:r>
            <a:r>
              <a:rPr lang="en-US" sz="4000">
                <a:solidFill>
                  <a:srgbClr val="000000"/>
                </a:solidFill>
                <a:latin typeface="Aptos"/>
              </a:rPr>
              <a:t>=pre</a:t>
            </a:r>
            <a:r>
              <a:rPr lang="en-US" sz="2800">
                <a:solidFill>
                  <a:srgbClr val="000000"/>
                </a:solidFill>
                <a:latin typeface="Aptos"/>
              </a:rPr>
              <a:t>/</a:t>
            </a:r>
            <a:r>
              <a:rPr lang="en-US" sz="4000">
                <a:solidFill>
                  <a:srgbClr val="000000"/>
                </a:solidFill>
                <a:latin typeface="Aptos"/>
              </a:rPr>
              <a:t>F</a:t>
            </a:r>
            <a:r>
              <a:rPr lang="en-US" sz="2800">
                <a:solidFill>
                  <a:srgbClr val="000000"/>
                </a:solidFill>
                <a:latin typeface="Aptos"/>
              </a:rPr>
              <a:t>(clock)</a:t>
            </a:r>
            <a:endParaRPr lang="en-US" sz="2800" dirty="0"/>
          </a:p>
        </p:txBody>
      </p:sp>
      <p:pic>
        <p:nvPicPr>
          <p:cNvPr id="4" name="Picture 3" descr="A diagram of a prescaler&#10;&#10;AI-generated content may be incorrect.">
            <a:extLst>
              <a:ext uri="{FF2B5EF4-FFF2-40B4-BE49-F238E27FC236}">
                <a16:creationId xmlns:a16="http://schemas.microsoft.com/office/drawing/2014/main" id="{6E77156B-B05E-4D53-0686-DF8573B06AAF}"/>
              </a:ext>
            </a:extLst>
          </p:cNvPr>
          <p:cNvPicPr>
            <a:picLocks noChangeAspect="1"/>
          </p:cNvPicPr>
          <p:nvPr/>
        </p:nvPicPr>
        <p:blipFill>
          <a:blip r:embed="rId7"/>
          <a:stretch>
            <a:fillRect/>
          </a:stretch>
        </p:blipFill>
        <p:spPr>
          <a:xfrm>
            <a:off x="1507753" y="2219605"/>
            <a:ext cx="7764555" cy="2979083"/>
          </a:xfrm>
          <a:prstGeom prst="rect">
            <a:avLst/>
          </a:prstGeom>
        </p:spPr>
      </p:pic>
    </p:spTree>
    <p:extLst>
      <p:ext uri="{BB962C8B-B14F-4D97-AF65-F5344CB8AC3E}">
        <p14:creationId xmlns:p14="http://schemas.microsoft.com/office/powerpoint/2010/main" val="26075666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white sign with black text&#10;&#10;Description automatically generated">
            <a:extLst>
              <a:ext uri="{FF2B5EF4-FFF2-40B4-BE49-F238E27FC236}">
                <a16:creationId xmlns:a16="http://schemas.microsoft.com/office/drawing/2014/main" id="{D3965F59-0E13-AA06-DADC-3F56739BA2B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7" name="Rectangle 6">
            <a:extLst>
              <a:ext uri="{FF2B5EF4-FFF2-40B4-BE49-F238E27FC236}">
                <a16:creationId xmlns:a16="http://schemas.microsoft.com/office/drawing/2014/main" id="{DA3E6815-D584-88E1-4065-A6320633863B}"/>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descr="A black and white logo&#10;&#10;AI-generated content may be incorrect.">
            <a:extLst>
              <a:ext uri="{FF2B5EF4-FFF2-40B4-BE49-F238E27FC236}">
                <a16:creationId xmlns:a16="http://schemas.microsoft.com/office/drawing/2014/main" id="{BCCED538-F1A7-C02B-0AC3-A9921DF3F39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11" name="Rectangle 10">
            <a:extLst>
              <a:ext uri="{FF2B5EF4-FFF2-40B4-BE49-F238E27FC236}">
                <a16:creationId xmlns:a16="http://schemas.microsoft.com/office/drawing/2014/main" id="{7CC7C5C1-3D1E-AEF6-9287-022D94DE44C5}"/>
              </a:ext>
            </a:extLst>
          </p:cNvPr>
          <p:cNvSpPr/>
          <p:nvPr/>
        </p:nvSpPr>
        <p:spPr>
          <a:xfrm rot="5400000">
            <a:off x="-850931" y="16116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7" name="Group 16">
            <a:extLst>
              <a:ext uri="{FF2B5EF4-FFF2-40B4-BE49-F238E27FC236}">
                <a16:creationId xmlns:a16="http://schemas.microsoft.com/office/drawing/2014/main" id="{81D261B6-3C77-3A7E-AE79-2860449649D5}"/>
              </a:ext>
            </a:extLst>
          </p:cNvPr>
          <p:cNvGrpSpPr/>
          <p:nvPr/>
        </p:nvGrpSpPr>
        <p:grpSpPr>
          <a:xfrm rot="10800000" flipH="1">
            <a:off x="9345038" y="207226"/>
            <a:ext cx="1947465" cy="3013886"/>
            <a:chOff x="9989698" y="3602621"/>
            <a:chExt cx="1947465" cy="3013886"/>
          </a:xfrm>
          <a:solidFill>
            <a:srgbClr val="3F51B5"/>
          </a:solidFill>
        </p:grpSpPr>
        <p:cxnSp>
          <p:nvCxnSpPr>
            <p:cNvPr id="13" name="Straight Connector 12">
              <a:extLst>
                <a:ext uri="{FF2B5EF4-FFF2-40B4-BE49-F238E27FC236}">
                  <a16:creationId xmlns:a16="http://schemas.microsoft.com/office/drawing/2014/main" id="{5A45F01B-2D13-B002-A688-983FB82AFA20}"/>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76B6E927-F849-D9BB-57A8-EBA7F0F910C4}"/>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7B851856-AEDA-8F8D-83F3-F14F516B688F}"/>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A4C2980-133D-5DD0-5A0B-9B9A34204043}"/>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9" name="Picture 18" descr="A blue and black logo&#10;&#10;AI-generated content may be incorrect.">
            <a:extLst>
              <a:ext uri="{FF2B5EF4-FFF2-40B4-BE49-F238E27FC236}">
                <a16:creationId xmlns:a16="http://schemas.microsoft.com/office/drawing/2014/main" id="{9695E293-25A9-DD66-6124-DBB133BD5A35}"/>
              </a:ext>
            </a:extLst>
          </p:cNvPr>
          <p:cNvPicPr>
            <a:picLocks noChangeAspect="1"/>
          </p:cNvPicPr>
          <p:nvPr/>
        </p:nvPicPr>
        <p:blipFill>
          <a:blip r:embed="rId4"/>
          <a:srcRect/>
          <a:stretch/>
        </p:blipFill>
        <p:spPr>
          <a:xfrm>
            <a:off x="595160" y="229787"/>
            <a:ext cx="684216" cy="942872"/>
          </a:xfrm>
          <a:prstGeom prst="rect">
            <a:avLst/>
          </a:prstGeom>
        </p:spPr>
      </p:pic>
      <p:pic>
        <p:nvPicPr>
          <p:cNvPr id="21" name="Content Placeholder 2" descr="A blue arrows on a white background&#10;&#10;AI-generated content may be incorrect.">
            <a:extLst>
              <a:ext uri="{FF2B5EF4-FFF2-40B4-BE49-F238E27FC236}">
                <a16:creationId xmlns:a16="http://schemas.microsoft.com/office/drawing/2014/main" id="{8E567FE9-1077-4947-6B38-435E07A32C7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3" name="Picture 22" descr="A blue logo on a black background&#10;&#10;Description automatically generated">
            <a:extLst>
              <a:ext uri="{FF2B5EF4-FFF2-40B4-BE49-F238E27FC236}">
                <a16:creationId xmlns:a16="http://schemas.microsoft.com/office/drawing/2014/main" id="{2CD2D621-FF36-6D59-30EB-5ADF4454F5D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25" name="Rectangle 9">
            <a:extLst>
              <a:ext uri="{FF2B5EF4-FFF2-40B4-BE49-F238E27FC236}">
                <a16:creationId xmlns:a16="http://schemas.microsoft.com/office/drawing/2014/main" id="{0D1AE0A7-6034-3C43-8169-DFE477773A80}"/>
              </a:ext>
            </a:extLst>
          </p:cNvPr>
          <p:cNvSpPr>
            <a:spLocks noChangeArrowheads="1"/>
          </p:cNvSpPr>
          <p:nvPr/>
        </p:nvSpPr>
        <p:spPr bwMode="auto">
          <a:xfrm>
            <a:off x="697465" y="2224197"/>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26" name="TextBox 25">
            <a:extLst>
              <a:ext uri="{FF2B5EF4-FFF2-40B4-BE49-F238E27FC236}">
                <a16:creationId xmlns:a16="http://schemas.microsoft.com/office/drawing/2014/main" id="{59EC7043-6DC4-582E-6534-30340784BB63}"/>
              </a:ext>
            </a:extLst>
          </p:cNvPr>
          <p:cNvSpPr txBox="1"/>
          <p:nvPr/>
        </p:nvSpPr>
        <p:spPr>
          <a:xfrm>
            <a:off x="606907" y="1230622"/>
            <a:ext cx="11944283"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dirty="0">
                <a:solidFill>
                  <a:schemeClr val="tx2">
                    <a:lumMod val="90000"/>
                    <a:lumOff val="10000"/>
                  </a:schemeClr>
                </a:solidFill>
                <a:ea typeface="+mn-lt"/>
                <a:cs typeface="+mn-lt"/>
              </a:rPr>
              <a:t>What do we need to setup Timer + </a:t>
            </a:r>
            <a:r>
              <a:rPr lang="en-US" sz="4000" b="1" err="1">
                <a:solidFill>
                  <a:schemeClr val="tx2">
                    <a:lumMod val="90000"/>
                    <a:lumOff val="10000"/>
                  </a:schemeClr>
                </a:solidFill>
                <a:ea typeface="+mn-lt"/>
                <a:cs typeface="+mn-lt"/>
              </a:rPr>
              <a:t>Prescaler</a:t>
            </a:r>
            <a:r>
              <a:rPr lang="en-US" sz="4000" b="1" dirty="0">
                <a:solidFill>
                  <a:schemeClr val="tx2">
                    <a:lumMod val="90000"/>
                    <a:lumOff val="10000"/>
                  </a:schemeClr>
                </a:solidFill>
                <a:ea typeface="+mn-lt"/>
                <a:cs typeface="+mn-lt"/>
              </a:rPr>
              <a:t>?</a:t>
            </a:r>
            <a:endParaRPr lang="en-US" sz="4000" b="1">
              <a:solidFill>
                <a:schemeClr val="tx2">
                  <a:lumMod val="90000"/>
                  <a:lumOff val="10000"/>
                </a:schemeClr>
              </a:solidFill>
            </a:endParaRPr>
          </a:p>
        </p:txBody>
      </p:sp>
      <p:sp>
        <p:nvSpPr>
          <p:cNvPr id="27" name="TextBox 26">
            <a:extLst>
              <a:ext uri="{FF2B5EF4-FFF2-40B4-BE49-F238E27FC236}">
                <a16:creationId xmlns:a16="http://schemas.microsoft.com/office/drawing/2014/main" id="{EC2095AE-8AD4-88DC-3B75-3AE008270F53}"/>
              </a:ext>
            </a:extLst>
          </p:cNvPr>
          <p:cNvSpPr txBox="1"/>
          <p:nvPr/>
        </p:nvSpPr>
        <p:spPr>
          <a:xfrm>
            <a:off x="609462" y="1913727"/>
            <a:ext cx="10340178" cy="3539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AutoNum type="arabicPeriod"/>
            </a:pPr>
            <a:r>
              <a:rPr lang="en-US" sz="3200">
                <a:ea typeface="+mn-lt"/>
                <a:cs typeface="+mn-lt"/>
              </a:rPr>
              <a:t>Select Timer(Timer0 → 8-bit)</a:t>
            </a:r>
          </a:p>
          <a:p>
            <a:pPr marL="342900" indent="-342900">
              <a:buAutoNum type="arabicPeriod"/>
            </a:pPr>
            <a:r>
              <a:rPr lang="en-US" sz="3200" dirty="0">
                <a:ea typeface="+mn-lt"/>
                <a:cs typeface="+mn-lt"/>
              </a:rPr>
              <a:t>Know System Clock (microcontroller 16 MHz)</a:t>
            </a:r>
          </a:p>
          <a:p>
            <a:pPr marL="342900" indent="-342900">
              <a:buFontTx/>
              <a:buAutoNum type="arabicPeriod"/>
            </a:pPr>
            <a:r>
              <a:rPr lang="en-US" sz="3200">
                <a:ea typeface="+mn-lt"/>
                <a:cs typeface="+mn-lt"/>
              </a:rPr>
              <a:t>Decide Desired Delay</a:t>
            </a:r>
          </a:p>
          <a:p>
            <a:pPr marL="342900" indent="-342900">
              <a:buAutoNum type="arabicPeriod"/>
            </a:pPr>
            <a:endParaRPr lang="en-US" sz="3200" dirty="0"/>
          </a:p>
          <a:p>
            <a:pPr marL="342900" indent="-342900">
              <a:buAutoNum type="arabicPeriod"/>
            </a:pPr>
            <a:endParaRPr lang="en-US" sz="3200" dirty="0">
              <a:ea typeface="+mn-lt"/>
              <a:cs typeface="+mn-lt"/>
            </a:endParaRPr>
          </a:p>
          <a:p>
            <a:pPr marL="342900" indent="-342900">
              <a:buAutoNum type="arabicPeriod"/>
            </a:pPr>
            <a:endParaRPr lang="en-US" sz="3200" dirty="0">
              <a:ea typeface="+mn-lt"/>
              <a:cs typeface="+mn-lt"/>
            </a:endParaRPr>
          </a:p>
          <a:p>
            <a:pPr marL="342900" indent="-342900">
              <a:buAutoNum type="arabicPeriod"/>
            </a:pPr>
            <a:endParaRPr lang="en-US" sz="3200" dirty="0">
              <a:ea typeface="+mn-lt"/>
              <a:cs typeface="+mn-lt"/>
            </a:endParaRPr>
          </a:p>
        </p:txBody>
      </p:sp>
    </p:spTree>
    <p:extLst>
      <p:ext uri="{BB962C8B-B14F-4D97-AF65-F5344CB8AC3E}">
        <p14:creationId xmlns:p14="http://schemas.microsoft.com/office/powerpoint/2010/main" val="32438652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rectangular object with black text&#10;&#10;AI-generated content may be incorrect.">
            <a:extLst>
              <a:ext uri="{FF2B5EF4-FFF2-40B4-BE49-F238E27FC236}">
                <a16:creationId xmlns:a16="http://schemas.microsoft.com/office/drawing/2014/main" id="{84F2D3AF-A488-AB2E-6BCE-E4FDA35D0E03}"/>
              </a:ext>
            </a:extLst>
          </p:cNvPr>
          <p:cNvPicPr>
            <a:picLocks noChangeAspect="1"/>
          </p:cNvPicPr>
          <p:nvPr/>
        </p:nvPicPr>
        <p:blipFill>
          <a:blip r:embed="rId2"/>
          <a:stretch>
            <a:fillRect/>
          </a:stretch>
        </p:blipFill>
        <p:spPr>
          <a:xfrm>
            <a:off x="700646" y="931489"/>
            <a:ext cx="10185587" cy="1285875"/>
          </a:xfrm>
          <a:prstGeom prst="rect">
            <a:avLst/>
          </a:prstGeom>
        </p:spPr>
      </p:pic>
      <p:pic>
        <p:nvPicPr>
          <p:cNvPr id="6" name="Picture 5" descr="A white sign with black text&#10;&#10;Description automatically generated">
            <a:extLst>
              <a:ext uri="{FF2B5EF4-FFF2-40B4-BE49-F238E27FC236}">
                <a16:creationId xmlns:a16="http://schemas.microsoft.com/office/drawing/2014/main" id="{8081D82C-21C8-C8A4-E4E3-0803A6F8F86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8" name="Rectangle 7">
            <a:extLst>
              <a:ext uri="{FF2B5EF4-FFF2-40B4-BE49-F238E27FC236}">
                <a16:creationId xmlns:a16="http://schemas.microsoft.com/office/drawing/2014/main" id="{9FCC9C65-4717-DFAA-C5AA-AE29D6AA5C48}"/>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 black and white logo&#10;&#10;AI-generated content may be incorrect.">
            <a:extLst>
              <a:ext uri="{FF2B5EF4-FFF2-40B4-BE49-F238E27FC236}">
                <a16:creationId xmlns:a16="http://schemas.microsoft.com/office/drawing/2014/main" id="{0862E193-611E-FB8E-BCCC-6D931CEC3ADB}"/>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12" name="Rectangle 11">
            <a:extLst>
              <a:ext uri="{FF2B5EF4-FFF2-40B4-BE49-F238E27FC236}">
                <a16:creationId xmlns:a16="http://schemas.microsoft.com/office/drawing/2014/main" id="{FE2CAACB-8384-0C34-101D-E1BFD41D74AA}"/>
              </a:ext>
            </a:extLst>
          </p:cNvPr>
          <p:cNvSpPr/>
          <p:nvPr/>
        </p:nvSpPr>
        <p:spPr>
          <a:xfrm rot="5400000">
            <a:off x="-850931" y="16116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 name="Group 17">
            <a:extLst>
              <a:ext uri="{FF2B5EF4-FFF2-40B4-BE49-F238E27FC236}">
                <a16:creationId xmlns:a16="http://schemas.microsoft.com/office/drawing/2014/main" id="{0348F9C4-8CBE-3570-350F-13766F84DB79}"/>
              </a:ext>
            </a:extLst>
          </p:cNvPr>
          <p:cNvGrpSpPr/>
          <p:nvPr/>
        </p:nvGrpSpPr>
        <p:grpSpPr>
          <a:xfrm rot="10800000" flipH="1">
            <a:off x="9345038" y="207226"/>
            <a:ext cx="1947465" cy="3013886"/>
            <a:chOff x="9989698" y="3602621"/>
            <a:chExt cx="1947465" cy="3013886"/>
          </a:xfrm>
          <a:solidFill>
            <a:srgbClr val="3F51B5"/>
          </a:solidFill>
        </p:grpSpPr>
        <p:cxnSp>
          <p:nvCxnSpPr>
            <p:cNvPr id="14" name="Straight Connector 13">
              <a:extLst>
                <a:ext uri="{FF2B5EF4-FFF2-40B4-BE49-F238E27FC236}">
                  <a16:creationId xmlns:a16="http://schemas.microsoft.com/office/drawing/2014/main" id="{ACCDE952-FC5C-CC94-E6C7-ACAE667946E2}"/>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91B01FC0-D048-EAD2-6CA3-0B16E14D0D3F}"/>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94DD0CF1-3557-9231-76ED-75303D51F610}"/>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59DB4517-66F8-9F4B-70D0-94979F1EBC40}"/>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20" name="Picture 19" descr="A blue and black logo&#10;&#10;AI-generated content may be incorrect.">
            <a:extLst>
              <a:ext uri="{FF2B5EF4-FFF2-40B4-BE49-F238E27FC236}">
                <a16:creationId xmlns:a16="http://schemas.microsoft.com/office/drawing/2014/main" id="{21012325-112C-7108-45FB-FE978EA7FE44}"/>
              </a:ext>
            </a:extLst>
          </p:cNvPr>
          <p:cNvPicPr>
            <a:picLocks noChangeAspect="1"/>
          </p:cNvPicPr>
          <p:nvPr/>
        </p:nvPicPr>
        <p:blipFill>
          <a:blip r:embed="rId5"/>
          <a:srcRect/>
          <a:stretch/>
        </p:blipFill>
        <p:spPr>
          <a:xfrm>
            <a:off x="595160" y="229787"/>
            <a:ext cx="684216" cy="942872"/>
          </a:xfrm>
          <a:prstGeom prst="rect">
            <a:avLst/>
          </a:prstGeom>
        </p:spPr>
      </p:pic>
      <p:pic>
        <p:nvPicPr>
          <p:cNvPr id="22" name="Content Placeholder 2" descr="A blue arrows on a white background&#10;&#10;AI-generated content may be incorrect.">
            <a:extLst>
              <a:ext uri="{FF2B5EF4-FFF2-40B4-BE49-F238E27FC236}">
                <a16:creationId xmlns:a16="http://schemas.microsoft.com/office/drawing/2014/main" id="{C797C080-594A-E1D9-9670-0B252A76B92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5DC00710-0552-69CC-F2C5-5C73CA58335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26" name="Rectangle 9">
            <a:extLst>
              <a:ext uri="{FF2B5EF4-FFF2-40B4-BE49-F238E27FC236}">
                <a16:creationId xmlns:a16="http://schemas.microsoft.com/office/drawing/2014/main" id="{E5E32DB9-B5E1-8516-973C-1579E163272A}"/>
              </a:ext>
            </a:extLst>
          </p:cNvPr>
          <p:cNvSpPr>
            <a:spLocks noChangeArrowheads="1"/>
          </p:cNvSpPr>
          <p:nvPr/>
        </p:nvSpPr>
        <p:spPr bwMode="auto">
          <a:xfrm>
            <a:off x="697465" y="2224197"/>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50" name="TextBox 49">
            <a:extLst>
              <a:ext uri="{FF2B5EF4-FFF2-40B4-BE49-F238E27FC236}">
                <a16:creationId xmlns:a16="http://schemas.microsoft.com/office/drawing/2014/main" id="{0179CEB0-ABB0-F199-BC07-A79522378EF6}"/>
              </a:ext>
            </a:extLst>
          </p:cNvPr>
          <p:cNvSpPr txBox="1"/>
          <p:nvPr/>
        </p:nvSpPr>
        <p:spPr>
          <a:xfrm>
            <a:off x="8048666" y="3427394"/>
            <a:ext cx="29837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200" dirty="0" err="1">
                <a:solidFill>
                  <a:srgbClr val="FF0000"/>
                </a:solidFill>
              </a:rPr>
              <a:t>Prescaler</a:t>
            </a:r>
            <a:endParaRPr lang="en-US" sz="3200">
              <a:solidFill>
                <a:srgbClr val="FF0000"/>
              </a:solidFill>
            </a:endParaRPr>
          </a:p>
        </p:txBody>
      </p:sp>
      <mc:AlternateContent xmlns:mc="http://schemas.openxmlformats.org/markup-compatibility/2006" xmlns:p14="http://schemas.microsoft.com/office/powerpoint/2010/main">
        <mc:Choice Requires="p14">
          <p:contentPart p14:bwMode="auto" r:id="rId8">
            <p14:nvContentPartPr>
              <p14:cNvPr id="51" name="Ink 50">
                <a:extLst>
                  <a:ext uri="{FF2B5EF4-FFF2-40B4-BE49-F238E27FC236}">
                    <a16:creationId xmlns:a16="http://schemas.microsoft.com/office/drawing/2014/main" id="{B303AC58-0874-18ED-E5A6-FA7C3A0C0047}"/>
                  </a:ext>
                </a:extLst>
              </p14:cNvPr>
              <p14:cNvContentPartPr/>
              <p14:nvPr/>
            </p14:nvContentPartPr>
            <p14:xfrm>
              <a:off x="6505015" y="3653118"/>
              <a:ext cx="16808" cy="16808"/>
            </p14:xfrm>
          </p:contentPart>
        </mc:Choice>
        <mc:Fallback xmlns="">
          <p:pic>
            <p:nvPicPr>
              <p:cNvPr id="51" name="Ink 50">
                <a:extLst>
                  <a:ext uri="{FF2B5EF4-FFF2-40B4-BE49-F238E27FC236}">
                    <a16:creationId xmlns:a16="http://schemas.microsoft.com/office/drawing/2014/main" id="{B303AC58-0874-18ED-E5A6-FA7C3A0C0047}"/>
                  </a:ext>
                </a:extLst>
              </p:cNvPr>
              <p:cNvPicPr/>
              <p:nvPr/>
            </p:nvPicPr>
            <p:blipFill>
              <a:blip r:embed="rId9"/>
              <a:stretch>
                <a:fillRect/>
              </a:stretch>
            </p:blipFill>
            <p:spPr>
              <a:xfrm>
                <a:off x="5681423" y="2812718"/>
                <a:ext cx="1680800" cy="1680800"/>
              </a:xfrm>
              <a:prstGeom prst="rect">
                <a:avLst/>
              </a:prstGeom>
            </p:spPr>
          </p:pic>
        </mc:Fallback>
      </mc:AlternateContent>
      <p:pic>
        <p:nvPicPr>
          <p:cNvPr id="56" name="Picture 55" descr="A screenshot of a computer&#10;&#10;AI-generated content may be incorrect.">
            <a:extLst>
              <a:ext uri="{FF2B5EF4-FFF2-40B4-BE49-F238E27FC236}">
                <a16:creationId xmlns:a16="http://schemas.microsoft.com/office/drawing/2014/main" id="{F8782C14-2B88-0278-88B5-57C3C93E58FD}"/>
              </a:ext>
            </a:extLst>
          </p:cNvPr>
          <p:cNvPicPr>
            <a:picLocks noChangeAspect="1"/>
          </p:cNvPicPr>
          <p:nvPr/>
        </p:nvPicPr>
        <p:blipFill>
          <a:blip r:embed="rId10"/>
          <a:stretch>
            <a:fillRect/>
          </a:stretch>
        </p:blipFill>
        <p:spPr>
          <a:xfrm>
            <a:off x="1344706" y="2223247"/>
            <a:ext cx="9144000" cy="3845859"/>
          </a:xfrm>
          <a:prstGeom prst="rect">
            <a:avLst/>
          </a:prstGeom>
        </p:spPr>
      </p:pic>
    </p:spTree>
    <p:extLst>
      <p:ext uri="{BB962C8B-B14F-4D97-AF65-F5344CB8AC3E}">
        <p14:creationId xmlns:p14="http://schemas.microsoft.com/office/powerpoint/2010/main" val="35432525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descr="A white sign with black text&#10;&#10;Description automatically generated">
            <a:extLst>
              <a:ext uri="{FF2B5EF4-FFF2-40B4-BE49-F238E27FC236}">
                <a16:creationId xmlns:a16="http://schemas.microsoft.com/office/drawing/2014/main" id="{F3ADD311-CCDC-AE4E-F571-04D88D2BFE0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29" name="Rectangle 28">
            <a:extLst>
              <a:ext uri="{FF2B5EF4-FFF2-40B4-BE49-F238E27FC236}">
                <a16:creationId xmlns:a16="http://schemas.microsoft.com/office/drawing/2014/main" id="{A9D9243D-9ACA-25B5-232E-8F61BF547DB7}"/>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1" name="Picture 30" descr="A black and white logo&#10;&#10;AI-generated content may be incorrect.">
            <a:extLst>
              <a:ext uri="{FF2B5EF4-FFF2-40B4-BE49-F238E27FC236}">
                <a16:creationId xmlns:a16="http://schemas.microsoft.com/office/drawing/2014/main" id="{23A8273F-D375-8A3D-C77B-7D54573E394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33" name="Rectangle 32">
            <a:extLst>
              <a:ext uri="{FF2B5EF4-FFF2-40B4-BE49-F238E27FC236}">
                <a16:creationId xmlns:a16="http://schemas.microsoft.com/office/drawing/2014/main" id="{EC752C29-FB81-B752-7983-4B7872066AB7}"/>
              </a:ext>
            </a:extLst>
          </p:cNvPr>
          <p:cNvSpPr/>
          <p:nvPr/>
        </p:nvSpPr>
        <p:spPr>
          <a:xfrm rot="5400000">
            <a:off x="-850931" y="16116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9" name="Group 38">
            <a:extLst>
              <a:ext uri="{FF2B5EF4-FFF2-40B4-BE49-F238E27FC236}">
                <a16:creationId xmlns:a16="http://schemas.microsoft.com/office/drawing/2014/main" id="{EEF03281-021E-1A33-7AC2-8311D4403040}"/>
              </a:ext>
            </a:extLst>
          </p:cNvPr>
          <p:cNvGrpSpPr/>
          <p:nvPr/>
        </p:nvGrpSpPr>
        <p:grpSpPr>
          <a:xfrm rot="10800000" flipH="1">
            <a:off x="9345038" y="207226"/>
            <a:ext cx="1947465" cy="3013886"/>
            <a:chOff x="9989698" y="3602621"/>
            <a:chExt cx="1947465" cy="3013886"/>
          </a:xfrm>
          <a:solidFill>
            <a:srgbClr val="3F51B5"/>
          </a:solidFill>
        </p:grpSpPr>
        <p:cxnSp>
          <p:nvCxnSpPr>
            <p:cNvPr id="35" name="Straight Connector 34">
              <a:extLst>
                <a:ext uri="{FF2B5EF4-FFF2-40B4-BE49-F238E27FC236}">
                  <a16:creationId xmlns:a16="http://schemas.microsoft.com/office/drawing/2014/main" id="{30BD1155-81A7-27BC-F726-F7B4B9130C2B}"/>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6419ABDA-F682-8771-2EB8-60FEC68C2C3F}"/>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4DB17307-FCA4-2D9E-2BD5-5F70130E0596}"/>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FCECD456-7BA3-DBE5-5B92-69CAA723839F}"/>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41" name="Picture 40" descr="A blue and black logo&#10;&#10;AI-generated content may be incorrect.">
            <a:extLst>
              <a:ext uri="{FF2B5EF4-FFF2-40B4-BE49-F238E27FC236}">
                <a16:creationId xmlns:a16="http://schemas.microsoft.com/office/drawing/2014/main" id="{7DC4C21B-3F6F-A236-52A6-D703005C6367}"/>
              </a:ext>
            </a:extLst>
          </p:cNvPr>
          <p:cNvPicPr>
            <a:picLocks noChangeAspect="1"/>
          </p:cNvPicPr>
          <p:nvPr/>
        </p:nvPicPr>
        <p:blipFill>
          <a:blip r:embed="rId4"/>
          <a:srcRect/>
          <a:stretch/>
        </p:blipFill>
        <p:spPr>
          <a:xfrm>
            <a:off x="595160" y="229787"/>
            <a:ext cx="684216" cy="942872"/>
          </a:xfrm>
          <a:prstGeom prst="rect">
            <a:avLst/>
          </a:prstGeom>
        </p:spPr>
      </p:pic>
      <p:pic>
        <p:nvPicPr>
          <p:cNvPr id="43" name="Content Placeholder 2" descr="A blue arrows on a white background&#10;&#10;AI-generated content may be incorrect.">
            <a:extLst>
              <a:ext uri="{FF2B5EF4-FFF2-40B4-BE49-F238E27FC236}">
                <a16:creationId xmlns:a16="http://schemas.microsoft.com/office/drawing/2014/main" id="{DE7F68A1-23D3-6AEB-766E-25A8EC2BE49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45" name="Picture 44" descr="A blue logo on a black background&#10;&#10;Description automatically generated">
            <a:extLst>
              <a:ext uri="{FF2B5EF4-FFF2-40B4-BE49-F238E27FC236}">
                <a16:creationId xmlns:a16="http://schemas.microsoft.com/office/drawing/2014/main" id="{6473C2CE-104A-EB54-05D9-04BC508AD9D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47" name="Rectangle 9">
            <a:extLst>
              <a:ext uri="{FF2B5EF4-FFF2-40B4-BE49-F238E27FC236}">
                <a16:creationId xmlns:a16="http://schemas.microsoft.com/office/drawing/2014/main" id="{EA73ECC3-E654-8289-3604-84A8023633A1}"/>
              </a:ext>
            </a:extLst>
          </p:cNvPr>
          <p:cNvSpPr>
            <a:spLocks noChangeArrowheads="1"/>
          </p:cNvSpPr>
          <p:nvPr/>
        </p:nvSpPr>
        <p:spPr bwMode="auto">
          <a:xfrm>
            <a:off x="697465" y="2224197"/>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pic>
        <p:nvPicPr>
          <p:cNvPr id="48" name="Picture 47" descr="A screenshot of a phone&#10;&#10;AI-generated content may be incorrect.">
            <a:extLst>
              <a:ext uri="{FF2B5EF4-FFF2-40B4-BE49-F238E27FC236}">
                <a16:creationId xmlns:a16="http://schemas.microsoft.com/office/drawing/2014/main" id="{93D6CEB2-3310-65E8-80A9-522DB08BF070}"/>
              </a:ext>
            </a:extLst>
          </p:cNvPr>
          <p:cNvPicPr>
            <a:picLocks noChangeAspect="1"/>
          </p:cNvPicPr>
          <p:nvPr/>
        </p:nvPicPr>
        <p:blipFill>
          <a:blip r:embed="rId7"/>
          <a:stretch>
            <a:fillRect/>
          </a:stretch>
        </p:blipFill>
        <p:spPr>
          <a:xfrm>
            <a:off x="1507331" y="1418244"/>
            <a:ext cx="8492379" cy="1568824"/>
          </a:xfrm>
          <a:prstGeom prst="rect">
            <a:avLst/>
          </a:prstGeom>
        </p:spPr>
      </p:pic>
      <p:pic>
        <p:nvPicPr>
          <p:cNvPr id="50" name="Picture 49" descr="A diagram of a diagram&#10;&#10;AI-generated content may be incorrect.">
            <a:extLst>
              <a:ext uri="{FF2B5EF4-FFF2-40B4-BE49-F238E27FC236}">
                <a16:creationId xmlns:a16="http://schemas.microsoft.com/office/drawing/2014/main" id="{9F439FBC-018B-80FB-DC56-E90E98FED9FF}"/>
              </a:ext>
            </a:extLst>
          </p:cNvPr>
          <p:cNvPicPr>
            <a:picLocks noChangeAspect="1"/>
          </p:cNvPicPr>
          <p:nvPr/>
        </p:nvPicPr>
        <p:blipFill>
          <a:blip r:embed="rId8"/>
          <a:stretch>
            <a:fillRect/>
          </a:stretch>
        </p:blipFill>
        <p:spPr>
          <a:xfrm>
            <a:off x="2164698" y="3434044"/>
            <a:ext cx="7179047" cy="2679325"/>
          </a:xfrm>
          <a:prstGeom prst="rect">
            <a:avLst/>
          </a:prstGeom>
        </p:spPr>
      </p:pic>
    </p:spTree>
    <p:extLst>
      <p:ext uri="{BB962C8B-B14F-4D97-AF65-F5344CB8AC3E}">
        <p14:creationId xmlns:p14="http://schemas.microsoft.com/office/powerpoint/2010/main" val="8854305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651C6B-269F-B606-DB7A-41A8743A7F30}"/>
              </a:ext>
            </a:extLst>
          </p:cNvPr>
          <p:cNvSpPr/>
          <p:nvPr/>
        </p:nvSpPr>
        <p:spPr>
          <a:xfrm>
            <a:off x="0" y="5668601"/>
            <a:ext cx="12192000" cy="1189399"/>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B81992E-E214-BCC7-136B-F34689639BEB}"/>
              </a:ext>
            </a:extLst>
          </p:cNvPr>
          <p:cNvSpPr/>
          <p:nvPr/>
        </p:nvSpPr>
        <p:spPr>
          <a:xfrm>
            <a:off x="0" y="0"/>
            <a:ext cx="12192000" cy="6858000"/>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2" descr="A white arrows on a black background&#10;&#10;AI-generated content may be incorrect.">
            <a:extLst>
              <a:ext uri="{FF2B5EF4-FFF2-40B4-BE49-F238E27FC236}">
                <a16:creationId xmlns:a16="http://schemas.microsoft.com/office/drawing/2014/main" id="{84563CBD-F04E-8600-8E56-497442838FF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6200000">
            <a:off x="269502" y="5617933"/>
            <a:ext cx="960102" cy="149910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A white sign with black text&#10;&#10;Description automatically generated">
            <a:extLst>
              <a:ext uri="{FF2B5EF4-FFF2-40B4-BE49-F238E27FC236}">
                <a16:creationId xmlns:a16="http://schemas.microsoft.com/office/drawing/2014/main" id="{F1E8BB9A-E0AB-14CA-A432-1E6ED51D55C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pic>
        <p:nvPicPr>
          <p:cNvPr id="13" name="Picture 12" descr="A black and white logo&#10;&#10;AI-generated content may be incorrect.">
            <a:extLst>
              <a:ext uri="{FF2B5EF4-FFF2-40B4-BE49-F238E27FC236}">
                <a16:creationId xmlns:a16="http://schemas.microsoft.com/office/drawing/2014/main" id="{1B422A20-D7E1-0FDC-BE9A-B0FB2D991E53}"/>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755838" y="5929205"/>
            <a:ext cx="2679197" cy="1133858"/>
          </a:xfrm>
          <a:prstGeom prst="rect">
            <a:avLst/>
          </a:prstGeom>
        </p:spPr>
      </p:pic>
      <p:grpSp>
        <p:nvGrpSpPr>
          <p:cNvPr id="19" name="Group 18">
            <a:extLst>
              <a:ext uri="{FF2B5EF4-FFF2-40B4-BE49-F238E27FC236}">
                <a16:creationId xmlns:a16="http://schemas.microsoft.com/office/drawing/2014/main" id="{A1F5F3F0-000F-0A1F-EBC7-C8E6804E60D2}"/>
              </a:ext>
            </a:extLst>
          </p:cNvPr>
          <p:cNvGrpSpPr/>
          <p:nvPr/>
        </p:nvGrpSpPr>
        <p:grpSpPr>
          <a:xfrm flipV="1">
            <a:off x="10580003" y="345441"/>
            <a:ext cx="1329559" cy="4025209"/>
            <a:chOff x="10607605" y="3602621"/>
            <a:chExt cx="1329559" cy="3009868"/>
          </a:xfrm>
          <a:solidFill>
            <a:srgbClr val="3F51B5"/>
          </a:solidFill>
        </p:grpSpPr>
        <p:cxnSp>
          <p:nvCxnSpPr>
            <p:cNvPr id="15" name="Straight Connector 14">
              <a:extLst>
                <a:ext uri="{FF2B5EF4-FFF2-40B4-BE49-F238E27FC236}">
                  <a16:creationId xmlns:a16="http://schemas.microsoft.com/office/drawing/2014/main" id="{6BE945A4-4000-5F98-E2B1-AC18882B03D3}"/>
                </a:ext>
              </a:extLst>
            </p:cNvPr>
            <p:cNvCxnSpPr>
              <a:cxnSpLocks/>
            </p:cNvCxnSpPr>
            <p:nvPr/>
          </p:nvCxnSpPr>
          <p:spPr>
            <a:xfrm>
              <a:off x="11921924" y="3602621"/>
              <a:ext cx="0" cy="3009868"/>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99EBE332-DA85-E51B-ACD4-F84DF9281551}"/>
                </a:ext>
              </a:extLst>
            </p:cNvPr>
            <p:cNvCxnSpPr>
              <a:cxnSpLocks/>
            </p:cNvCxnSpPr>
            <p:nvPr/>
          </p:nvCxnSpPr>
          <p:spPr>
            <a:xfrm>
              <a:off x="11693324" y="3892181"/>
              <a:ext cx="0" cy="2524585"/>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1DE336D9-4C67-F1E3-7E67-6FD7C8E32CBC}"/>
                </a:ext>
              </a:extLst>
            </p:cNvPr>
            <p:cNvCxnSpPr>
              <a:cxnSpLocks/>
            </p:cNvCxnSpPr>
            <p:nvPr/>
          </p:nvCxnSpPr>
          <p:spPr>
            <a:xfrm flipH="1">
              <a:off x="10607605" y="6599083"/>
              <a:ext cx="1329559"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69A73AE8-EAD3-878B-6ACE-9FE5A557377D}"/>
                </a:ext>
              </a:extLst>
            </p:cNvPr>
            <p:cNvCxnSpPr>
              <a:cxnSpLocks/>
            </p:cNvCxnSpPr>
            <p:nvPr/>
          </p:nvCxnSpPr>
          <p:spPr>
            <a:xfrm flipH="1">
              <a:off x="11006889" y="6404974"/>
              <a:ext cx="703580"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21" name="Rectangle 20">
            <a:extLst>
              <a:ext uri="{FF2B5EF4-FFF2-40B4-BE49-F238E27FC236}">
                <a16:creationId xmlns:a16="http://schemas.microsoft.com/office/drawing/2014/main" id="{94FBF6BC-7670-4FDB-6467-CD52C63D2206}"/>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5EFEEC5-63E3-FE45-9BEB-E9FEF4470E02}"/>
              </a:ext>
            </a:extLst>
          </p:cNvPr>
          <p:cNvSpPr/>
          <p:nvPr/>
        </p:nvSpPr>
        <p:spPr>
          <a:xfrm>
            <a:off x="-2" y="5735068"/>
            <a:ext cx="12192002" cy="11338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descr="A blue logo on a black background&#10;&#10;Description automatically generated">
            <a:extLst>
              <a:ext uri="{FF2B5EF4-FFF2-40B4-BE49-F238E27FC236}">
                <a16:creationId xmlns:a16="http://schemas.microsoft.com/office/drawing/2014/main" id="{5BA95597-E3B1-14A0-5006-F10DB2E5A5B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27" name="Title 14">
            <a:extLst>
              <a:ext uri="{FF2B5EF4-FFF2-40B4-BE49-F238E27FC236}">
                <a16:creationId xmlns:a16="http://schemas.microsoft.com/office/drawing/2014/main" id="{B28AEEEE-F902-5EFC-6993-9C373360CDCC}"/>
              </a:ext>
            </a:extLst>
          </p:cNvPr>
          <p:cNvSpPr>
            <a:spLocks noGrp="1"/>
          </p:cNvSpPr>
          <p:nvPr>
            <p:ph type="title"/>
          </p:nvPr>
        </p:nvSpPr>
        <p:spPr>
          <a:xfrm>
            <a:off x="2257353" y="2499796"/>
            <a:ext cx="7677291" cy="1325563"/>
          </a:xfrm>
        </p:spPr>
        <p:txBody>
          <a:bodyPr>
            <a:normAutofit/>
          </a:bodyPr>
          <a:lstStyle/>
          <a:p>
            <a:pPr algn="ctr"/>
            <a:r>
              <a:rPr lang="en-US" sz="8000" dirty="0">
                <a:solidFill>
                  <a:schemeClr val="bg2"/>
                </a:solidFill>
              </a:rPr>
              <a:t>Input Capture</a:t>
            </a:r>
          </a:p>
        </p:txBody>
      </p:sp>
      <p:pic>
        <p:nvPicPr>
          <p:cNvPr id="29" name="Content Placeholder 2" descr="A blue arrows on a white background&#10;&#10;AI-generated content may be incorrect.">
            <a:extLst>
              <a:ext uri="{FF2B5EF4-FFF2-40B4-BE49-F238E27FC236}">
                <a16:creationId xmlns:a16="http://schemas.microsoft.com/office/drawing/2014/main" id="{03EFE3FA-7F14-8D96-C0E3-87DFF7B2A5A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spTree>
    <p:extLst>
      <p:ext uri="{BB962C8B-B14F-4D97-AF65-F5344CB8AC3E}">
        <p14:creationId xmlns:p14="http://schemas.microsoft.com/office/powerpoint/2010/main" val="1377484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anim calcmode="lin" valueType="num">
                                      <p:cBhvr>
                                        <p:cTn id="8" dur="500" fill="hold"/>
                                        <p:tgtEl>
                                          <p:spTgt spid="27"/>
                                        </p:tgtEl>
                                        <p:attrNameLst>
                                          <p:attrName>ppt_x</p:attrName>
                                        </p:attrNameLst>
                                      </p:cBhvr>
                                      <p:tavLst>
                                        <p:tav tm="0">
                                          <p:val>
                                            <p:strVal val="#ppt_x"/>
                                          </p:val>
                                        </p:tav>
                                        <p:tav tm="100000">
                                          <p:val>
                                            <p:strVal val="#ppt_x"/>
                                          </p:val>
                                        </p:tav>
                                      </p:tavLst>
                                    </p:anim>
                                    <p:anim calcmode="lin" valueType="num">
                                      <p:cBhvr>
                                        <p:cTn id="9" dur="5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descr="A white sign with black text&#10;&#10;Description automatically generated">
            <a:extLst>
              <a:ext uri="{FF2B5EF4-FFF2-40B4-BE49-F238E27FC236}">
                <a16:creationId xmlns:a16="http://schemas.microsoft.com/office/drawing/2014/main" id="{1EA73313-400E-137B-5851-98504E1252B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29" name="Rectangle 28">
            <a:extLst>
              <a:ext uri="{FF2B5EF4-FFF2-40B4-BE49-F238E27FC236}">
                <a16:creationId xmlns:a16="http://schemas.microsoft.com/office/drawing/2014/main" id="{6CFA08FD-3B38-CD2F-D6B8-FA2A84E03EA9}"/>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1" name="Picture 30" descr="A black and white logo&#10;&#10;AI-generated content may be incorrect.">
            <a:extLst>
              <a:ext uri="{FF2B5EF4-FFF2-40B4-BE49-F238E27FC236}">
                <a16:creationId xmlns:a16="http://schemas.microsoft.com/office/drawing/2014/main" id="{940DB35B-7978-6FCA-A3BE-5CB0DA9E80A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33" name="Rectangle 32">
            <a:extLst>
              <a:ext uri="{FF2B5EF4-FFF2-40B4-BE49-F238E27FC236}">
                <a16:creationId xmlns:a16="http://schemas.microsoft.com/office/drawing/2014/main" id="{9036EB11-F582-045A-3388-D6BCAFBEEAFF}"/>
              </a:ext>
            </a:extLst>
          </p:cNvPr>
          <p:cNvSpPr/>
          <p:nvPr/>
        </p:nvSpPr>
        <p:spPr>
          <a:xfrm rot="5400000">
            <a:off x="-850931" y="16116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9" name="Group 38">
            <a:extLst>
              <a:ext uri="{FF2B5EF4-FFF2-40B4-BE49-F238E27FC236}">
                <a16:creationId xmlns:a16="http://schemas.microsoft.com/office/drawing/2014/main" id="{8F932C98-AD43-14AA-B3BB-3FD9870C205D}"/>
              </a:ext>
            </a:extLst>
          </p:cNvPr>
          <p:cNvGrpSpPr/>
          <p:nvPr/>
        </p:nvGrpSpPr>
        <p:grpSpPr>
          <a:xfrm rot="10800000" flipH="1">
            <a:off x="9345038" y="207226"/>
            <a:ext cx="1947465" cy="3013886"/>
            <a:chOff x="9989698" y="3602621"/>
            <a:chExt cx="1947465" cy="3013886"/>
          </a:xfrm>
          <a:solidFill>
            <a:srgbClr val="3F51B5"/>
          </a:solidFill>
        </p:grpSpPr>
        <p:cxnSp>
          <p:nvCxnSpPr>
            <p:cNvPr id="35" name="Straight Connector 34">
              <a:extLst>
                <a:ext uri="{FF2B5EF4-FFF2-40B4-BE49-F238E27FC236}">
                  <a16:creationId xmlns:a16="http://schemas.microsoft.com/office/drawing/2014/main" id="{947A03D2-6F73-6E2D-4C2E-52464B773F2D}"/>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EAF376AD-5123-64B1-11EA-36DE9A096EFE}"/>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D905338D-EF36-491A-E5EA-37DAE5532040}"/>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F73E861F-8D56-DD4E-E6E6-56AF8635BB34}"/>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41" name="Picture 40" descr="A blue and black logo&#10;&#10;AI-generated content may be incorrect.">
            <a:extLst>
              <a:ext uri="{FF2B5EF4-FFF2-40B4-BE49-F238E27FC236}">
                <a16:creationId xmlns:a16="http://schemas.microsoft.com/office/drawing/2014/main" id="{0886470E-8F68-EC2A-801B-D31B0FB47F6D}"/>
              </a:ext>
            </a:extLst>
          </p:cNvPr>
          <p:cNvPicPr>
            <a:picLocks noChangeAspect="1"/>
          </p:cNvPicPr>
          <p:nvPr/>
        </p:nvPicPr>
        <p:blipFill>
          <a:blip r:embed="rId4"/>
          <a:srcRect/>
          <a:stretch/>
        </p:blipFill>
        <p:spPr>
          <a:xfrm>
            <a:off x="595160" y="229787"/>
            <a:ext cx="684216" cy="942872"/>
          </a:xfrm>
          <a:prstGeom prst="rect">
            <a:avLst/>
          </a:prstGeom>
        </p:spPr>
      </p:pic>
      <p:pic>
        <p:nvPicPr>
          <p:cNvPr id="43" name="Content Placeholder 2" descr="A blue arrows on a white background&#10;&#10;AI-generated content may be incorrect.">
            <a:extLst>
              <a:ext uri="{FF2B5EF4-FFF2-40B4-BE49-F238E27FC236}">
                <a16:creationId xmlns:a16="http://schemas.microsoft.com/office/drawing/2014/main" id="{630B61A6-6BC1-EFAB-53F9-BB007DC9EBA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45" name="Picture 44" descr="A blue logo on a black background&#10;&#10;Description automatically generated">
            <a:extLst>
              <a:ext uri="{FF2B5EF4-FFF2-40B4-BE49-F238E27FC236}">
                <a16:creationId xmlns:a16="http://schemas.microsoft.com/office/drawing/2014/main" id="{7F8A1856-B680-63A4-B08E-E1A964851E0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47" name="Rectangle 9">
            <a:extLst>
              <a:ext uri="{FF2B5EF4-FFF2-40B4-BE49-F238E27FC236}">
                <a16:creationId xmlns:a16="http://schemas.microsoft.com/office/drawing/2014/main" id="{3C678B73-E358-F70A-A286-E7C0EF157195}"/>
              </a:ext>
            </a:extLst>
          </p:cNvPr>
          <p:cNvSpPr>
            <a:spLocks noChangeArrowheads="1"/>
          </p:cNvSpPr>
          <p:nvPr/>
        </p:nvSpPr>
        <p:spPr bwMode="auto">
          <a:xfrm>
            <a:off x="697465" y="2224197"/>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54433ED5-9173-26CD-40AE-BAE8F65F0337}"/>
              </a:ext>
            </a:extLst>
          </p:cNvPr>
          <p:cNvSpPr txBox="1"/>
          <p:nvPr/>
        </p:nvSpPr>
        <p:spPr>
          <a:xfrm>
            <a:off x="3331557" y="856341"/>
            <a:ext cx="5521991"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dirty="0">
                <a:solidFill>
                  <a:schemeClr val="tx2">
                    <a:lumMod val="90000"/>
                    <a:lumOff val="10000"/>
                  </a:schemeClr>
                </a:solidFill>
                <a:ea typeface="+mn-lt"/>
                <a:cs typeface="+mn-lt"/>
              </a:rPr>
              <a:t>What is Input Capture?</a:t>
            </a:r>
            <a:endParaRPr lang="en-US" sz="4000" b="1">
              <a:solidFill>
                <a:schemeClr val="tx2">
                  <a:lumMod val="90000"/>
                  <a:lumOff val="10000"/>
                </a:schemeClr>
              </a:solidFill>
            </a:endParaRPr>
          </a:p>
        </p:txBody>
      </p:sp>
      <p:sp>
        <p:nvSpPr>
          <p:cNvPr id="3" name="TextBox 2">
            <a:extLst>
              <a:ext uri="{FF2B5EF4-FFF2-40B4-BE49-F238E27FC236}">
                <a16:creationId xmlns:a16="http://schemas.microsoft.com/office/drawing/2014/main" id="{044CF5F3-B065-2187-882B-85D08AF9406D}"/>
              </a:ext>
            </a:extLst>
          </p:cNvPr>
          <p:cNvSpPr txBox="1"/>
          <p:nvPr/>
        </p:nvSpPr>
        <p:spPr>
          <a:xfrm>
            <a:off x="991812" y="1711478"/>
            <a:ext cx="9131902"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t>Input Capture</a:t>
            </a:r>
            <a:r>
              <a:rPr lang="en-US" sz="3200" dirty="0"/>
              <a:t> is a </a:t>
            </a:r>
            <a:r>
              <a:rPr lang="en-US" sz="3200" b="1" dirty="0"/>
              <a:t>timer feature</a:t>
            </a:r>
            <a:r>
              <a:rPr lang="en-US" sz="3200" dirty="0"/>
              <a:t> that allows the microcontroller to </a:t>
            </a:r>
            <a:r>
              <a:rPr lang="en-US" sz="3200" b="1" dirty="0"/>
              <a:t>capture the exact timer value when an external event occurs</a:t>
            </a:r>
            <a:r>
              <a:rPr lang="en-US" sz="3200" dirty="0"/>
              <a:t> </a:t>
            </a:r>
            <a:endParaRPr lang="en-US" dirty="0"/>
          </a:p>
          <a:p>
            <a:r>
              <a:rPr lang="en-US" sz="3200" dirty="0"/>
              <a:t>(like a rising or falling edge on a pin).</a:t>
            </a:r>
            <a:endParaRPr lang="en-US"/>
          </a:p>
          <a:p>
            <a:pPr algn="ctr"/>
            <a:endParaRPr lang="en-US" sz="3200" dirty="0"/>
          </a:p>
        </p:txBody>
      </p:sp>
    </p:spTree>
    <p:extLst>
      <p:ext uri="{BB962C8B-B14F-4D97-AF65-F5344CB8AC3E}">
        <p14:creationId xmlns:p14="http://schemas.microsoft.com/office/powerpoint/2010/main" val="32352949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white sign with black text&#10;&#10;Description automatically generated">
            <a:extLst>
              <a:ext uri="{FF2B5EF4-FFF2-40B4-BE49-F238E27FC236}">
                <a16:creationId xmlns:a16="http://schemas.microsoft.com/office/drawing/2014/main" id="{4CC5C2C0-B58D-C007-5A1D-9D108ECFADA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7" name="Rectangle 6">
            <a:extLst>
              <a:ext uri="{FF2B5EF4-FFF2-40B4-BE49-F238E27FC236}">
                <a16:creationId xmlns:a16="http://schemas.microsoft.com/office/drawing/2014/main" id="{FFEAB4F0-F923-06CC-067D-DFC9D2EDD581}"/>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descr="A black and white logo&#10;&#10;AI-generated content may be incorrect.">
            <a:extLst>
              <a:ext uri="{FF2B5EF4-FFF2-40B4-BE49-F238E27FC236}">
                <a16:creationId xmlns:a16="http://schemas.microsoft.com/office/drawing/2014/main" id="{F86E021C-7C34-4BF6-B1C8-D09C742C05A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11" name="Rectangle 10">
            <a:extLst>
              <a:ext uri="{FF2B5EF4-FFF2-40B4-BE49-F238E27FC236}">
                <a16:creationId xmlns:a16="http://schemas.microsoft.com/office/drawing/2014/main" id="{89F738C7-598B-A41C-8EDD-D2D6F2864E1C}"/>
              </a:ext>
            </a:extLst>
          </p:cNvPr>
          <p:cNvSpPr/>
          <p:nvPr/>
        </p:nvSpPr>
        <p:spPr>
          <a:xfrm rot="5400000">
            <a:off x="-850931" y="16116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7" name="Group 16">
            <a:extLst>
              <a:ext uri="{FF2B5EF4-FFF2-40B4-BE49-F238E27FC236}">
                <a16:creationId xmlns:a16="http://schemas.microsoft.com/office/drawing/2014/main" id="{50442536-218A-9B23-D06F-F7C74330B7D8}"/>
              </a:ext>
            </a:extLst>
          </p:cNvPr>
          <p:cNvGrpSpPr/>
          <p:nvPr/>
        </p:nvGrpSpPr>
        <p:grpSpPr>
          <a:xfrm rot="10800000" flipH="1">
            <a:off x="9345038" y="207226"/>
            <a:ext cx="1947465" cy="3013886"/>
            <a:chOff x="9989698" y="3602621"/>
            <a:chExt cx="1947465" cy="3013886"/>
          </a:xfrm>
          <a:solidFill>
            <a:srgbClr val="3F51B5"/>
          </a:solidFill>
        </p:grpSpPr>
        <p:cxnSp>
          <p:nvCxnSpPr>
            <p:cNvPr id="13" name="Straight Connector 12">
              <a:extLst>
                <a:ext uri="{FF2B5EF4-FFF2-40B4-BE49-F238E27FC236}">
                  <a16:creationId xmlns:a16="http://schemas.microsoft.com/office/drawing/2014/main" id="{D348A830-8344-2BA8-5B35-679A24FF9499}"/>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F7AC5C50-2787-5980-B26F-F4D3157CB4AD}"/>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CD040164-A051-1541-E0A4-E7604CDF0E33}"/>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3AAAA49D-4548-996A-498F-CDA1811BC169}"/>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9" name="Picture 18" descr="A blue and black logo&#10;&#10;AI-generated content may be incorrect.">
            <a:extLst>
              <a:ext uri="{FF2B5EF4-FFF2-40B4-BE49-F238E27FC236}">
                <a16:creationId xmlns:a16="http://schemas.microsoft.com/office/drawing/2014/main" id="{0BF341BE-3A2E-C65B-0ABE-012B4BC8590A}"/>
              </a:ext>
            </a:extLst>
          </p:cNvPr>
          <p:cNvPicPr>
            <a:picLocks noChangeAspect="1"/>
          </p:cNvPicPr>
          <p:nvPr/>
        </p:nvPicPr>
        <p:blipFill>
          <a:blip r:embed="rId4"/>
          <a:srcRect/>
          <a:stretch/>
        </p:blipFill>
        <p:spPr>
          <a:xfrm>
            <a:off x="595160" y="229787"/>
            <a:ext cx="684216" cy="942872"/>
          </a:xfrm>
          <a:prstGeom prst="rect">
            <a:avLst/>
          </a:prstGeom>
        </p:spPr>
      </p:pic>
      <p:pic>
        <p:nvPicPr>
          <p:cNvPr id="21" name="Content Placeholder 2" descr="A blue arrows on a white background&#10;&#10;AI-generated content may be incorrect.">
            <a:extLst>
              <a:ext uri="{FF2B5EF4-FFF2-40B4-BE49-F238E27FC236}">
                <a16:creationId xmlns:a16="http://schemas.microsoft.com/office/drawing/2014/main" id="{F4887693-4D71-C9F8-870C-968C027A4BC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3" name="Picture 22" descr="A blue logo on a black background&#10;&#10;Description automatically generated">
            <a:extLst>
              <a:ext uri="{FF2B5EF4-FFF2-40B4-BE49-F238E27FC236}">
                <a16:creationId xmlns:a16="http://schemas.microsoft.com/office/drawing/2014/main" id="{F81E6173-1C00-1939-FF12-E323927691B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25" name="Rectangle 9">
            <a:extLst>
              <a:ext uri="{FF2B5EF4-FFF2-40B4-BE49-F238E27FC236}">
                <a16:creationId xmlns:a16="http://schemas.microsoft.com/office/drawing/2014/main" id="{5668FFD2-29E0-4121-047A-AE77ECD3AE49}"/>
              </a:ext>
            </a:extLst>
          </p:cNvPr>
          <p:cNvSpPr>
            <a:spLocks noChangeArrowheads="1"/>
          </p:cNvSpPr>
          <p:nvPr/>
        </p:nvSpPr>
        <p:spPr bwMode="auto">
          <a:xfrm>
            <a:off x="697465" y="2224197"/>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pic>
        <p:nvPicPr>
          <p:cNvPr id="2" name="Picture 1" descr="A diagram of a computer&#10;&#10;AI-generated content may be incorrect.">
            <a:extLst>
              <a:ext uri="{FF2B5EF4-FFF2-40B4-BE49-F238E27FC236}">
                <a16:creationId xmlns:a16="http://schemas.microsoft.com/office/drawing/2014/main" id="{DF0FAE8E-B533-A8C8-B590-CF91DE166948}"/>
              </a:ext>
            </a:extLst>
          </p:cNvPr>
          <p:cNvPicPr>
            <a:picLocks noChangeAspect="1"/>
          </p:cNvPicPr>
          <p:nvPr/>
        </p:nvPicPr>
        <p:blipFill>
          <a:blip r:embed="rId7"/>
          <a:srcRect l="14615" t="35252" r="13416" b="14106"/>
          <a:stretch>
            <a:fillRect/>
          </a:stretch>
        </p:blipFill>
        <p:spPr>
          <a:xfrm>
            <a:off x="402390" y="1512304"/>
            <a:ext cx="11247678" cy="4355309"/>
          </a:xfrm>
          <a:prstGeom prst="rect">
            <a:avLst/>
          </a:prstGeom>
        </p:spPr>
      </p:pic>
    </p:spTree>
    <p:extLst>
      <p:ext uri="{BB962C8B-B14F-4D97-AF65-F5344CB8AC3E}">
        <p14:creationId xmlns:p14="http://schemas.microsoft.com/office/powerpoint/2010/main" val="9263478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white sign with black text&#10;&#10;Description automatically generated">
            <a:extLst>
              <a:ext uri="{FF2B5EF4-FFF2-40B4-BE49-F238E27FC236}">
                <a16:creationId xmlns:a16="http://schemas.microsoft.com/office/drawing/2014/main" id="{B8FD13EF-7517-183A-06D3-E9BE77EE71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7427" y="219321"/>
            <a:ext cx="731296" cy="1007750"/>
          </a:xfrm>
          <a:prstGeom prst="rect">
            <a:avLst/>
          </a:prstGeom>
        </p:spPr>
      </p:pic>
      <p:sp>
        <p:nvSpPr>
          <p:cNvPr id="7" name="Rectangle 6">
            <a:extLst>
              <a:ext uri="{FF2B5EF4-FFF2-40B4-BE49-F238E27FC236}">
                <a16:creationId xmlns:a16="http://schemas.microsoft.com/office/drawing/2014/main" id="{49682A71-1E56-FA6A-BCB3-337159C7B22A}"/>
              </a:ext>
            </a:extLst>
          </p:cNvPr>
          <p:cNvSpPr/>
          <p:nvPr/>
        </p:nvSpPr>
        <p:spPr>
          <a:xfrm rot="5400000">
            <a:off x="-1003331" y="1471314"/>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descr="A black and white logo&#10;&#10;AI-generated content may be incorrect.">
            <a:extLst>
              <a:ext uri="{FF2B5EF4-FFF2-40B4-BE49-F238E27FC236}">
                <a16:creationId xmlns:a16="http://schemas.microsoft.com/office/drawing/2014/main" id="{8B2D799C-D42C-4EE7-7ED2-7A152F99F35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9890597" y="5885659"/>
            <a:ext cx="2301403" cy="973973"/>
          </a:xfrm>
          <a:prstGeom prst="rect">
            <a:avLst/>
          </a:prstGeom>
        </p:spPr>
      </p:pic>
      <p:sp>
        <p:nvSpPr>
          <p:cNvPr id="11" name="Rectangle 10">
            <a:extLst>
              <a:ext uri="{FF2B5EF4-FFF2-40B4-BE49-F238E27FC236}">
                <a16:creationId xmlns:a16="http://schemas.microsoft.com/office/drawing/2014/main" id="{D2C62488-7D39-568E-E0A1-5D334F669EF6}"/>
              </a:ext>
            </a:extLst>
          </p:cNvPr>
          <p:cNvSpPr/>
          <p:nvPr/>
        </p:nvSpPr>
        <p:spPr>
          <a:xfrm rot="5400000">
            <a:off x="-850931" y="1623714"/>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7" name="Group 16">
            <a:extLst>
              <a:ext uri="{FF2B5EF4-FFF2-40B4-BE49-F238E27FC236}">
                <a16:creationId xmlns:a16="http://schemas.microsoft.com/office/drawing/2014/main" id="{BE5C2517-E239-5CEE-BBE2-FF18948C199F}"/>
              </a:ext>
            </a:extLst>
          </p:cNvPr>
          <p:cNvGrpSpPr/>
          <p:nvPr/>
        </p:nvGrpSpPr>
        <p:grpSpPr>
          <a:xfrm rot="10800000" flipH="1">
            <a:off x="9345038" y="219321"/>
            <a:ext cx="1947465" cy="3013886"/>
            <a:chOff x="9989698" y="3602621"/>
            <a:chExt cx="1947465" cy="3013886"/>
          </a:xfrm>
          <a:solidFill>
            <a:srgbClr val="3F51B5"/>
          </a:solidFill>
        </p:grpSpPr>
        <p:cxnSp>
          <p:nvCxnSpPr>
            <p:cNvPr id="13" name="Straight Connector 12">
              <a:extLst>
                <a:ext uri="{FF2B5EF4-FFF2-40B4-BE49-F238E27FC236}">
                  <a16:creationId xmlns:a16="http://schemas.microsoft.com/office/drawing/2014/main" id="{1F8761E3-8851-61D0-02B7-CE7B735F0F9D}"/>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46051D1C-3503-6E04-4423-7D22E74CDE86}"/>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3D165C4D-B956-BC24-6E00-DF5E7A27B10C}"/>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341651F-AC56-35EA-83F7-1D5B7B549AE9}"/>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9" name="Picture 18" descr="A blue and black logo&#10;&#10;AI-generated content may be incorrect.">
            <a:extLst>
              <a:ext uri="{FF2B5EF4-FFF2-40B4-BE49-F238E27FC236}">
                <a16:creationId xmlns:a16="http://schemas.microsoft.com/office/drawing/2014/main" id="{12B382F4-E8FD-0D5D-31EA-B866DEA7D143}"/>
              </a:ext>
            </a:extLst>
          </p:cNvPr>
          <p:cNvPicPr>
            <a:picLocks noChangeAspect="1"/>
          </p:cNvPicPr>
          <p:nvPr/>
        </p:nvPicPr>
        <p:blipFill>
          <a:blip r:embed="rId4"/>
          <a:srcRect/>
          <a:stretch/>
        </p:blipFill>
        <p:spPr>
          <a:xfrm>
            <a:off x="595160" y="241882"/>
            <a:ext cx="684216" cy="942872"/>
          </a:xfrm>
          <a:prstGeom prst="rect">
            <a:avLst/>
          </a:prstGeom>
        </p:spPr>
      </p:pic>
      <p:pic>
        <p:nvPicPr>
          <p:cNvPr id="21" name="Content Placeholder 2" descr="A blue arrows on a white background&#10;&#10;AI-generated content may be incorrect.">
            <a:extLst>
              <a:ext uri="{FF2B5EF4-FFF2-40B4-BE49-F238E27FC236}">
                <a16:creationId xmlns:a16="http://schemas.microsoft.com/office/drawing/2014/main" id="{D6C0D072-4AFF-CC03-2257-756A749BDAE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81" y="5791699"/>
            <a:ext cx="1495425" cy="962025"/>
          </a:xfrm>
          <a:prstGeom prst="rect">
            <a:avLst/>
          </a:prstGeom>
        </p:spPr>
      </p:pic>
      <p:pic>
        <p:nvPicPr>
          <p:cNvPr id="23" name="Picture 22" descr="A blue logo on a black background&#10;&#10;Description automatically generated">
            <a:extLst>
              <a:ext uri="{FF2B5EF4-FFF2-40B4-BE49-F238E27FC236}">
                <a16:creationId xmlns:a16="http://schemas.microsoft.com/office/drawing/2014/main" id="{FBAEE022-3F85-2718-E08B-90E21821943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843047" y="5881200"/>
            <a:ext cx="2272479" cy="961732"/>
          </a:xfrm>
          <a:prstGeom prst="rect">
            <a:avLst/>
          </a:prstGeom>
        </p:spPr>
      </p:pic>
      <p:sp>
        <p:nvSpPr>
          <p:cNvPr id="25" name="Rectangle 9">
            <a:extLst>
              <a:ext uri="{FF2B5EF4-FFF2-40B4-BE49-F238E27FC236}">
                <a16:creationId xmlns:a16="http://schemas.microsoft.com/office/drawing/2014/main" id="{30E8318C-8240-8E39-819A-15A942591E02}"/>
              </a:ext>
            </a:extLst>
          </p:cNvPr>
          <p:cNvSpPr>
            <a:spLocks noChangeArrowheads="1"/>
          </p:cNvSpPr>
          <p:nvPr/>
        </p:nvSpPr>
        <p:spPr bwMode="auto">
          <a:xfrm>
            <a:off x="697465" y="2236292"/>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pic>
        <p:nvPicPr>
          <p:cNvPr id="2" name="Picture 1" descr="A diagram of a computer&#10;&#10;AI-generated content may be incorrect.">
            <a:extLst>
              <a:ext uri="{FF2B5EF4-FFF2-40B4-BE49-F238E27FC236}">
                <a16:creationId xmlns:a16="http://schemas.microsoft.com/office/drawing/2014/main" id="{49C02126-A47E-8723-FBBF-3D19F9A3C734}"/>
              </a:ext>
            </a:extLst>
          </p:cNvPr>
          <p:cNvPicPr>
            <a:picLocks noChangeAspect="1"/>
          </p:cNvPicPr>
          <p:nvPr/>
        </p:nvPicPr>
        <p:blipFill>
          <a:blip r:embed="rId7"/>
          <a:srcRect l="8886" t="14723" r="21204" b="-292"/>
          <a:stretch>
            <a:fillRect/>
          </a:stretch>
        </p:blipFill>
        <p:spPr>
          <a:xfrm>
            <a:off x="1504505" y="227520"/>
            <a:ext cx="8311830" cy="6521191"/>
          </a:xfrm>
          <a:prstGeom prst="rect">
            <a:avLst/>
          </a:prstGeom>
        </p:spPr>
      </p:pic>
    </p:spTree>
    <p:extLst>
      <p:ext uri="{BB962C8B-B14F-4D97-AF65-F5344CB8AC3E}">
        <p14:creationId xmlns:p14="http://schemas.microsoft.com/office/powerpoint/2010/main" val="13789250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white sign with black text&#10;&#10;Description automatically generated">
            <a:extLst>
              <a:ext uri="{FF2B5EF4-FFF2-40B4-BE49-F238E27FC236}">
                <a16:creationId xmlns:a16="http://schemas.microsoft.com/office/drawing/2014/main" id="{BF79C83A-171E-EE8B-B7C7-9651A3E979B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7" name="Rectangle 6">
            <a:extLst>
              <a:ext uri="{FF2B5EF4-FFF2-40B4-BE49-F238E27FC236}">
                <a16:creationId xmlns:a16="http://schemas.microsoft.com/office/drawing/2014/main" id="{D38912B2-3ED0-1308-AE16-098C0A200C4D}"/>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descr="A black and white logo&#10;&#10;AI-generated content may be incorrect.">
            <a:extLst>
              <a:ext uri="{FF2B5EF4-FFF2-40B4-BE49-F238E27FC236}">
                <a16:creationId xmlns:a16="http://schemas.microsoft.com/office/drawing/2014/main" id="{E9E869BC-E9A0-BD48-3D81-BA737B92126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11" name="Rectangle 10">
            <a:extLst>
              <a:ext uri="{FF2B5EF4-FFF2-40B4-BE49-F238E27FC236}">
                <a16:creationId xmlns:a16="http://schemas.microsoft.com/office/drawing/2014/main" id="{816F3F2F-1CE2-074A-F530-AEB5D1709B34}"/>
              </a:ext>
            </a:extLst>
          </p:cNvPr>
          <p:cNvSpPr/>
          <p:nvPr/>
        </p:nvSpPr>
        <p:spPr>
          <a:xfrm rot="5400000">
            <a:off x="-850931" y="16116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7" name="Group 16">
            <a:extLst>
              <a:ext uri="{FF2B5EF4-FFF2-40B4-BE49-F238E27FC236}">
                <a16:creationId xmlns:a16="http://schemas.microsoft.com/office/drawing/2014/main" id="{50EC445A-538E-E5BA-46DE-F970475969A0}"/>
              </a:ext>
            </a:extLst>
          </p:cNvPr>
          <p:cNvGrpSpPr/>
          <p:nvPr/>
        </p:nvGrpSpPr>
        <p:grpSpPr>
          <a:xfrm rot="10800000" flipH="1">
            <a:off x="9345038" y="207226"/>
            <a:ext cx="1947465" cy="3013886"/>
            <a:chOff x="9989698" y="3602621"/>
            <a:chExt cx="1947465" cy="3013886"/>
          </a:xfrm>
          <a:solidFill>
            <a:srgbClr val="3F51B5"/>
          </a:solidFill>
        </p:grpSpPr>
        <p:cxnSp>
          <p:nvCxnSpPr>
            <p:cNvPr id="13" name="Straight Connector 12">
              <a:extLst>
                <a:ext uri="{FF2B5EF4-FFF2-40B4-BE49-F238E27FC236}">
                  <a16:creationId xmlns:a16="http://schemas.microsoft.com/office/drawing/2014/main" id="{93CA148B-616C-B49B-88B0-FFDA8E5815C8}"/>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C0019B8B-D1DE-EAEE-26B1-240E2A2F849D}"/>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2DA33EFF-FDE5-ECDA-C971-64E9240F7B80}"/>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2A7C1C70-7C9C-DF87-294F-66E6A6EC666C}"/>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9" name="Picture 18" descr="A blue and black logo&#10;&#10;AI-generated content may be incorrect.">
            <a:extLst>
              <a:ext uri="{FF2B5EF4-FFF2-40B4-BE49-F238E27FC236}">
                <a16:creationId xmlns:a16="http://schemas.microsoft.com/office/drawing/2014/main" id="{56FF250B-B286-B0F9-B7A0-8818BD4C28AB}"/>
              </a:ext>
            </a:extLst>
          </p:cNvPr>
          <p:cNvPicPr>
            <a:picLocks noChangeAspect="1"/>
          </p:cNvPicPr>
          <p:nvPr/>
        </p:nvPicPr>
        <p:blipFill>
          <a:blip r:embed="rId4"/>
          <a:srcRect/>
          <a:stretch/>
        </p:blipFill>
        <p:spPr>
          <a:xfrm>
            <a:off x="595160" y="229787"/>
            <a:ext cx="684216" cy="942872"/>
          </a:xfrm>
          <a:prstGeom prst="rect">
            <a:avLst/>
          </a:prstGeom>
        </p:spPr>
      </p:pic>
      <p:pic>
        <p:nvPicPr>
          <p:cNvPr id="21" name="Content Placeholder 2" descr="A blue arrows on a white background&#10;&#10;AI-generated content may be incorrect.">
            <a:extLst>
              <a:ext uri="{FF2B5EF4-FFF2-40B4-BE49-F238E27FC236}">
                <a16:creationId xmlns:a16="http://schemas.microsoft.com/office/drawing/2014/main" id="{978993E5-FA3E-2B73-EBD9-910767A9D99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3" name="Picture 22" descr="A blue logo on a black background&#10;&#10;Description automatically generated">
            <a:extLst>
              <a:ext uri="{FF2B5EF4-FFF2-40B4-BE49-F238E27FC236}">
                <a16:creationId xmlns:a16="http://schemas.microsoft.com/office/drawing/2014/main" id="{7B9AC0CD-40D2-B033-6802-530BBCF4831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25" name="Rectangle 9">
            <a:extLst>
              <a:ext uri="{FF2B5EF4-FFF2-40B4-BE49-F238E27FC236}">
                <a16:creationId xmlns:a16="http://schemas.microsoft.com/office/drawing/2014/main" id="{38FEBF9F-B952-09B2-A75B-5723BF843923}"/>
              </a:ext>
            </a:extLst>
          </p:cNvPr>
          <p:cNvSpPr>
            <a:spLocks noChangeArrowheads="1"/>
          </p:cNvSpPr>
          <p:nvPr/>
        </p:nvSpPr>
        <p:spPr bwMode="auto">
          <a:xfrm>
            <a:off x="697465" y="2224197"/>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9DE804AA-2655-024A-914B-CCDC1CDCFFF0}"/>
              </a:ext>
            </a:extLst>
          </p:cNvPr>
          <p:cNvSpPr txBox="1"/>
          <p:nvPr/>
        </p:nvSpPr>
        <p:spPr>
          <a:xfrm>
            <a:off x="1258100" y="1178012"/>
            <a:ext cx="6521305"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dirty="0">
                <a:solidFill>
                  <a:schemeClr val="tx2">
                    <a:lumMod val="90000"/>
                    <a:lumOff val="10000"/>
                  </a:schemeClr>
                </a:solidFill>
                <a:ea typeface="+mn-lt"/>
                <a:cs typeface="+mn-lt"/>
              </a:rPr>
              <a:t>Input Capture Pin:</a:t>
            </a:r>
            <a:endParaRPr lang="en-US" sz="4000" b="1" dirty="0">
              <a:solidFill>
                <a:schemeClr val="tx2">
                  <a:lumMod val="90000"/>
                  <a:lumOff val="10000"/>
                </a:schemeClr>
              </a:solidFill>
            </a:endParaRPr>
          </a:p>
        </p:txBody>
      </p:sp>
      <p:sp>
        <p:nvSpPr>
          <p:cNvPr id="3" name="TextBox 2">
            <a:extLst>
              <a:ext uri="{FF2B5EF4-FFF2-40B4-BE49-F238E27FC236}">
                <a16:creationId xmlns:a16="http://schemas.microsoft.com/office/drawing/2014/main" id="{0AF3570A-F91A-585B-C275-572D85C9E368}"/>
              </a:ext>
            </a:extLst>
          </p:cNvPr>
          <p:cNvSpPr txBox="1"/>
          <p:nvPr/>
        </p:nvSpPr>
        <p:spPr>
          <a:xfrm>
            <a:off x="834571" y="1892904"/>
            <a:ext cx="9422192"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t>The </a:t>
            </a:r>
            <a:r>
              <a:rPr lang="en-US" sz="3200" b="1" dirty="0"/>
              <a:t>Input Capture Pin</a:t>
            </a:r>
            <a:r>
              <a:rPr lang="en-US" sz="3200" dirty="0"/>
              <a:t> is a </a:t>
            </a:r>
            <a:r>
              <a:rPr lang="en-US" sz="3200" b="1" dirty="0"/>
              <a:t>special pin connected directly to a timer</a:t>
            </a:r>
            <a:r>
              <a:rPr lang="en-US" sz="3200" dirty="0"/>
              <a:t> inside the microcontroller.</a:t>
            </a:r>
          </a:p>
          <a:p>
            <a:pPr algn="ctr"/>
            <a:endParaRPr lang="en-US" sz="3200" dirty="0"/>
          </a:p>
        </p:txBody>
      </p:sp>
      <p:sp>
        <p:nvSpPr>
          <p:cNvPr id="4" name="TextBox 3">
            <a:extLst>
              <a:ext uri="{FF2B5EF4-FFF2-40B4-BE49-F238E27FC236}">
                <a16:creationId xmlns:a16="http://schemas.microsoft.com/office/drawing/2014/main" id="{577FFD3B-268B-F67E-39B2-D16FBC083297}"/>
              </a:ext>
            </a:extLst>
          </p:cNvPr>
          <p:cNvSpPr txBox="1"/>
          <p:nvPr/>
        </p:nvSpPr>
        <p:spPr>
          <a:xfrm>
            <a:off x="834573" y="3416905"/>
            <a:ext cx="9156094"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Wingdings"/>
              <a:buChar char="Ø"/>
            </a:pPr>
            <a:r>
              <a:rPr lang="en-US" sz="3200" dirty="0"/>
              <a:t>The timer value is automatically copied into a register called Input Capture Register (ICR)</a:t>
            </a:r>
            <a:endParaRPr lang="en-US"/>
          </a:p>
          <a:p>
            <a:pPr marL="457200" indent="-457200" algn="ctr">
              <a:buFont typeface="Wingdings"/>
              <a:buChar char="Ø"/>
            </a:pPr>
            <a:endParaRPr lang="en-US" sz="3200" dirty="0"/>
          </a:p>
        </p:txBody>
      </p:sp>
    </p:spTree>
    <p:extLst>
      <p:ext uri="{BB962C8B-B14F-4D97-AF65-F5344CB8AC3E}">
        <p14:creationId xmlns:p14="http://schemas.microsoft.com/office/powerpoint/2010/main" val="30221511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white sign with black text&#10;&#10;Description automatically generated">
            <a:extLst>
              <a:ext uri="{FF2B5EF4-FFF2-40B4-BE49-F238E27FC236}">
                <a16:creationId xmlns:a16="http://schemas.microsoft.com/office/drawing/2014/main" id="{2CEE7F7A-AC7A-67F8-42E1-8895A2F93EF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7" name="Rectangle 6">
            <a:extLst>
              <a:ext uri="{FF2B5EF4-FFF2-40B4-BE49-F238E27FC236}">
                <a16:creationId xmlns:a16="http://schemas.microsoft.com/office/drawing/2014/main" id="{3F08D5CA-7065-0E73-6C70-2C05D570254B}"/>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descr="A black and white logo&#10;&#10;AI-generated content may be incorrect.">
            <a:extLst>
              <a:ext uri="{FF2B5EF4-FFF2-40B4-BE49-F238E27FC236}">
                <a16:creationId xmlns:a16="http://schemas.microsoft.com/office/drawing/2014/main" id="{B24D1B82-DF76-19B6-3F60-6F1BB7A06CA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11" name="Rectangle 10">
            <a:extLst>
              <a:ext uri="{FF2B5EF4-FFF2-40B4-BE49-F238E27FC236}">
                <a16:creationId xmlns:a16="http://schemas.microsoft.com/office/drawing/2014/main" id="{98B18235-55C7-87D7-A07A-BB3C08FA0343}"/>
              </a:ext>
            </a:extLst>
          </p:cNvPr>
          <p:cNvSpPr/>
          <p:nvPr/>
        </p:nvSpPr>
        <p:spPr>
          <a:xfrm rot="5400000">
            <a:off x="-850931" y="16116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7" name="Group 16">
            <a:extLst>
              <a:ext uri="{FF2B5EF4-FFF2-40B4-BE49-F238E27FC236}">
                <a16:creationId xmlns:a16="http://schemas.microsoft.com/office/drawing/2014/main" id="{C88A86B9-C2AB-BDC6-560A-5865B20D5275}"/>
              </a:ext>
            </a:extLst>
          </p:cNvPr>
          <p:cNvGrpSpPr/>
          <p:nvPr/>
        </p:nvGrpSpPr>
        <p:grpSpPr>
          <a:xfrm rot="10800000" flipH="1">
            <a:off x="9345038" y="207226"/>
            <a:ext cx="1947465" cy="3013886"/>
            <a:chOff x="9989698" y="3602621"/>
            <a:chExt cx="1947465" cy="3013886"/>
          </a:xfrm>
          <a:solidFill>
            <a:srgbClr val="3F51B5"/>
          </a:solidFill>
        </p:grpSpPr>
        <p:cxnSp>
          <p:nvCxnSpPr>
            <p:cNvPr id="13" name="Straight Connector 12">
              <a:extLst>
                <a:ext uri="{FF2B5EF4-FFF2-40B4-BE49-F238E27FC236}">
                  <a16:creationId xmlns:a16="http://schemas.microsoft.com/office/drawing/2014/main" id="{9D58CBC1-5F9E-5BBF-C125-61413443F198}"/>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272FF14F-6FF1-D74A-01C7-ACFCA06E6F9D}"/>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F90C4D01-AFE3-87C0-0DBC-ADBC12DAE296}"/>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15C910BA-AE4E-82C4-B771-1D91876610C2}"/>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9" name="Picture 18" descr="A blue and black logo&#10;&#10;AI-generated content may be incorrect.">
            <a:extLst>
              <a:ext uri="{FF2B5EF4-FFF2-40B4-BE49-F238E27FC236}">
                <a16:creationId xmlns:a16="http://schemas.microsoft.com/office/drawing/2014/main" id="{BE4E0266-219E-FCAC-95C7-2C4EDC5F8146}"/>
              </a:ext>
            </a:extLst>
          </p:cNvPr>
          <p:cNvPicPr>
            <a:picLocks noChangeAspect="1"/>
          </p:cNvPicPr>
          <p:nvPr/>
        </p:nvPicPr>
        <p:blipFill>
          <a:blip r:embed="rId4"/>
          <a:srcRect/>
          <a:stretch/>
        </p:blipFill>
        <p:spPr>
          <a:xfrm>
            <a:off x="595160" y="229787"/>
            <a:ext cx="684216" cy="942872"/>
          </a:xfrm>
          <a:prstGeom prst="rect">
            <a:avLst/>
          </a:prstGeom>
        </p:spPr>
      </p:pic>
      <p:pic>
        <p:nvPicPr>
          <p:cNvPr id="21" name="Content Placeholder 2" descr="A blue arrows on a white background&#10;&#10;AI-generated content may be incorrect.">
            <a:extLst>
              <a:ext uri="{FF2B5EF4-FFF2-40B4-BE49-F238E27FC236}">
                <a16:creationId xmlns:a16="http://schemas.microsoft.com/office/drawing/2014/main" id="{8DFC1557-5458-EF1A-EEFB-BE905190FC8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3" name="Picture 22" descr="A blue logo on a black background&#10;&#10;Description automatically generated">
            <a:extLst>
              <a:ext uri="{FF2B5EF4-FFF2-40B4-BE49-F238E27FC236}">
                <a16:creationId xmlns:a16="http://schemas.microsoft.com/office/drawing/2014/main" id="{80102361-EE35-9039-E8C4-BAA481BAA95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25" name="Rectangle 9">
            <a:extLst>
              <a:ext uri="{FF2B5EF4-FFF2-40B4-BE49-F238E27FC236}">
                <a16:creationId xmlns:a16="http://schemas.microsoft.com/office/drawing/2014/main" id="{AF11983F-F31E-3278-C4FF-5A9BA676A8CF}"/>
              </a:ext>
            </a:extLst>
          </p:cNvPr>
          <p:cNvSpPr>
            <a:spLocks noChangeArrowheads="1"/>
          </p:cNvSpPr>
          <p:nvPr/>
        </p:nvSpPr>
        <p:spPr bwMode="auto">
          <a:xfrm>
            <a:off x="697465" y="2224197"/>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6DCAFD28-B67C-5AE9-A3E3-7E2D059B1FAC}"/>
              </a:ext>
            </a:extLst>
          </p:cNvPr>
          <p:cNvSpPr txBox="1"/>
          <p:nvPr/>
        </p:nvSpPr>
        <p:spPr>
          <a:xfrm>
            <a:off x="1697592" y="703331"/>
            <a:ext cx="6067781"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dirty="0">
                <a:solidFill>
                  <a:schemeClr val="tx2">
                    <a:lumMod val="90000"/>
                    <a:lumOff val="10000"/>
                  </a:schemeClr>
                </a:solidFill>
                <a:ea typeface="+mn-lt"/>
                <a:cs typeface="+mn-lt"/>
              </a:rPr>
              <a:t>What Do We Use Input Capture For?</a:t>
            </a:r>
            <a:endParaRPr lang="en-US" b="1">
              <a:solidFill>
                <a:schemeClr val="tx2">
                  <a:lumMod val="90000"/>
                  <a:lumOff val="10000"/>
                </a:schemeClr>
              </a:solidFill>
              <a:ea typeface="+mn-lt"/>
              <a:cs typeface="+mn-lt"/>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F398AF6-A766-E255-CA14-B0884AC691CF}"/>
                  </a:ext>
                </a:extLst>
              </p:cNvPr>
              <p:cNvSpPr txBox="1"/>
              <p:nvPr/>
            </p:nvSpPr>
            <p:spPr>
              <a:xfrm>
                <a:off x="1862667" y="2400904"/>
                <a:ext cx="8454571" cy="312803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Example 1: Measuring Frequency</a:t>
                </a:r>
              </a:p>
              <a:p>
                <a:pPr marL="228600" indent="-228600">
                  <a:buFont typeface=""/>
                  <a:buChar char="•"/>
                </a:pPr>
                <a:r>
                  <a:rPr lang="en-US"/>
                  <a:t>Capture time at rising edge #1 → T1</a:t>
                </a:r>
              </a:p>
              <a:p>
                <a:pPr marL="228600" indent="-228600">
                  <a:buFont typeface=""/>
                  <a:buChar char="•"/>
                </a:pPr>
                <a:r>
                  <a:rPr lang="en-US"/>
                  <a:t>Capture time at rising edge #2 → T2</a:t>
                </a:r>
              </a:p>
              <a:p>
                <a:pPr/>
                <a14:m>
                  <m:oMathPara xmlns:m="http://schemas.openxmlformats.org/officeDocument/2006/math">
                    <m:oMathParaPr>
                      <m:jc m:val="centerGroup"/>
                    </m:oMathParaPr>
                    <m:oMath xmlns:m="http://schemas.openxmlformats.org/officeDocument/2006/math">
                      <m:r>
                        <m:rPr>
                          <m:nor/>
                        </m:rPr>
                        <a:rPr lang="en-US" b="0"/>
                        <m:t>Period</m:t>
                      </m:r>
                      <m:r>
                        <a:rPr lang="en-US" b="0" i="0">
                          <a:latin typeface="Cambria Math" panose="02040503050406030204" pitchFamily="18" charset="0"/>
                        </a:rPr>
                        <m:t>=</m:t>
                      </m:r>
                      <m:r>
                        <a:rPr lang="en-US" b="0" i="1">
                          <a:latin typeface="Cambria Math" panose="02040503050406030204" pitchFamily="18" charset="0"/>
                        </a:rPr>
                        <m:t>𝑇</m:t>
                      </m:r>
                      <m:r>
                        <a:rPr lang="en-US" b="0" i="0">
                          <a:latin typeface="Cambria Math" panose="02040503050406030204" pitchFamily="18" charset="0"/>
                        </a:rPr>
                        <m:t>2−</m:t>
                      </m:r>
                      <m:r>
                        <a:rPr lang="en-US" b="0" i="1">
                          <a:latin typeface="Cambria Math" panose="02040503050406030204" pitchFamily="18" charset="0"/>
                        </a:rPr>
                        <m:t>𝑇</m:t>
                      </m:r>
                      <m:r>
                        <a:rPr lang="en-US" b="0" i="0">
                          <a:latin typeface="Cambria Math" panose="02040503050406030204" pitchFamily="18" charset="0"/>
                        </a:rPr>
                        <m:t>1</m:t>
                      </m:r>
                    </m:oMath>
                  </m:oMathPara>
                </a14:m>
                <a:endParaRPr lang="en-US" b="0"/>
              </a:p>
              <a:p>
                <a:pPr/>
                <a14:m>
                  <m:oMathPara xmlns:m="http://schemas.openxmlformats.org/officeDocument/2006/math">
                    <m:oMathParaPr>
                      <m:jc m:val="centerGroup"/>
                    </m:oMathParaPr>
                    <m:oMath xmlns:m="http://schemas.openxmlformats.org/officeDocument/2006/math">
                      <m:r>
                        <m:rPr>
                          <m:nor/>
                        </m:rPr>
                        <a:rPr lang="en-US" b="0"/>
                        <m:t>Frequency</m:t>
                      </m:r>
                      <m:r>
                        <a:rPr lang="en-US" b="0" i="0">
                          <a:latin typeface="Cambria Math" panose="02040503050406030204" pitchFamily="18" charset="0"/>
                        </a:rPr>
                        <m:t>=</m:t>
                      </m:r>
                      <m:f>
                        <m:fPr>
                          <m:ctrlPr>
                            <a:rPr lang="en-US" b="0" i="1">
                              <a:latin typeface="Cambria Math" panose="02040503050406030204" pitchFamily="18" charset="0"/>
                            </a:rPr>
                          </m:ctrlPr>
                        </m:fPr>
                        <m:num>
                          <m:r>
                            <a:rPr lang="en-US" b="0" i="0">
                              <a:latin typeface="Cambria Math" panose="02040503050406030204" pitchFamily="18" charset="0"/>
                            </a:rPr>
                            <m:t>1</m:t>
                          </m:r>
                        </m:num>
                        <m:den>
                          <m:r>
                            <m:rPr>
                              <m:nor/>
                            </m:rPr>
                            <a:rPr lang="en-US" b="0" i="1">
                              <a:latin typeface="Cambria Math" panose="02040503050406030204" pitchFamily="18" charset="0"/>
                            </a:rPr>
                            <m:t>Period</m:t>
                          </m:r>
                        </m:den>
                      </m:f>
                    </m:oMath>
                  </m:oMathPara>
                </a14:m>
                <a:endParaRPr lang="en-US" b="0"/>
              </a:p>
              <a:p>
                <a:r>
                  <a:rPr lang="en-US" b="1"/>
                  <a:t>Example 2: Measuring Pulse Width</a:t>
                </a:r>
              </a:p>
              <a:p>
                <a:pPr marL="228600" indent="-228600">
                  <a:buFont typeface=""/>
                  <a:buChar char="•"/>
                </a:pPr>
                <a:r>
                  <a:rPr lang="en-US"/>
                  <a:t>Rising edge → start time</a:t>
                </a:r>
              </a:p>
              <a:p>
                <a:pPr marL="228600" indent="-228600">
                  <a:buFont typeface=""/>
                  <a:buChar char="•"/>
                </a:pPr>
                <a:r>
                  <a:rPr lang="en-US"/>
                  <a:t>Falling edge → end time</a:t>
                </a:r>
              </a:p>
              <a:p>
                <a:pPr/>
                <a14:m>
                  <m:oMathPara xmlns:m="http://schemas.openxmlformats.org/officeDocument/2006/math">
                    <m:oMathParaPr>
                      <m:jc m:val="centerGroup"/>
                    </m:oMathParaPr>
                    <m:oMath xmlns:m="http://schemas.openxmlformats.org/officeDocument/2006/math">
                      <m:r>
                        <m:rPr>
                          <m:nor/>
                        </m:rPr>
                        <a:rPr lang="en-US" b="0"/>
                        <m:t>Pulse</m:t>
                      </m:r>
                      <m:r>
                        <m:rPr>
                          <m:nor/>
                        </m:rPr>
                        <a:rPr lang="en-US" b="0" i="1"/>
                        <m:t> </m:t>
                      </m:r>
                      <m:r>
                        <m:rPr>
                          <m:nor/>
                        </m:rPr>
                        <a:rPr lang="en-US" b="0" i="1"/>
                        <m:t>Width</m:t>
                      </m:r>
                      <m:r>
                        <a:rPr lang="en-US" b="0" i="0">
                          <a:latin typeface="Cambria Math" panose="02040503050406030204" pitchFamily="18" charset="0"/>
                        </a:rPr>
                        <m:t>=</m:t>
                      </m:r>
                      <m:sSub>
                        <m:sSubPr>
                          <m:ctrlPr>
                            <a:rPr lang="en-US" b="0" i="1">
                              <a:latin typeface="Cambria Math" panose="02040503050406030204" pitchFamily="18" charset="0"/>
                            </a:rPr>
                          </m:ctrlPr>
                        </m:sSubPr>
                        <m:e>
                          <m:r>
                            <a:rPr lang="en-US" b="0" i="1">
                              <a:latin typeface="Cambria Math" panose="02040503050406030204" pitchFamily="18" charset="0"/>
                            </a:rPr>
                            <m:t>𝑇</m:t>
                          </m:r>
                        </m:e>
                        <m:sub>
                          <m:r>
                            <a:rPr lang="en-US" b="0" i="1">
                              <a:latin typeface="Cambria Math" panose="02040503050406030204" pitchFamily="18" charset="0"/>
                            </a:rPr>
                            <m:t>𝑓𝑎𝑙𝑙</m:t>
                          </m:r>
                        </m:sub>
                      </m:sSub>
                      <m:r>
                        <a:rPr lang="en-US" b="0" i="0">
                          <a:latin typeface="Cambria Math" panose="02040503050406030204" pitchFamily="18" charset="0"/>
                        </a:rPr>
                        <m:t>−</m:t>
                      </m:r>
                      <m:sSub>
                        <m:sSubPr>
                          <m:ctrlPr>
                            <a:rPr lang="en-US" b="0" i="1">
                              <a:latin typeface="Cambria Math" panose="02040503050406030204" pitchFamily="18" charset="0"/>
                            </a:rPr>
                          </m:ctrlPr>
                        </m:sSubPr>
                        <m:e>
                          <m:r>
                            <a:rPr lang="en-US" b="0" i="1">
                              <a:latin typeface="Cambria Math" panose="02040503050406030204" pitchFamily="18" charset="0"/>
                            </a:rPr>
                            <m:t>𝑇</m:t>
                          </m:r>
                        </m:e>
                        <m:sub>
                          <m:r>
                            <a:rPr lang="en-US" b="0" i="1">
                              <a:latin typeface="Cambria Math" panose="02040503050406030204" pitchFamily="18" charset="0"/>
                            </a:rPr>
                            <m:t>𝑟𝑖𝑠𝑒</m:t>
                          </m:r>
                        </m:sub>
                      </m:sSub>
                    </m:oMath>
                  </m:oMathPara>
                </a14:m>
                <a:endParaRPr lang="en-US" b="0"/>
              </a:p>
              <a:p>
                <a:pPr algn="ctr"/>
                <a:endParaRPr lang="en-US"/>
              </a:p>
            </p:txBody>
          </p:sp>
        </mc:Choice>
        <mc:Fallback xmlns="">
          <p:sp>
            <p:nvSpPr>
              <p:cNvPr id="4" name="TextBox 3">
                <a:extLst>
                  <a:ext uri="{FF2B5EF4-FFF2-40B4-BE49-F238E27FC236}">
                    <a16:creationId xmlns:a16="http://schemas.microsoft.com/office/drawing/2014/main" id="{FF398AF6-A766-E255-CA14-B0884AC691CF}"/>
                  </a:ext>
                </a:extLst>
              </p:cNvPr>
              <p:cNvSpPr txBox="1">
                <a:spLocks noRot="1" noChangeAspect="1" noMove="1" noResize="1" noEditPoints="1" noAdjustHandles="1" noChangeArrowheads="1" noChangeShapeType="1" noTextEdit="1"/>
              </p:cNvSpPr>
              <p:nvPr/>
            </p:nvSpPr>
            <p:spPr>
              <a:xfrm>
                <a:off x="1862667" y="2400904"/>
                <a:ext cx="8454571" cy="3128036"/>
              </a:xfrm>
              <a:prstGeom prst="rect">
                <a:avLst/>
              </a:prstGeom>
              <a:blipFill>
                <a:blip r:embed="rId7"/>
                <a:stretch>
                  <a:fillRect l="-649" t="-975"/>
                </a:stretch>
              </a:blipFill>
            </p:spPr>
            <p:txBody>
              <a:bodyPr/>
              <a:lstStyle/>
              <a:p>
                <a:r>
                  <a:rPr lang="en-US">
                    <a:noFill/>
                  </a:rPr>
                  <a:t> </a:t>
                </a:r>
              </a:p>
            </p:txBody>
          </p:sp>
        </mc:Fallback>
      </mc:AlternateContent>
    </p:spTree>
    <p:extLst>
      <p:ext uri="{BB962C8B-B14F-4D97-AF65-F5344CB8AC3E}">
        <p14:creationId xmlns:p14="http://schemas.microsoft.com/office/powerpoint/2010/main" val="4159834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white sign with black text&#10;&#10;Description automatically generated">
            <a:extLst>
              <a:ext uri="{FF2B5EF4-FFF2-40B4-BE49-F238E27FC236}">
                <a16:creationId xmlns:a16="http://schemas.microsoft.com/office/drawing/2014/main" id="{ED554DE7-F36A-5961-EB2E-57D56605DDF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7" name="Rectangle 6">
            <a:extLst>
              <a:ext uri="{FF2B5EF4-FFF2-40B4-BE49-F238E27FC236}">
                <a16:creationId xmlns:a16="http://schemas.microsoft.com/office/drawing/2014/main" id="{801465DD-5BF1-BBD4-94F3-7BEC62790884}"/>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descr="A black and white logo&#10;&#10;AI-generated content may be incorrect.">
            <a:extLst>
              <a:ext uri="{FF2B5EF4-FFF2-40B4-BE49-F238E27FC236}">
                <a16:creationId xmlns:a16="http://schemas.microsoft.com/office/drawing/2014/main" id="{EA0685C8-D72C-366A-9E89-3FB9AA96612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11" name="Rectangle 10">
            <a:extLst>
              <a:ext uri="{FF2B5EF4-FFF2-40B4-BE49-F238E27FC236}">
                <a16:creationId xmlns:a16="http://schemas.microsoft.com/office/drawing/2014/main" id="{D894B10F-503F-FF33-0175-EF06DE0AE88A}"/>
              </a:ext>
            </a:extLst>
          </p:cNvPr>
          <p:cNvSpPr/>
          <p:nvPr/>
        </p:nvSpPr>
        <p:spPr>
          <a:xfrm rot="5400000">
            <a:off x="-850931" y="16116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7" name="Group 16">
            <a:extLst>
              <a:ext uri="{FF2B5EF4-FFF2-40B4-BE49-F238E27FC236}">
                <a16:creationId xmlns:a16="http://schemas.microsoft.com/office/drawing/2014/main" id="{6AB7726C-0696-B133-9BA7-C9625D47C1DA}"/>
              </a:ext>
            </a:extLst>
          </p:cNvPr>
          <p:cNvGrpSpPr/>
          <p:nvPr/>
        </p:nvGrpSpPr>
        <p:grpSpPr>
          <a:xfrm rot="10800000" flipH="1">
            <a:off x="9345038" y="207226"/>
            <a:ext cx="1947465" cy="3013886"/>
            <a:chOff x="9989698" y="3602621"/>
            <a:chExt cx="1947465" cy="3013886"/>
          </a:xfrm>
          <a:solidFill>
            <a:srgbClr val="3F51B5"/>
          </a:solidFill>
        </p:grpSpPr>
        <p:cxnSp>
          <p:nvCxnSpPr>
            <p:cNvPr id="13" name="Straight Connector 12">
              <a:extLst>
                <a:ext uri="{FF2B5EF4-FFF2-40B4-BE49-F238E27FC236}">
                  <a16:creationId xmlns:a16="http://schemas.microsoft.com/office/drawing/2014/main" id="{2DDE689A-AF5A-E410-F645-FA8C17117F8B}"/>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FBDE8D31-0D1E-A0E6-A20E-77CF6991C6F1}"/>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FA89F5E2-CF7A-F9C5-BABA-B0108C2F9FD0}"/>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B649AF1F-187C-7B35-F852-E0C538A34879}"/>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9" name="Picture 18" descr="A blue and black logo&#10;&#10;AI-generated content may be incorrect.">
            <a:extLst>
              <a:ext uri="{FF2B5EF4-FFF2-40B4-BE49-F238E27FC236}">
                <a16:creationId xmlns:a16="http://schemas.microsoft.com/office/drawing/2014/main" id="{059A397C-E011-EB0A-AA5F-BC3488F120D4}"/>
              </a:ext>
            </a:extLst>
          </p:cNvPr>
          <p:cNvPicPr>
            <a:picLocks noChangeAspect="1"/>
          </p:cNvPicPr>
          <p:nvPr/>
        </p:nvPicPr>
        <p:blipFill>
          <a:blip r:embed="rId4"/>
          <a:srcRect/>
          <a:stretch/>
        </p:blipFill>
        <p:spPr>
          <a:xfrm>
            <a:off x="595160" y="229787"/>
            <a:ext cx="684216" cy="942872"/>
          </a:xfrm>
          <a:prstGeom prst="rect">
            <a:avLst/>
          </a:prstGeom>
        </p:spPr>
      </p:pic>
      <p:pic>
        <p:nvPicPr>
          <p:cNvPr id="21" name="Content Placeholder 2" descr="A blue arrows on a white background&#10;&#10;AI-generated content may be incorrect.">
            <a:extLst>
              <a:ext uri="{FF2B5EF4-FFF2-40B4-BE49-F238E27FC236}">
                <a16:creationId xmlns:a16="http://schemas.microsoft.com/office/drawing/2014/main" id="{C1F978DA-141E-A490-CAE3-F547F7F7F84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3" name="Picture 22" descr="A blue logo on a black background&#10;&#10;Description automatically generated">
            <a:extLst>
              <a:ext uri="{FF2B5EF4-FFF2-40B4-BE49-F238E27FC236}">
                <a16:creationId xmlns:a16="http://schemas.microsoft.com/office/drawing/2014/main" id="{27F69378-6331-F1A0-88BB-D3E264FF441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25" name="Rectangle 9">
            <a:extLst>
              <a:ext uri="{FF2B5EF4-FFF2-40B4-BE49-F238E27FC236}">
                <a16:creationId xmlns:a16="http://schemas.microsoft.com/office/drawing/2014/main" id="{98C6208E-D0EB-34A7-D6EF-1E0AC6E55277}"/>
              </a:ext>
            </a:extLst>
          </p:cNvPr>
          <p:cNvSpPr>
            <a:spLocks noChangeArrowheads="1"/>
          </p:cNvSpPr>
          <p:nvPr/>
        </p:nvSpPr>
        <p:spPr bwMode="auto">
          <a:xfrm>
            <a:off x="697465" y="2224197"/>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6754A55D-98B7-289E-EBE0-D568ADD5247E}"/>
              </a:ext>
            </a:extLst>
          </p:cNvPr>
          <p:cNvSpPr txBox="1"/>
          <p:nvPr/>
        </p:nvSpPr>
        <p:spPr>
          <a:xfrm>
            <a:off x="2879766" y="192974"/>
            <a:ext cx="6096000"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000" b="0" i="0" u="none" strike="noStrike" baseline="0">
                <a:solidFill>
                  <a:schemeClr val="accent1"/>
                </a:solidFill>
                <a:latin typeface="Aptos Display"/>
              </a:rPr>
              <a:t>Session Task</a:t>
            </a:r>
            <a:r>
              <a:rPr sz="8000" b="0" i="0">
                <a:solidFill>
                  <a:schemeClr val="accent1"/>
                </a:solidFill>
                <a:latin typeface="Aptos Display"/>
                <a:ea typeface="Aptos Display"/>
                <a:cs typeface="Aptos Display"/>
              </a:rPr>
              <a:t>​</a:t>
            </a:r>
            <a:endParaRPr lang="en-US">
              <a:solidFill>
                <a:schemeClr val="accent1"/>
              </a:solidFill>
            </a:endParaRPr>
          </a:p>
          <a:p>
            <a:pPr algn="ctr"/>
            <a:endParaRPr lang="en-US"/>
          </a:p>
        </p:txBody>
      </p:sp>
      <p:sp>
        <p:nvSpPr>
          <p:cNvPr id="3" name="TextBox 2">
            <a:extLst>
              <a:ext uri="{FF2B5EF4-FFF2-40B4-BE49-F238E27FC236}">
                <a16:creationId xmlns:a16="http://schemas.microsoft.com/office/drawing/2014/main" id="{4DF2CA9B-07DC-C598-4784-BB5C033ED757}"/>
              </a:ext>
            </a:extLst>
          </p:cNvPr>
          <p:cNvSpPr txBox="1"/>
          <p:nvPr/>
        </p:nvSpPr>
        <p:spPr>
          <a:xfrm>
            <a:off x="2444338" y="1707078"/>
            <a:ext cx="7402285"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Write Embedded C code using ATmega16/32 µC to control led using Timer0.</a:t>
            </a:r>
            <a:br>
              <a:rPr lang="en-US"/>
            </a:br>
            <a:br>
              <a:rPr lang="en-US"/>
            </a:br>
            <a:r>
              <a:rPr lang="en-US"/>
              <a:t>Requirements:</a:t>
            </a:r>
            <a:br>
              <a:rPr lang="en-US"/>
            </a:br>
            <a:r>
              <a:rPr lang="en-US"/>
              <a:t>• Configure the µC clock with internal 1Mhz Clock.</a:t>
            </a:r>
            <a:br>
              <a:rPr lang="en-US"/>
            </a:br>
            <a:r>
              <a:rPr lang="en-US"/>
              <a:t>• The led is connected to pin 0 in PORTC.</a:t>
            </a:r>
            <a:br>
              <a:rPr lang="en-US"/>
            </a:br>
            <a:r>
              <a:rPr lang="en-US"/>
              <a:t>• Connect the Led using Positive Logic configuration.</a:t>
            </a:r>
            <a:br>
              <a:rPr lang="en-US"/>
            </a:br>
            <a:r>
              <a:rPr lang="en-US"/>
              <a:t>• Configure the timer clock to F_CPU/1024.</a:t>
            </a:r>
            <a:br>
              <a:rPr lang="en-US"/>
            </a:br>
            <a:r>
              <a:rPr lang="en-US"/>
              <a:t>• Toggle the led every half second.</a:t>
            </a:r>
            <a:br>
              <a:rPr lang="en-US"/>
            </a:br>
            <a:r>
              <a:rPr lang="en-US"/>
              <a:t>• Use the Timer0 Normal Mode with Polling technique.</a:t>
            </a:r>
          </a:p>
          <a:p>
            <a:pPr algn="ctr"/>
            <a:endParaRPr lang="en-US"/>
          </a:p>
        </p:txBody>
      </p:sp>
    </p:spTree>
    <p:extLst>
      <p:ext uri="{BB962C8B-B14F-4D97-AF65-F5344CB8AC3E}">
        <p14:creationId xmlns:p14="http://schemas.microsoft.com/office/powerpoint/2010/main" val="5619718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white sign with black text&#10;&#10;Description automatically generated">
            <a:extLst>
              <a:ext uri="{FF2B5EF4-FFF2-40B4-BE49-F238E27FC236}">
                <a16:creationId xmlns:a16="http://schemas.microsoft.com/office/drawing/2014/main" id="{8844A06E-1A6A-E316-0BC5-BC2782C234F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7" name="Rectangle 6">
            <a:extLst>
              <a:ext uri="{FF2B5EF4-FFF2-40B4-BE49-F238E27FC236}">
                <a16:creationId xmlns:a16="http://schemas.microsoft.com/office/drawing/2014/main" id="{D5D35D86-68F2-DCAC-1D82-5C4B6E53F955}"/>
              </a:ext>
            </a:extLst>
          </p:cNvPr>
          <p:cNvSpPr/>
          <p:nvPr/>
        </p:nvSpPr>
        <p:spPr>
          <a:xfrm rot="5400000">
            <a:off x="2126312" y="3273505"/>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descr="A black and white logo&#10;&#10;AI-generated content may be incorrect.">
            <a:extLst>
              <a:ext uri="{FF2B5EF4-FFF2-40B4-BE49-F238E27FC236}">
                <a16:creationId xmlns:a16="http://schemas.microsoft.com/office/drawing/2014/main" id="{7149D1EE-E0B5-B3E4-B764-392AE9A35666}"/>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11" name="Rectangle 10">
            <a:extLst>
              <a:ext uri="{FF2B5EF4-FFF2-40B4-BE49-F238E27FC236}">
                <a16:creationId xmlns:a16="http://schemas.microsoft.com/office/drawing/2014/main" id="{C1DE0FC0-9D4B-4B84-AB25-04E335889B63}"/>
              </a:ext>
            </a:extLst>
          </p:cNvPr>
          <p:cNvSpPr/>
          <p:nvPr/>
        </p:nvSpPr>
        <p:spPr>
          <a:xfrm rot="5400000">
            <a:off x="-850931" y="16116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7" name="Group 16">
            <a:extLst>
              <a:ext uri="{FF2B5EF4-FFF2-40B4-BE49-F238E27FC236}">
                <a16:creationId xmlns:a16="http://schemas.microsoft.com/office/drawing/2014/main" id="{32D7DF19-0E2D-2307-247B-999261C11B0D}"/>
              </a:ext>
            </a:extLst>
          </p:cNvPr>
          <p:cNvGrpSpPr/>
          <p:nvPr/>
        </p:nvGrpSpPr>
        <p:grpSpPr>
          <a:xfrm rot="10800000" flipH="1">
            <a:off x="9345038" y="207226"/>
            <a:ext cx="1947465" cy="3013886"/>
            <a:chOff x="9989698" y="3602621"/>
            <a:chExt cx="1947465" cy="3013886"/>
          </a:xfrm>
          <a:solidFill>
            <a:srgbClr val="3F51B5"/>
          </a:solidFill>
        </p:grpSpPr>
        <p:cxnSp>
          <p:nvCxnSpPr>
            <p:cNvPr id="13" name="Straight Connector 12">
              <a:extLst>
                <a:ext uri="{FF2B5EF4-FFF2-40B4-BE49-F238E27FC236}">
                  <a16:creationId xmlns:a16="http://schemas.microsoft.com/office/drawing/2014/main" id="{3132052E-0C39-463C-3536-A3571444E63A}"/>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69C684F0-99D0-87AD-23F2-BEABBECD299D}"/>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431F2241-BD8A-F2BB-F43D-960952972202}"/>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44A46BF9-2A26-4B9B-1539-38E91A30F186}"/>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9" name="Picture 18" descr="A blue and black logo&#10;&#10;AI-generated content may be incorrect.">
            <a:extLst>
              <a:ext uri="{FF2B5EF4-FFF2-40B4-BE49-F238E27FC236}">
                <a16:creationId xmlns:a16="http://schemas.microsoft.com/office/drawing/2014/main" id="{F9E569C1-E2D2-25B8-9A55-032E01563E7B}"/>
              </a:ext>
            </a:extLst>
          </p:cNvPr>
          <p:cNvPicPr>
            <a:picLocks noChangeAspect="1"/>
          </p:cNvPicPr>
          <p:nvPr/>
        </p:nvPicPr>
        <p:blipFill>
          <a:blip r:embed="rId4"/>
          <a:srcRect/>
          <a:stretch/>
        </p:blipFill>
        <p:spPr>
          <a:xfrm>
            <a:off x="595160" y="229787"/>
            <a:ext cx="684216" cy="942872"/>
          </a:xfrm>
          <a:prstGeom prst="rect">
            <a:avLst/>
          </a:prstGeom>
        </p:spPr>
      </p:pic>
      <p:pic>
        <p:nvPicPr>
          <p:cNvPr id="21" name="Content Placeholder 2" descr="A blue arrows on a white background&#10;&#10;AI-generated content may be incorrect.">
            <a:extLst>
              <a:ext uri="{FF2B5EF4-FFF2-40B4-BE49-F238E27FC236}">
                <a16:creationId xmlns:a16="http://schemas.microsoft.com/office/drawing/2014/main" id="{8ED952EE-968D-0C7F-CFCA-30FD83FE1B9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3" name="Picture 22" descr="A blue logo on a black background&#10;&#10;Description automatically generated">
            <a:extLst>
              <a:ext uri="{FF2B5EF4-FFF2-40B4-BE49-F238E27FC236}">
                <a16:creationId xmlns:a16="http://schemas.microsoft.com/office/drawing/2014/main" id="{D8C662AC-BCC9-853C-D3F4-05FD4F508A0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25" name="Rectangle 9">
            <a:extLst>
              <a:ext uri="{FF2B5EF4-FFF2-40B4-BE49-F238E27FC236}">
                <a16:creationId xmlns:a16="http://schemas.microsoft.com/office/drawing/2014/main" id="{EEBEB183-5675-359A-AC44-C95D08A74CEA}"/>
              </a:ext>
            </a:extLst>
          </p:cNvPr>
          <p:cNvSpPr>
            <a:spLocks noChangeArrowheads="1"/>
          </p:cNvSpPr>
          <p:nvPr/>
        </p:nvSpPr>
        <p:spPr bwMode="auto">
          <a:xfrm>
            <a:off x="697465" y="2224197"/>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F2041EAE-F5BC-2B11-DA45-283B43071301}"/>
              </a:ext>
            </a:extLst>
          </p:cNvPr>
          <p:cNvPicPr>
            <a:picLocks noChangeAspect="1"/>
          </p:cNvPicPr>
          <p:nvPr/>
        </p:nvPicPr>
        <p:blipFill>
          <a:blip r:embed="rId7"/>
          <a:stretch>
            <a:fillRect/>
          </a:stretch>
        </p:blipFill>
        <p:spPr>
          <a:xfrm>
            <a:off x="2864758" y="363539"/>
            <a:ext cx="6335484" cy="6003923"/>
          </a:xfrm>
          <a:prstGeom prst="rect">
            <a:avLst/>
          </a:prstGeom>
        </p:spPr>
      </p:pic>
    </p:spTree>
    <p:extLst>
      <p:ext uri="{BB962C8B-B14F-4D97-AF65-F5344CB8AC3E}">
        <p14:creationId xmlns:p14="http://schemas.microsoft.com/office/powerpoint/2010/main" val="26715904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white sign with black text&#10;&#10;Description automatically generated">
            <a:extLst>
              <a:ext uri="{FF2B5EF4-FFF2-40B4-BE49-F238E27FC236}">
                <a16:creationId xmlns:a16="http://schemas.microsoft.com/office/drawing/2014/main" id="{E0136CEB-1E9E-0AD0-F31F-1AE079E325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7" name="Rectangle 6">
            <a:extLst>
              <a:ext uri="{FF2B5EF4-FFF2-40B4-BE49-F238E27FC236}">
                <a16:creationId xmlns:a16="http://schemas.microsoft.com/office/drawing/2014/main" id="{61C591AC-E74E-F2FD-95ED-0C07B2AF561E}"/>
              </a:ext>
            </a:extLst>
          </p:cNvPr>
          <p:cNvSpPr/>
          <p:nvPr/>
        </p:nvSpPr>
        <p:spPr>
          <a:xfrm rot="5400000">
            <a:off x="2126312" y="3273505"/>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descr="A black and white logo&#10;&#10;AI-generated content may be incorrect.">
            <a:extLst>
              <a:ext uri="{FF2B5EF4-FFF2-40B4-BE49-F238E27FC236}">
                <a16:creationId xmlns:a16="http://schemas.microsoft.com/office/drawing/2014/main" id="{80EDC2C8-5D2E-A27C-FAE3-C753092BA14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11" name="Rectangle 10">
            <a:extLst>
              <a:ext uri="{FF2B5EF4-FFF2-40B4-BE49-F238E27FC236}">
                <a16:creationId xmlns:a16="http://schemas.microsoft.com/office/drawing/2014/main" id="{0FFE1CE8-967D-E892-C203-6DAFF122C491}"/>
              </a:ext>
            </a:extLst>
          </p:cNvPr>
          <p:cNvSpPr/>
          <p:nvPr/>
        </p:nvSpPr>
        <p:spPr>
          <a:xfrm rot="5400000">
            <a:off x="-850931" y="16116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7" name="Group 16">
            <a:extLst>
              <a:ext uri="{FF2B5EF4-FFF2-40B4-BE49-F238E27FC236}">
                <a16:creationId xmlns:a16="http://schemas.microsoft.com/office/drawing/2014/main" id="{03F0454C-6011-6694-7502-424D2F6B7B71}"/>
              </a:ext>
            </a:extLst>
          </p:cNvPr>
          <p:cNvGrpSpPr/>
          <p:nvPr/>
        </p:nvGrpSpPr>
        <p:grpSpPr>
          <a:xfrm rot="10800000" flipH="1">
            <a:off x="9345038" y="207226"/>
            <a:ext cx="1947465" cy="3013886"/>
            <a:chOff x="9989698" y="3602621"/>
            <a:chExt cx="1947465" cy="3013886"/>
          </a:xfrm>
          <a:solidFill>
            <a:srgbClr val="3F51B5"/>
          </a:solidFill>
        </p:grpSpPr>
        <p:cxnSp>
          <p:nvCxnSpPr>
            <p:cNvPr id="13" name="Straight Connector 12">
              <a:extLst>
                <a:ext uri="{FF2B5EF4-FFF2-40B4-BE49-F238E27FC236}">
                  <a16:creationId xmlns:a16="http://schemas.microsoft.com/office/drawing/2014/main" id="{E216CA9F-E4BC-54D0-21C0-85648344565A}"/>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666A476C-FCF6-D415-4A64-A18F7F8CEA1B}"/>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E9800C64-0922-E7FA-B6CD-5B8CE695BDD8}"/>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D62F2D73-C17A-6C21-D889-5371794DFF6C}"/>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9" name="Picture 18" descr="A blue and black logo&#10;&#10;AI-generated content may be incorrect.">
            <a:extLst>
              <a:ext uri="{FF2B5EF4-FFF2-40B4-BE49-F238E27FC236}">
                <a16:creationId xmlns:a16="http://schemas.microsoft.com/office/drawing/2014/main" id="{D6F6B60C-3D67-B0EC-08D3-99D7C77D8ADE}"/>
              </a:ext>
            </a:extLst>
          </p:cNvPr>
          <p:cNvPicPr>
            <a:picLocks noChangeAspect="1"/>
          </p:cNvPicPr>
          <p:nvPr/>
        </p:nvPicPr>
        <p:blipFill>
          <a:blip r:embed="rId4"/>
          <a:srcRect/>
          <a:stretch/>
        </p:blipFill>
        <p:spPr>
          <a:xfrm>
            <a:off x="595160" y="229787"/>
            <a:ext cx="684216" cy="942872"/>
          </a:xfrm>
          <a:prstGeom prst="rect">
            <a:avLst/>
          </a:prstGeom>
        </p:spPr>
      </p:pic>
      <p:pic>
        <p:nvPicPr>
          <p:cNvPr id="21" name="Content Placeholder 2" descr="A blue arrows on a white background&#10;&#10;AI-generated content may be incorrect.">
            <a:extLst>
              <a:ext uri="{FF2B5EF4-FFF2-40B4-BE49-F238E27FC236}">
                <a16:creationId xmlns:a16="http://schemas.microsoft.com/office/drawing/2014/main" id="{B8BEC1A3-2241-03DE-0035-BF841BB1393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3" name="Picture 22" descr="A blue logo on a black background&#10;&#10;Description automatically generated">
            <a:extLst>
              <a:ext uri="{FF2B5EF4-FFF2-40B4-BE49-F238E27FC236}">
                <a16:creationId xmlns:a16="http://schemas.microsoft.com/office/drawing/2014/main" id="{17A570F0-382D-DE21-12A1-D56D39E5E39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25" name="Rectangle 9">
            <a:extLst>
              <a:ext uri="{FF2B5EF4-FFF2-40B4-BE49-F238E27FC236}">
                <a16:creationId xmlns:a16="http://schemas.microsoft.com/office/drawing/2014/main" id="{0E9414D3-FD80-983B-A9C4-39731D6520A2}"/>
              </a:ext>
            </a:extLst>
          </p:cNvPr>
          <p:cNvSpPr>
            <a:spLocks noChangeArrowheads="1"/>
          </p:cNvSpPr>
          <p:nvPr/>
        </p:nvSpPr>
        <p:spPr bwMode="auto">
          <a:xfrm>
            <a:off x="697465" y="2224197"/>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pic>
        <p:nvPicPr>
          <p:cNvPr id="28" name="Picture 27">
            <a:extLst>
              <a:ext uri="{FF2B5EF4-FFF2-40B4-BE49-F238E27FC236}">
                <a16:creationId xmlns:a16="http://schemas.microsoft.com/office/drawing/2014/main" id="{0419483B-3217-89D8-1897-CC76405365BE}"/>
              </a:ext>
            </a:extLst>
          </p:cNvPr>
          <p:cNvPicPr>
            <a:picLocks noChangeAspect="1"/>
          </p:cNvPicPr>
          <p:nvPr/>
        </p:nvPicPr>
        <p:blipFill>
          <a:blip r:embed="rId7"/>
          <a:stretch>
            <a:fillRect/>
          </a:stretch>
        </p:blipFill>
        <p:spPr>
          <a:xfrm>
            <a:off x="3267281" y="0"/>
            <a:ext cx="5637647" cy="6848104"/>
          </a:xfrm>
          <a:prstGeom prst="rect">
            <a:avLst/>
          </a:prstGeom>
        </p:spPr>
      </p:pic>
    </p:spTree>
    <p:extLst>
      <p:ext uri="{BB962C8B-B14F-4D97-AF65-F5344CB8AC3E}">
        <p14:creationId xmlns:p14="http://schemas.microsoft.com/office/powerpoint/2010/main" val="12436681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C540C97-9196-A13C-CDAC-9922012B3B38}"/>
              </a:ext>
            </a:extLst>
          </p:cNvPr>
          <p:cNvSpPr/>
          <p:nvPr/>
        </p:nvSpPr>
        <p:spPr>
          <a:xfrm>
            <a:off x="0" y="5668601"/>
            <a:ext cx="12192000" cy="1189399"/>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E4DE9D4-941A-2BBA-18CB-447ABF17E0C3}"/>
              </a:ext>
            </a:extLst>
          </p:cNvPr>
          <p:cNvSpPr/>
          <p:nvPr/>
        </p:nvSpPr>
        <p:spPr>
          <a:xfrm>
            <a:off x="0" y="0"/>
            <a:ext cx="12192000" cy="6858000"/>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3200"/>
              <a:t>                                         Two LEDs: </a:t>
            </a:r>
            <a:endParaRPr lang="en-US"/>
          </a:p>
          <a:p>
            <a:r>
              <a:rPr lang="en-US" sz="3200"/>
              <a:t>                                         1. One blinks fast     </a:t>
            </a:r>
            <a:endParaRPr lang="en-US"/>
          </a:p>
          <a:p>
            <a:r>
              <a:rPr lang="en-US" sz="3200"/>
              <a:t>                                         2. One blinks slow</a:t>
            </a:r>
            <a:endParaRPr lang="en-US"/>
          </a:p>
        </p:txBody>
      </p:sp>
      <p:pic>
        <p:nvPicPr>
          <p:cNvPr id="9" name="Picture 2" descr="A white arrows on a black background&#10;&#10;AI-generated content may be incorrect.">
            <a:extLst>
              <a:ext uri="{FF2B5EF4-FFF2-40B4-BE49-F238E27FC236}">
                <a16:creationId xmlns:a16="http://schemas.microsoft.com/office/drawing/2014/main" id="{C29440D6-D2C9-2E58-0CF6-42DCF01FB6B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6200000">
            <a:off x="269502" y="5617933"/>
            <a:ext cx="960102" cy="149910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A white sign with black text&#10;&#10;Description automatically generated">
            <a:extLst>
              <a:ext uri="{FF2B5EF4-FFF2-40B4-BE49-F238E27FC236}">
                <a16:creationId xmlns:a16="http://schemas.microsoft.com/office/drawing/2014/main" id="{9C9C222C-6437-ABB1-B9E2-CD4892C5963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pic>
        <p:nvPicPr>
          <p:cNvPr id="13" name="Picture 12" descr="A black and white logo&#10;&#10;AI-generated content may be incorrect.">
            <a:extLst>
              <a:ext uri="{FF2B5EF4-FFF2-40B4-BE49-F238E27FC236}">
                <a16:creationId xmlns:a16="http://schemas.microsoft.com/office/drawing/2014/main" id="{FF963C8C-02A6-16BB-B4D1-D2EAC27CCDBC}"/>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755838" y="5929205"/>
            <a:ext cx="2679197" cy="1133858"/>
          </a:xfrm>
          <a:prstGeom prst="rect">
            <a:avLst/>
          </a:prstGeom>
        </p:spPr>
      </p:pic>
      <p:grpSp>
        <p:nvGrpSpPr>
          <p:cNvPr id="19" name="Group 18">
            <a:extLst>
              <a:ext uri="{FF2B5EF4-FFF2-40B4-BE49-F238E27FC236}">
                <a16:creationId xmlns:a16="http://schemas.microsoft.com/office/drawing/2014/main" id="{5AAF3400-719A-7ECE-6FFA-16511BF34895}"/>
              </a:ext>
            </a:extLst>
          </p:cNvPr>
          <p:cNvGrpSpPr/>
          <p:nvPr/>
        </p:nvGrpSpPr>
        <p:grpSpPr>
          <a:xfrm flipV="1">
            <a:off x="10580003" y="345441"/>
            <a:ext cx="1329559" cy="4025209"/>
            <a:chOff x="10607605" y="3602621"/>
            <a:chExt cx="1329559" cy="3009868"/>
          </a:xfrm>
          <a:solidFill>
            <a:srgbClr val="3F51B5"/>
          </a:solidFill>
        </p:grpSpPr>
        <p:cxnSp>
          <p:nvCxnSpPr>
            <p:cNvPr id="15" name="Straight Connector 14">
              <a:extLst>
                <a:ext uri="{FF2B5EF4-FFF2-40B4-BE49-F238E27FC236}">
                  <a16:creationId xmlns:a16="http://schemas.microsoft.com/office/drawing/2014/main" id="{7332C91E-3670-03DF-0D6C-87569B2F654C}"/>
                </a:ext>
              </a:extLst>
            </p:cNvPr>
            <p:cNvCxnSpPr>
              <a:cxnSpLocks/>
            </p:cNvCxnSpPr>
            <p:nvPr/>
          </p:nvCxnSpPr>
          <p:spPr>
            <a:xfrm>
              <a:off x="11921924" y="3602621"/>
              <a:ext cx="0" cy="3009868"/>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46F16CA8-77E3-6B93-9C55-27AC04B5FA2F}"/>
                </a:ext>
              </a:extLst>
            </p:cNvPr>
            <p:cNvCxnSpPr>
              <a:cxnSpLocks/>
            </p:cNvCxnSpPr>
            <p:nvPr/>
          </p:nvCxnSpPr>
          <p:spPr>
            <a:xfrm>
              <a:off x="11693324" y="3892181"/>
              <a:ext cx="0" cy="2524585"/>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A0BBF718-FFAA-AFCA-B39C-3D8238D8B9A6}"/>
                </a:ext>
              </a:extLst>
            </p:cNvPr>
            <p:cNvCxnSpPr>
              <a:cxnSpLocks/>
            </p:cNvCxnSpPr>
            <p:nvPr/>
          </p:nvCxnSpPr>
          <p:spPr>
            <a:xfrm flipH="1">
              <a:off x="10607605" y="6599083"/>
              <a:ext cx="1329559"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0962F593-2343-7211-5E7C-DDAB66B28B4A}"/>
                </a:ext>
              </a:extLst>
            </p:cNvPr>
            <p:cNvCxnSpPr>
              <a:cxnSpLocks/>
            </p:cNvCxnSpPr>
            <p:nvPr/>
          </p:nvCxnSpPr>
          <p:spPr>
            <a:xfrm flipH="1">
              <a:off x="11006889" y="6404974"/>
              <a:ext cx="703580"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21" name="Rectangle 20">
            <a:extLst>
              <a:ext uri="{FF2B5EF4-FFF2-40B4-BE49-F238E27FC236}">
                <a16:creationId xmlns:a16="http://schemas.microsoft.com/office/drawing/2014/main" id="{91FB3E00-B195-CE3B-5293-A7B09B761F62}"/>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82F16054-EFA9-0F3E-D2E3-62034690A924}"/>
              </a:ext>
            </a:extLst>
          </p:cNvPr>
          <p:cNvSpPr/>
          <p:nvPr/>
        </p:nvSpPr>
        <p:spPr>
          <a:xfrm>
            <a:off x="-2" y="5735068"/>
            <a:ext cx="12192002" cy="11338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descr="A blue logo on a black background&#10;&#10;Description automatically generated">
            <a:extLst>
              <a:ext uri="{FF2B5EF4-FFF2-40B4-BE49-F238E27FC236}">
                <a16:creationId xmlns:a16="http://schemas.microsoft.com/office/drawing/2014/main" id="{A7E8DB92-078B-115B-1B1F-B9FDFE327A0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27" name="Title 14">
            <a:extLst>
              <a:ext uri="{FF2B5EF4-FFF2-40B4-BE49-F238E27FC236}">
                <a16:creationId xmlns:a16="http://schemas.microsoft.com/office/drawing/2014/main" id="{D36470AC-BDD3-84BD-DF99-D6B6EE05766D}"/>
              </a:ext>
            </a:extLst>
          </p:cNvPr>
          <p:cNvSpPr>
            <a:spLocks noGrp="1"/>
          </p:cNvSpPr>
          <p:nvPr>
            <p:ph type="title"/>
          </p:nvPr>
        </p:nvSpPr>
        <p:spPr>
          <a:xfrm>
            <a:off x="2088020" y="709701"/>
            <a:ext cx="7677291" cy="1325563"/>
          </a:xfrm>
        </p:spPr>
        <p:txBody>
          <a:bodyPr>
            <a:normAutofit/>
          </a:bodyPr>
          <a:lstStyle/>
          <a:p>
            <a:pPr algn="ctr"/>
            <a:r>
              <a:rPr lang="en-US" sz="8000" dirty="0">
                <a:solidFill>
                  <a:schemeClr val="bg2"/>
                </a:solidFill>
              </a:rPr>
              <a:t>Session Task</a:t>
            </a:r>
            <a:endParaRPr lang="en-US" dirty="0">
              <a:solidFill>
                <a:schemeClr val="bg2"/>
              </a:solidFill>
            </a:endParaRPr>
          </a:p>
        </p:txBody>
      </p:sp>
      <p:pic>
        <p:nvPicPr>
          <p:cNvPr id="29" name="Content Placeholder 2" descr="A blue arrows on a white background&#10;&#10;AI-generated content may be incorrect.">
            <a:extLst>
              <a:ext uri="{FF2B5EF4-FFF2-40B4-BE49-F238E27FC236}">
                <a16:creationId xmlns:a16="http://schemas.microsoft.com/office/drawing/2014/main" id="{9A71E845-C9FF-961B-2856-95A08F85688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spTree>
    <p:extLst>
      <p:ext uri="{BB962C8B-B14F-4D97-AF65-F5344CB8AC3E}">
        <p14:creationId xmlns:p14="http://schemas.microsoft.com/office/powerpoint/2010/main" val="462312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anim calcmode="lin" valueType="num">
                                      <p:cBhvr>
                                        <p:cTn id="8" dur="500" fill="hold"/>
                                        <p:tgtEl>
                                          <p:spTgt spid="27"/>
                                        </p:tgtEl>
                                        <p:attrNameLst>
                                          <p:attrName>ppt_x</p:attrName>
                                        </p:attrNameLst>
                                      </p:cBhvr>
                                      <p:tavLst>
                                        <p:tav tm="0">
                                          <p:val>
                                            <p:strVal val="#ppt_x"/>
                                          </p:val>
                                        </p:tav>
                                        <p:tav tm="100000">
                                          <p:val>
                                            <p:strVal val="#ppt_x"/>
                                          </p:val>
                                        </p:tav>
                                      </p:tavLst>
                                    </p:anim>
                                    <p:anim calcmode="lin" valueType="num">
                                      <p:cBhvr>
                                        <p:cTn id="9" dur="5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white sign with black text&#10;&#10;Description automatically generated">
            <a:extLst>
              <a:ext uri="{FF2B5EF4-FFF2-40B4-BE49-F238E27FC236}">
                <a16:creationId xmlns:a16="http://schemas.microsoft.com/office/drawing/2014/main" id="{CFA1D10E-DAE9-16D8-A721-9EEACDA1932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7" name="Rectangle 6">
            <a:extLst>
              <a:ext uri="{FF2B5EF4-FFF2-40B4-BE49-F238E27FC236}">
                <a16:creationId xmlns:a16="http://schemas.microsoft.com/office/drawing/2014/main" id="{B4B1A7E3-C415-2561-4CDC-966F51F2A1FF}"/>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descr="A black and white logo&#10;&#10;AI-generated content may be incorrect.">
            <a:extLst>
              <a:ext uri="{FF2B5EF4-FFF2-40B4-BE49-F238E27FC236}">
                <a16:creationId xmlns:a16="http://schemas.microsoft.com/office/drawing/2014/main" id="{86025E18-46EC-2FDF-9FFF-E8DDD61F45F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11" name="Rectangle 10">
            <a:extLst>
              <a:ext uri="{FF2B5EF4-FFF2-40B4-BE49-F238E27FC236}">
                <a16:creationId xmlns:a16="http://schemas.microsoft.com/office/drawing/2014/main" id="{0604DB44-97EE-9F3A-1D09-1385A451205F}"/>
              </a:ext>
            </a:extLst>
          </p:cNvPr>
          <p:cNvSpPr/>
          <p:nvPr/>
        </p:nvSpPr>
        <p:spPr>
          <a:xfrm rot="5400000">
            <a:off x="-850931" y="16116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7" name="Group 16">
            <a:extLst>
              <a:ext uri="{FF2B5EF4-FFF2-40B4-BE49-F238E27FC236}">
                <a16:creationId xmlns:a16="http://schemas.microsoft.com/office/drawing/2014/main" id="{FCDB9615-DD43-B4CE-2B29-922120CCCCC5}"/>
              </a:ext>
            </a:extLst>
          </p:cNvPr>
          <p:cNvGrpSpPr/>
          <p:nvPr/>
        </p:nvGrpSpPr>
        <p:grpSpPr>
          <a:xfrm rot="10800000" flipH="1">
            <a:off x="9345038" y="207226"/>
            <a:ext cx="1947465" cy="3013886"/>
            <a:chOff x="9989698" y="3602621"/>
            <a:chExt cx="1947465" cy="3013886"/>
          </a:xfrm>
          <a:solidFill>
            <a:srgbClr val="3F51B5"/>
          </a:solidFill>
        </p:grpSpPr>
        <p:cxnSp>
          <p:nvCxnSpPr>
            <p:cNvPr id="13" name="Straight Connector 12">
              <a:extLst>
                <a:ext uri="{FF2B5EF4-FFF2-40B4-BE49-F238E27FC236}">
                  <a16:creationId xmlns:a16="http://schemas.microsoft.com/office/drawing/2014/main" id="{0B9B37B1-F0CD-83F2-663C-46BA543C3118}"/>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5467DB2-1836-96FB-5A65-7C8AC9806039}"/>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2EE63FBE-B6FA-7E9B-88CC-41C15514CB55}"/>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85303934-2220-1C64-32A8-03EEC038669A}"/>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9" name="Picture 18" descr="A blue and black logo&#10;&#10;AI-generated content may be incorrect.">
            <a:extLst>
              <a:ext uri="{FF2B5EF4-FFF2-40B4-BE49-F238E27FC236}">
                <a16:creationId xmlns:a16="http://schemas.microsoft.com/office/drawing/2014/main" id="{B636B23E-DC87-C6FC-1A04-56A1D47419CF}"/>
              </a:ext>
            </a:extLst>
          </p:cNvPr>
          <p:cNvPicPr>
            <a:picLocks noChangeAspect="1"/>
          </p:cNvPicPr>
          <p:nvPr/>
        </p:nvPicPr>
        <p:blipFill>
          <a:blip r:embed="rId4"/>
          <a:srcRect/>
          <a:stretch/>
        </p:blipFill>
        <p:spPr>
          <a:xfrm>
            <a:off x="595160" y="229787"/>
            <a:ext cx="684216" cy="942872"/>
          </a:xfrm>
          <a:prstGeom prst="rect">
            <a:avLst/>
          </a:prstGeom>
        </p:spPr>
      </p:pic>
      <p:pic>
        <p:nvPicPr>
          <p:cNvPr id="21" name="Content Placeholder 2" descr="A blue arrows on a white background&#10;&#10;AI-generated content may be incorrect.">
            <a:extLst>
              <a:ext uri="{FF2B5EF4-FFF2-40B4-BE49-F238E27FC236}">
                <a16:creationId xmlns:a16="http://schemas.microsoft.com/office/drawing/2014/main" id="{95576267-F571-7250-134E-84DBC791B8F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3" name="Picture 22" descr="A blue logo on a black background&#10;&#10;Description automatically generated">
            <a:extLst>
              <a:ext uri="{FF2B5EF4-FFF2-40B4-BE49-F238E27FC236}">
                <a16:creationId xmlns:a16="http://schemas.microsoft.com/office/drawing/2014/main" id="{8881803D-298A-8BC3-9BAD-AEF8C403B12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25" name="Rectangle 9">
            <a:extLst>
              <a:ext uri="{FF2B5EF4-FFF2-40B4-BE49-F238E27FC236}">
                <a16:creationId xmlns:a16="http://schemas.microsoft.com/office/drawing/2014/main" id="{DFA8E576-9B2F-24D8-3F39-975132FBDD25}"/>
              </a:ext>
            </a:extLst>
          </p:cNvPr>
          <p:cNvSpPr>
            <a:spLocks noChangeArrowheads="1"/>
          </p:cNvSpPr>
          <p:nvPr/>
        </p:nvSpPr>
        <p:spPr bwMode="auto">
          <a:xfrm>
            <a:off x="697465" y="2224197"/>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pic>
        <p:nvPicPr>
          <p:cNvPr id="3" name="Picture 2" descr="A screen shot of a computer&#10;&#10;AI-generated content may be incorrect.">
            <a:extLst>
              <a:ext uri="{FF2B5EF4-FFF2-40B4-BE49-F238E27FC236}">
                <a16:creationId xmlns:a16="http://schemas.microsoft.com/office/drawing/2014/main" id="{2ADACD1F-41F7-1415-E9EE-60B9686F7C3A}"/>
              </a:ext>
            </a:extLst>
          </p:cNvPr>
          <p:cNvPicPr>
            <a:picLocks noChangeAspect="1"/>
          </p:cNvPicPr>
          <p:nvPr/>
        </p:nvPicPr>
        <p:blipFill>
          <a:blip r:embed="rId7"/>
          <a:srcRect l="23077" r="25558" b="444"/>
          <a:stretch>
            <a:fillRect/>
          </a:stretch>
        </p:blipFill>
        <p:spPr>
          <a:xfrm>
            <a:off x="5691490" y="711805"/>
            <a:ext cx="4885780" cy="5192525"/>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99D922B4-73CA-C116-8690-CD21D7757AFF}"/>
              </a:ext>
            </a:extLst>
          </p:cNvPr>
          <p:cNvPicPr>
            <a:picLocks noChangeAspect="1"/>
          </p:cNvPicPr>
          <p:nvPr/>
        </p:nvPicPr>
        <p:blipFill>
          <a:blip r:embed="rId8"/>
          <a:srcRect l="40620" t="18890" r="5508" b="10318"/>
          <a:stretch>
            <a:fillRect/>
          </a:stretch>
        </p:blipFill>
        <p:spPr>
          <a:xfrm>
            <a:off x="675974" y="1924006"/>
            <a:ext cx="4760479" cy="3246835"/>
          </a:xfrm>
          <a:prstGeom prst="rect">
            <a:avLst/>
          </a:prstGeom>
        </p:spPr>
      </p:pic>
    </p:spTree>
    <p:extLst>
      <p:ext uri="{BB962C8B-B14F-4D97-AF65-F5344CB8AC3E}">
        <p14:creationId xmlns:p14="http://schemas.microsoft.com/office/powerpoint/2010/main" val="11070092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A57F998-4FE9-63A6-2247-BF9BD80E98DB}"/>
              </a:ext>
            </a:extLst>
          </p:cNvPr>
          <p:cNvGrpSpPr/>
          <p:nvPr/>
        </p:nvGrpSpPr>
        <p:grpSpPr>
          <a:xfrm>
            <a:off x="3681" y="207226"/>
            <a:ext cx="12188319" cy="6640311"/>
            <a:chOff x="3681" y="207226"/>
            <a:chExt cx="12188319" cy="6640311"/>
          </a:xfrm>
        </p:grpSpPr>
        <p:pic>
          <p:nvPicPr>
            <p:cNvPr id="5" name="Picture 4" descr="A white sign with black text&#10;&#10;Description automatically generated">
              <a:extLst>
                <a:ext uri="{FF2B5EF4-FFF2-40B4-BE49-F238E27FC236}">
                  <a16:creationId xmlns:a16="http://schemas.microsoft.com/office/drawing/2014/main" id="{B9659EEB-3721-BDB1-4235-97DDEE673DE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7" name="Rectangle 6">
              <a:extLst>
                <a:ext uri="{FF2B5EF4-FFF2-40B4-BE49-F238E27FC236}">
                  <a16:creationId xmlns:a16="http://schemas.microsoft.com/office/drawing/2014/main" id="{42A1159D-0DBF-E260-4393-C36611597CF5}"/>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descr="A black and white logo&#10;&#10;AI-generated content may be incorrect.">
              <a:extLst>
                <a:ext uri="{FF2B5EF4-FFF2-40B4-BE49-F238E27FC236}">
                  <a16:creationId xmlns:a16="http://schemas.microsoft.com/office/drawing/2014/main" id="{4A72072C-B221-2616-2B09-32BC565D4CE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11" name="Rectangle 10">
              <a:extLst>
                <a:ext uri="{FF2B5EF4-FFF2-40B4-BE49-F238E27FC236}">
                  <a16:creationId xmlns:a16="http://schemas.microsoft.com/office/drawing/2014/main" id="{E3B67B64-917D-553B-286E-EC185A32C7B1}"/>
                </a:ext>
              </a:extLst>
            </p:cNvPr>
            <p:cNvSpPr/>
            <p:nvPr/>
          </p:nvSpPr>
          <p:spPr>
            <a:xfrm rot="5400000">
              <a:off x="-850931" y="16116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7" name="Group 16">
              <a:extLst>
                <a:ext uri="{FF2B5EF4-FFF2-40B4-BE49-F238E27FC236}">
                  <a16:creationId xmlns:a16="http://schemas.microsoft.com/office/drawing/2014/main" id="{557CB5B6-CBD1-E041-3F3B-44F20ABAAD53}"/>
                </a:ext>
              </a:extLst>
            </p:cNvPr>
            <p:cNvGrpSpPr/>
            <p:nvPr/>
          </p:nvGrpSpPr>
          <p:grpSpPr>
            <a:xfrm rot="10800000" flipH="1">
              <a:off x="9345038" y="207226"/>
              <a:ext cx="1947465" cy="3013886"/>
              <a:chOff x="9989698" y="3602621"/>
              <a:chExt cx="1947465" cy="3013886"/>
            </a:xfrm>
            <a:solidFill>
              <a:srgbClr val="3F51B5"/>
            </a:solidFill>
          </p:grpSpPr>
          <p:cxnSp>
            <p:nvCxnSpPr>
              <p:cNvPr id="13" name="Straight Connector 12">
                <a:extLst>
                  <a:ext uri="{FF2B5EF4-FFF2-40B4-BE49-F238E27FC236}">
                    <a16:creationId xmlns:a16="http://schemas.microsoft.com/office/drawing/2014/main" id="{5FFD6100-F4D7-9145-46A5-70580EE859A4}"/>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CB040B18-FEF0-51A6-29FC-7817A743A9F0}"/>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B087CBE-C4EF-812E-8D8A-AEC0259279C6}"/>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80279473-DE0D-D4E1-A0F8-1A5F4ECCA3CC}"/>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9" name="Picture 18" descr="A blue and black logo&#10;&#10;AI-generated content may be incorrect.">
              <a:extLst>
                <a:ext uri="{FF2B5EF4-FFF2-40B4-BE49-F238E27FC236}">
                  <a16:creationId xmlns:a16="http://schemas.microsoft.com/office/drawing/2014/main" id="{E2474CCB-3973-E2C6-0073-AD616E8A2DC7}"/>
                </a:ext>
              </a:extLst>
            </p:cNvPr>
            <p:cNvPicPr>
              <a:picLocks noChangeAspect="1"/>
            </p:cNvPicPr>
            <p:nvPr/>
          </p:nvPicPr>
          <p:blipFill>
            <a:blip r:embed="rId4"/>
            <a:srcRect/>
            <a:stretch/>
          </p:blipFill>
          <p:spPr>
            <a:xfrm>
              <a:off x="595160" y="229787"/>
              <a:ext cx="684216" cy="942872"/>
            </a:xfrm>
            <a:prstGeom prst="rect">
              <a:avLst/>
            </a:prstGeom>
          </p:spPr>
        </p:pic>
        <p:pic>
          <p:nvPicPr>
            <p:cNvPr id="21" name="Content Placeholder 2" descr="A blue arrows on a white background&#10;&#10;AI-generated content may be incorrect.">
              <a:extLst>
                <a:ext uri="{FF2B5EF4-FFF2-40B4-BE49-F238E27FC236}">
                  <a16:creationId xmlns:a16="http://schemas.microsoft.com/office/drawing/2014/main" id="{336C1B6A-1EFF-B0C5-547D-04C3E223AF9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3" name="Picture 22" descr="A blue logo on a black background&#10;&#10;Description automatically generated">
              <a:extLst>
                <a:ext uri="{FF2B5EF4-FFF2-40B4-BE49-F238E27FC236}">
                  <a16:creationId xmlns:a16="http://schemas.microsoft.com/office/drawing/2014/main" id="{44F7ABF5-7CBF-FAF9-48E6-4CE1666C046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25" name="Rectangle 9">
              <a:extLst>
                <a:ext uri="{FF2B5EF4-FFF2-40B4-BE49-F238E27FC236}">
                  <a16:creationId xmlns:a16="http://schemas.microsoft.com/office/drawing/2014/main" id="{B3DA8E41-8588-D195-0769-BEEA316AFA03}"/>
                </a:ext>
              </a:extLst>
            </p:cNvPr>
            <p:cNvSpPr>
              <a:spLocks noChangeArrowheads="1"/>
            </p:cNvSpPr>
            <p:nvPr/>
          </p:nvSpPr>
          <p:spPr bwMode="auto">
            <a:xfrm>
              <a:off x="697465" y="2224197"/>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grpSp>
      <p:sp>
        <p:nvSpPr>
          <p:cNvPr id="3" name="TextBox 2">
            <a:extLst>
              <a:ext uri="{FF2B5EF4-FFF2-40B4-BE49-F238E27FC236}">
                <a16:creationId xmlns:a16="http://schemas.microsoft.com/office/drawing/2014/main" id="{DB627DED-C7C4-B087-872D-AAAF770F54D5}"/>
              </a:ext>
            </a:extLst>
          </p:cNvPr>
          <p:cNvSpPr txBox="1"/>
          <p:nvPr/>
        </p:nvSpPr>
        <p:spPr>
          <a:xfrm>
            <a:off x="1683225" y="426493"/>
            <a:ext cx="8461611" cy="60016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ea typeface="+mn-lt"/>
                <a:cs typeface="+mn-lt"/>
              </a:rPr>
              <a:t>#define F_CPU 8000000UL</a:t>
            </a:r>
            <a:endParaRPr lang="en-US" sz="2400" dirty="0"/>
          </a:p>
          <a:p>
            <a:r>
              <a:rPr lang="en-US" sz="2400" dirty="0">
                <a:ea typeface="+mn-lt"/>
                <a:cs typeface="+mn-lt"/>
              </a:rPr>
              <a:t>#include &lt;</a:t>
            </a:r>
            <a:r>
              <a:rPr lang="en-US" sz="2400" dirty="0" err="1">
                <a:ea typeface="+mn-lt"/>
                <a:cs typeface="+mn-lt"/>
              </a:rPr>
              <a:t>avr</a:t>
            </a:r>
            <a:r>
              <a:rPr lang="en-US" sz="2400" dirty="0">
                <a:ea typeface="+mn-lt"/>
                <a:cs typeface="+mn-lt"/>
              </a:rPr>
              <a:t>/</a:t>
            </a:r>
            <a:r>
              <a:rPr lang="en-US" sz="2400" dirty="0" err="1">
                <a:ea typeface="+mn-lt"/>
                <a:cs typeface="+mn-lt"/>
              </a:rPr>
              <a:t>io.h</a:t>
            </a:r>
            <a:r>
              <a:rPr lang="en-US" sz="2400" dirty="0">
                <a:ea typeface="+mn-lt"/>
                <a:cs typeface="+mn-lt"/>
              </a:rPr>
              <a:t>&gt;</a:t>
            </a:r>
            <a:endParaRPr lang="en-US" sz="2400"/>
          </a:p>
          <a:p>
            <a:r>
              <a:rPr lang="en-US" sz="2400" dirty="0">
                <a:ea typeface="+mn-lt"/>
                <a:cs typeface="+mn-lt"/>
              </a:rPr>
              <a:t>#include &lt;</a:t>
            </a:r>
            <a:r>
              <a:rPr lang="en-US" sz="2400" dirty="0" err="1">
                <a:ea typeface="+mn-lt"/>
                <a:cs typeface="+mn-lt"/>
              </a:rPr>
              <a:t>avr</a:t>
            </a:r>
            <a:r>
              <a:rPr lang="en-US" sz="2400" dirty="0">
                <a:ea typeface="+mn-lt"/>
                <a:cs typeface="+mn-lt"/>
              </a:rPr>
              <a:t>/</a:t>
            </a:r>
            <a:r>
              <a:rPr lang="en-US" sz="2400" dirty="0" err="1">
                <a:ea typeface="+mn-lt"/>
                <a:cs typeface="+mn-lt"/>
              </a:rPr>
              <a:t>interrupt.h</a:t>
            </a:r>
            <a:r>
              <a:rPr lang="en-US" sz="2400" dirty="0">
                <a:ea typeface="+mn-lt"/>
                <a:cs typeface="+mn-lt"/>
              </a:rPr>
              <a:t>&gt;</a:t>
            </a:r>
            <a:endParaRPr lang="en-US" sz="2400"/>
          </a:p>
          <a:p>
            <a:r>
              <a:rPr lang="en-US" sz="2400" dirty="0">
                <a:ea typeface="+mn-lt"/>
                <a:cs typeface="+mn-lt"/>
              </a:rPr>
              <a:t>volatile uint16_t </a:t>
            </a:r>
            <a:r>
              <a:rPr lang="en-US" sz="2400" dirty="0" err="1">
                <a:ea typeface="+mn-lt"/>
                <a:cs typeface="+mn-lt"/>
              </a:rPr>
              <a:t>fast_count</a:t>
            </a:r>
            <a:r>
              <a:rPr lang="en-US" sz="2400" dirty="0">
                <a:ea typeface="+mn-lt"/>
                <a:cs typeface="+mn-lt"/>
              </a:rPr>
              <a:t> = 0;</a:t>
            </a:r>
            <a:endParaRPr lang="en-US" sz="2400"/>
          </a:p>
          <a:p>
            <a:r>
              <a:rPr lang="en-US" sz="2400" dirty="0">
                <a:ea typeface="+mn-lt"/>
                <a:cs typeface="+mn-lt"/>
              </a:rPr>
              <a:t>volatile uint16_t </a:t>
            </a:r>
            <a:r>
              <a:rPr lang="en-US" sz="2400" dirty="0" err="1">
                <a:ea typeface="+mn-lt"/>
                <a:cs typeface="+mn-lt"/>
              </a:rPr>
              <a:t>slow_count</a:t>
            </a:r>
            <a:r>
              <a:rPr lang="en-US" sz="2400" dirty="0">
                <a:ea typeface="+mn-lt"/>
                <a:cs typeface="+mn-lt"/>
              </a:rPr>
              <a:t> = 0;</a:t>
            </a:r>
            <a:endParaRPr lang="en-US" sz="2400"/>
          </a:p>
          <a:p>
            <a:r>
              <a:rPr lang="en-US" sz="2400" dirty="0">
                <a:ea typeface="+mn-lt"/>
                <a:cs typeface="+mn-lt"/>
              </a:rPr>
              <a:t>ISR(TIMER0_OVF_vect){</a:t>
            </a:r>
            <a:endParaRPr lang="en-US" sz="2400"/>
          </a:p>
          <a:p>
            <a:r>
              <a:rPr lang="en-US" sz="2400" dirty="0">
                <a:ea typeface="+mn-lt"/>
                <a:cs typeface="+mn-lt"/>
              </a:rPr>
              <a:t>    </a:t>
            </a:r>
            <a:r>
              <a:rPr lang="en-US" sz="2400" dirty="0" err="1">
                <a:ea typeface="+mn-lt"/>
                <a:cs typeface="+mn-lt"/>
              </a:rPr>
              <a:t>fast_count</a:t>
            </a:r>
            <a:r>
              <a:rPr lang="en-US" sz="2400" dirty="0">
                <a:ea typeface="+mn-lt"/>
                <a:cs typeface="+mn-lt"/>
              </a:rPr>
              <a:t>++;</a:t>
            </a:r>
            <a:endParaRPr lang="en-US" sz="2400"/>
          </a:p>
          <a:p>
            <a:r>
              <a:rPr lang="en-US" sz="2400" dirty="0">
                <a:ea typeface="+mn-lt"/>
                <a:cs typeface="+mn-lt"/>
              </a:rPr>
              <a:t>    </a:t>
            </a:r>
            <a:r>
              <a:rPr lang="en-US" sz="2400" dirty="0" err="1">
                <a:ea typeface="+mn-lt"/>
                <a:cs typeface="+mn-lt"/>
              </a:rPr>
              <a:t>slow_count</a:t>
            </a:r>
            <a:r>
              <a:rPr lang="en-US" sz="2400" dirty="0">
                <a:ea typeface="+mn-lt"/>
                <a:cs typeface="+mn-lt"/>
              </a:rPr>
              <a:t>++;</a:t>
            </a:r>
            <a:endParaRPr lang="en-US" sz="2400"/>
          </a:p>
          <a:p>
            <a:r>
              <a:rPr lang="en-US" sz="2400" dirty="0">
                <a:ea typeface="+mn-lt"/>
                <a:cs typeface="+mn-lt"/>
              </a:rPr>
              <a:t>    if (</a:t>
            </a:r>
            <a:r>
              <a:rPr lang="en-US" sz="2400" dirty="0" err="1">
                <a:ea typeface="+mn-lt"/>
                <a:cs typeface="+mn-lt"/>
              </a:rPr>
              <a:t>fast_count</a:t>
            </a:r>
            <a:r>
              <a:rPr lang="en-US" sz="2400" dirty="0">
                <a:ea typeface="+mn-lt"/>
                <a:cs typeface="+mn-lt"/>
              </a:rPr>
              <a:t> &gt;= 30){</a:t>
            </a:r>
            <a:endParaRPr lang="en-US" sz="2400"/>
          </a:p>
          <a:p>
            <a:r>
              <a:rPr lang="en-US" sz="2400" dirty="0">
                <a:ea typeface="+mn-lt"/>
                <a:cs typeface="+mn-lt"/>
              </a:rPr>
              <a:t>        PORTC ^= (1 &lt;&lt; PC0);          </a:t>
            </a:r>
            <a:r>
              <a:rPr lang="en-US" sz="2400" dirty="0" err="1">
                <a:ea typeface="+mn-lt"/>
                <a:cs typeface="+mn-lt"/>
              </a:rPr>
              <a:t>fast_count</a:t>
            </a:r>
            <a:r>
              <a:rPr lang="en-US" sz="2400" dirty="0">
                <a:ea typeface="+mn-lt"/>
                <a:cs typeface="+mn-lt"/>
              </a:rPr>
              <a:t> = 0;</a:t>
            </a:r>
            <a:endParaRPr lang="en-US" sz="2400"/>
          </a:p>
          <a:p>
            <a:r>
              <a:rPr lang="en-US" sz="2400" dirty="0">
                <a:ea typeface="+mn-lt"/>
                <a:cs typeface="+mn-lt"/>
              </a:rPr>
              <a:t>    }</a:t>
            </a:r>
            <a:endParaRPr lang="en-US" sz="2400"/>
          </a:p>
          <a:p>
            <a:r>
              <a:rPr lang="en-US" sz="2400" dirty="0">
                <a:ea typeface="+mn-lt"/>
                <a:cs typeface="+mn-lt"/>
              </a:rPr>
              <a:t>      if (</a:t>
            </a:r>
            <a:r>
              <a:rPr lang="en-US" sz="2400" dirty="0" err="1">
                <a:ea typeface="+mn-lt"/>
                <a:cs typeface="+mn-lt"/>
              </a:rPr>
              <a:t>slow_count</a:t>
            </a:r>
            <a:r>
              <a:rPr lang="en-US" sz="2400" dirty="0">
                <a:ea typeface="+mn-lt"/>
                <a:cs typeface="+mn-lt"/>
              </a:rPr>
              <a:t> &gt;= 60)  {</a:t>
            </a:r>
            <a:endParaRPr lang="en-US" sz="2400"/>
          </a:p>
          <a:p>
            <a:r>
              <a:rPr lang="en-US" sz="2400">
                <a:ea typeface="+mn-lt"/>
                <a:cs typeface="+mn-lt"/>
              </a:rPr>
              <a:t>        PORTC ^= (1 &lt;&lt; PC7);   </a:t>
            </a:r>
            <a:endParaRPr lang="en-US" sz="2400"/>
          </a:p>
          <a:p>
            <a:r>
              <a:rPr lang="en-US" sz="2400" dirty="0">
                <a:ea typeface="+mn-lt"/>
                <a:cs typeface="+mn-lt"/>
              </a:rPr>
              <a:t>        </a:t>
            </a:r>
            <a:r>
              <a:rPr lang="en-US" sz="2400" dirty="0" err="1">
                <a:ea typeface="+mn-lt"/>
                <a:cs typeface="+mn-lt"/>
              </a:rPr>
              <a:t>slow_count</a:t>
            </a:r>
            <a:r>
              <a:rPr lang="en-US" sz="2400" dirty="0">
                <a:ea typeface="+mn-lt"/>
                <a:cs typeface="+mn-lt"/>
              </a:rPr>
              <a:t> = 0;</a:t>
            </a:r>
            <a:endParaRPr lang="en-US" sz="2400"/>
          </a:p>
          <a:p>
            <a:r>
              <a:rPr lang="en-US" sz="2400" dirty="0">
                <a:ea typeface="+mn-lt"/>
                <a:cs typeface="+mn-lt"/>
              </a:rPr>
              <a:t>    }</a:t>
            </a:r>
            <a:endParaRPr lang="en-US" sz="2400"/>
          </a:p>
          <a:p>
            <a:r>
              <a:rPr lang="en-US" sz="2400" dirty="0">
                <a:ea typeface="+mn-lt"/>
                <a:cs typeface="+mn-lt"/>
              </a:rPr>
              <a:t>}</a:t>
            </a:r>
            <a:endParaRPr lang="en-US" sz="2400"/>
          </a:p>
        </p:txBody>
      </p:sp>
    </p:spTree>
    <p:extLst>
      <p:ext uri="{BB962C8B-B14F-4D97-AF65-F5344CB8AC3E}">
        <p14:creationId xmlns:p14="http://schemas.microsoft.com/office/powerpoint/2010/main" val="29494535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sign with black text&#10;&#10;Description automatically generated">
            <a:extLst>
              <a:ext uri="{FF2B5EF4-FFF2-40B4-BE49-F238E27FC236}">
                <a16:creationId xmlns:a16="http://schemas.microsoft.com/office/drawing/2014/main" id="{0DA42556-325F-31A1-A97C-E913E015B66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8" name="Rectangle 7">
            <a:extLst>
              <a:ext uri="{FF2B5EF4-FFF2-40B4-BE49-F238E27FC236}">
                <a16:creationId xmlns:a16="http://schemas.microsoft.com/office/drawing/2014/main" id="{42EE8171-1393-864D-B7A5-500D5FB9DC94}"/>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 black and white logo&#10;&#10;AI-generated content may be incorrect.">
            <a:extLst>
              <a:ext uri="{FF2B5EF4-FFF2-40B4-BE49-F238E27FC236}">
                <a16:creationId xmlns:a16="http://schemas.microsoft.com/office/drawing/2014/main" id="{20C1DC0E-3A77-6526-00FE-C9661FFDD06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12" name="Rectangle 11">
            <a:extLst>
              <a:ext uri="{FF2B5EF4-FFF2-40B4-BE49-F238E27FC236}">
                <a16:creationId xmlns:a16="http://schemas.microsoft.com/office/drawing/2014/main" id="{696A4AF3-C706-0030-6623-947D3640C184}"/>
              </a:ext>
            </a:extLst>
          </p:cNvPr>
          <p:cNvSpPr/>
          <p:nvPr/>
        </p:nvSpPr>
        <p:spPr>
          <a:xfrm rot="5400000">
            <a:off x="-850931" y="16116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 name="Group 17">
            <a:extLst>
              <a:ext uri="{FF2B5EF4-FFF2-40B4-BE49-F238E27FC236}">
                <a16:creationId xmlns:a16="http://schemas.microsoft.com/office/drawing/2014/main" id="{6288CDFF-7EBD-1AAD-59E4-81679E04E6A9}"/>
              </a:ext>
            </a:extLst>
          </p:cNvPr>
          <p:cNvGrpSpPr/>
          <p:nvPr/>
        </p:nvGrpSpPr>
        <p:grpSpPr>
          <a:xfrm rot="10800000" flipH="1">
            <a:off x="9345038" y="207226"/>
            <a:ext cx="1947465" cy="3013886"/>
            <a:chOff x="9989698" y="3602621"/>
            <a:chExt cx="1947465" cy="3013886"/>
          </a:xfrm>
          <a:solidFill>
            <a:srgbClr val="3F51B5"/>
          </a:solidFill>
        </p:grpSpPr>
        <p:cxnSp>
          <p:nvCxnSpPr>
            <p:cNvPr id="14" name="Straight Connector 13">
              <a:extLst>
                <a:ext uri="{FF2B5EF4-FFF2-40B4-BE49-F238E27FC236}">
                  <a16:creationId xmlns:a16="http://schemas.microsoft.com/office/drawing/2014/main" id="{7B7ABFBB-33D4-F63F-AE7C-C14CCF1DE55B}"/>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F2381C3-5BC6-B059-AC65-D14FDB9E3756}"/>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30EF7E85-C055-1BFB-30E3-24AB201BE197}"/>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CCA18752-2D20-956E-45D7-6573D24419A1}"/>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20" name="Picture 19" descr="A blue and black logo&#10;&#10;AI-generated content may be incorrect.">
            <a:extLst>
              <a:ext uri="{FF2B5EF4-FFF2-40B4-BE49-F238E27FC236}">
                <a16:creationId xmlns:a16="http://schemas.microsoft.com/office/drawing/2014/main" id="{753ED80E-FA1D-2C6E-AEAB-01C5DEE4DC9E}"/>
              </a:ext>
            </a:extLst>
          </p:cNvPr>
          <p:cNvPicPr>
            <a:picLocks noChangeAspect="1"/>
          </p:cNvPicPr>
          <p:nvPr/>
        </p:nvPicPr>
        <p:blipFill>
          <a:blip r:embed="rId4"/>
          <a:srcRect/>
          <a:stretch/>
        </p:blipFill>
        <p:spPr>
          <a:xfrm>
            <a:off x="595160" y="229787"/>
            <a:ext cx="684216" cy="942872"/>
          </a:xfrm>
          <a:prstGeom prst="rect">
            <a:avLst/>
          </a:prstGeom>
        </p:spPr>
      </p:pic>
      <p:pic>
        <p:nvPicPr>
          <p:cNvPr id="22" name="Content Placeholder 2" descr="A blue arrows on a white background&#10;&#10;AI-generated content may be incorrect.">
            <a:extLst>
              <a:ext uri="{FF2B5EF4-FFF2-40B4-BE49-F238E27FC236}">
                <a16:creationId xmlns:a16="http://schemas.microsoft.com/office/drawing/2014/main" id="{4680BCF9-D069-EB58-7EB8-2354D770878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1812FE0E-419D-059D-9696-D590AB60032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26" name="Rectangle 9">
            <a:extLst>
              <a:ext uri="{FF2B5EF4-FFF2-40B4-BE49-F238E27FC236}">
                <a16:creationId xmlns:a16="http://schemas.microsoft.com/office/drawing/2014/main" id="{31E3522E-8534-3BD8-E271-1C671424136A}"/>
              </a:ext>
            </a:extLst>
          </p:cNvPr>
          <p:cNvSpPr>
            <a:spLocks noChangeArrowheads="1"/>
          </p:cNvSpPr>
          <p:nvPr/>
        </p:nvSpPr>
        <p:spPr bwMode="auto">
          <a:xfrm>
            <a:off x="697465" y="2224197"/>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599691F9-C472-8ED4-8A9D-BC2E18208F70}"/>
              </a:ext>
            </a:extLst>
          </p:cNvPr>
          <p:cNvSpPr txBox="1"/>
          <p:nvPr/>
        </p:nvSpPr>
        <p:spPr>
          <a:xfrm>
            <a:off x="1660478" y="961030"/>
            <a:ext cx="9826387" cy="3539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t>int main(void) {</a:t>
            </a:r>
          </a:p>
          <a:p>
            <a:r>
              <a:rPr lang="en-US" sz="3200"/>
              <a:t>DDRC |= (1 &lt;&lt; PC0) | (1 &lt;&lt; PC7);</a:t>
            </a:r>
          </a:p>
          <a:p>
            <a:r>
              <a:rPr lang="en-US" sz="3200" dirty="0"/>
              <a:t> TCCR0 = (1 &lt;&lt; CS02) | (1 &lt;&lt; CS00); </a:t>
            </a:r>
          </a:p>
          <a:p>
            <a:r>
              <a:rPr lang="en-US" sz="3200" dirty="0"/>
              <a:t> TIMSK |= (1 &lt;&lt; TOIE0); </a:t>
            </a:r>
          </a:p>
          <a:p>
            <a:r>
              <a:rPr lang="en-US" sz="3200" dirty="0"/>
              <a:t>sei(); while (1) { </a:t>
            </a:r>
          </a:p>
          <a:p>
            <a:r>
              <a:rPr lang="en-US" sz="3200" dirty="0"/>
              <a:t> } }</a:t>
            </a:r>
          </a:p>
          <a:p>
            <a:pPr algn="ctr"/>
            <a:endParaRPr lang="en-US" sz="3200" dirty="0"/>
          </a:p>
        </p:txBody>
      </p:sp>
    </p:spTree>
    <p:extLst>
      <p:ext uri="{BB962C8B-B14F-4D97-AF65-F5344CB8AC3E}">
        <p14:creationId xmlns:p14="http://schemas.microsoft.com/office/powerpoint/2010/main" val="9112462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white sign with black text&#10;&#10;Description automatically generated">
            <a:extLst>
              <a:ext uri="{FF2B5EF4-FFF2-40B4-BE49-F238E27FC236}">
                <a16:creationId xmlns:a16="http://schemas.microsoft.com/office/drawing/2014/main" id="{400E6F3A-4536-2E52-1E16-EEF1072705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7" name="Rectangle 6">
            <a:extLst>
              <a:ext uri="{FF2B5EF4-FFF2-40B4-BE49-F238E27FC236}">
                <a16:creationId xmlns:a16="http://schemas.microsoft.com/office/drawing/2014/main" id="{A51FCA28-341E-C150-B8AB-535B8E995B8D}"/>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descr="A black and white logo&#10;&#10;AI-generated content may be incorrect.">
            <a:extLst>
              <a:ext uri="{FF2B5EF4-FFF2-40B4-BE49-F238E27FC236}">
                <a16:creationId xmlns:a16="http://schemas.microsoft.com/office/drawing/2014/main" id="{1DE1E486-271D-6CDD-D75D-469A04B728A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11" name="Rectangle 10">
            <a:extLst>
              <a:ext uri="{FF2B5EF4-FFF2-40B4-BE49-F238E27FC236}">
                <a16:creationId xmlns:a16="http://schemas.microsoft.com/office/drawing/2014/main" id="{627BCAB4-8123-68CE-3941-8B8A21353DDD}"/>
              </a:ext>
            </a:extLst>
          </p:cNvPr>
          <p:cNvSpPr/>
          <p:nvPr/>
        </p:nvSpPr>
        <p:spPr>
          <a:xfrm rot="5400000">
            <a:off x="-850931" y="16116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7" name="Group 16">
            <a:extLst>
              <a:ext uri="{FF2B5EF4-FFF2-40B4-BE49-F238E27FC236}">
                <a16:creationId xmlns:a16="http://schemas.microsoft.com/office/drawing/2014/main" id="{B03259DE-D5D2-BBA7-BE97-04CE003E409C}"/>
              </a:ext>
            </a:extLst>
          </p:cNvPr>
          <p:cNvGrpSpPr/>
          <p:nvPr/>
        </p:nvGrpSpPr>
        <p:grpSpPr>
          <a:xfrm rot="10800000" flipH="1">
            <a:off x="9345038" y="207226"/>
            <a:ext cx="1947465" cy="3013886"/>
            <a:chOff x="9989698" y="3602621"/>
            <a:chExt cx="1947465" cy="3013886"/>
          </a:xfrm>
          <a:solidFill>
            <a:srgbClr val="3F51B5"/>
          </a:solidFill>
        </p:grpSpPr>
        <p:cxnSp>
          <p:nvCxnSpPr>
            <p:cNvPr id="13" name="Straight Connector 12">
              <a:extLst>
                <a:ext uri="{FF2B5EF4-FFF2-40B4-BE49-F238E27FC236}">
                  <a16:creationId xmlns:a16="http://schemas.microsoft.com/office/drawing/2014/main" id="{F726D40A-C017-A167-0C77-4515B9A20305}"/>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9F67124C-AD6F-5DCB-695A-B343E2230640}"/>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AEC75480-B78E-F8B1-1D28-48322BB549C5}"/>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B7C28E03-0A32-EA48-9656-39BAA2BFE019}"/>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9" name="Picture 18" descr="A blue and black logo&#10;&#10;AI-generated content may be incorrect.">
            <a:extLst>
              <a:ext uri="{FF2B5EF4-FFF2-40B4-BE49-F238E27FC236}">
                <a16:creationId xmlns:a16="http://schemas.microsoft.com/office/drawing/2014/main" id="{F7BF0430-4E7C-047E-3EF5-C7B8E6B6EF3A}"/>
              </a:ext>
            </a:extLst>
          </p:cNvPr>
          <p:cNvPicPr>
            <a:picLocks noChangeAspect="1"/>
          </p:cNvPicPr>
          <p:nvPr/>
        </p:nvPicPr>
        <p:blipFill>
          <a:blip r:embed="rId4"/>
          <a:srcRect/>
          <a:stretch/>
        </p:blipFill>
        <p:spPr>
          <a:xfrm>
            <a:off x="595160" y="229787"/>
            <a:ext cx="684216" cy="942872"/>
          </a:xfrm>
          <a:prstGeom prst="rect">
            <a:avLst/>
          </a:prstGeom>
        </p:spPr>
      </p:pic>
      <p:pic>
        <p:nvPicPr>
          <p:cNvPr id="21" name="Content Placeholder 2" descr="A blue arrows on a white background&#10;&#10;AI-generated content may be incorrect.">
            <a:extLst>
              <a:ext uri="{FF2B5EF4-FFF2-40B4-BE49-F238E27FC236}">
                <a16:creationId xmlns:a16="http://schemas.microsoft.com/office/drawing/2014/main" id="{4D6BF3CB-03D5-6D8D-5B7F-3BA7221DFD4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3" name="Picture 22" descr="A blue logo on a black background&#10;&#10;Description automatically generated">
            <a:extLst>
              <a:ext uri="{FF2B5EF4-FFF2-40B4-BE49-F238E27FC236}">
                <a16:creationId xmlns:a16="http://schemas.microsoft.com/office/drawing/2014/main" id="{F27D57E2-C36A-5429-F540-6E89095352D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25" name="Rectangle 9">
            <a:extLst>
              <a:ext uri="{FF2B5EF4-FFF2-40B4-BE49-F238E27FC236}">
                <a16:creationId xmlns:a16="http://schemas.microsoft.com/office/drawing/2014/main" id="{8CA769C5-3C36-F43D-1600-48FE91177E7A}"/>
              </a:ext>
            </a:extLst>
          </p:cNvPr>
          <p:cNvSpPr>
            <a:spLocks noChangeArrowheads="1"/>
          </p:cNvSpPr>
          <p:nvPr/>
        </p:nvSpPr>
        <p:spPr bwMode="auto">
          <a:xfrm>
            <a:off x="697465" y="2224197"/>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27" name="TextBox 26">
            <a:extLst>
              <a:ext uri="{FF2B5EF4-FFF2-40B4-BE49-F238E27FC236}">
                <a16:creationId xmlns:a16="http://schemas.microsoft.com/office/drawing/2014/main" id="{BDFD2766-2D90-AAF8-8B41-6BB7D6755586}"/>
              </a:ext>
            </a:extLst>
          </p:cNvPr>
          <p:cNvSpPr txBox="1"/>
          <p:nvPr/>
        </p:nvSpPr>
        <p:spPr>
          <a:xfrm>
            <a:off x="2879766" y="192974"/>
            <a:ext cx="6096000"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000">
                <a:solidFill>
                  <a:srgbClr val="E8E8E8"/>
                </a:solidFill>
                <a:latin typeface="Aptos Display"/>
              </a:rPr>
              <a:t>HOME Task</a:t>
            </a:r>
            <a:r>
              <a:rPr sz="8000" b="0" i="0" dirty="0">
                <a:solidFill>
                  <a:srgbClr val="000000"/>
                </a:solidFill>
                <a:latin typeface="Aptos Display"/>
                <a:ea typeface="Aptos Display"/>
                <a:cs typeface="Aptos Display"/>
              </a:rPr>
              <a:t>​</a:t>
            </a:r>
            <a:endParaRPr lang="en-US" dirty="0"/>
          </a:p>
          <a:p>
            <a:pPr algn="ctr"/>
            <a:endParaRPr lang="en-US"/>
          </a:p>
        </p:txBody>
      </p:sp>
      <p:sp>
        <p:nvSpPr>
          <p:cNvPr id="29" name="TextBox 28">
            <a:extLst>
              <a:ext uri="{FF2B5EF4-FFF2-40B4-BE49-F238E27FC236}">
                <a16:creationId xmlns:a16="http://schemas.microsoft.com/office/drawing/2014/main" id="{2624ECB0-368B-DE10-BF54-1E49B5073DC9}"/>
              </a:ext>
            </a:extLst>
          </p:cNvPr>
          <p:cNvSpPr txBox="1"/>
          <p:nvPr/>
        </p:nvSpPr>
        <p:spPr>
          <a:xfrm>
            <a:off x="2226624" y="2378364"/>
            <a:ext cx="7402285"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Modify traffic project </a:t>
            </a:r>
            <a:br>
              <a:rPr lang="en-US" dirty="0"/>
            </a:br>
            <a:br>
              <a:rPr lang="en-US" dirty="0"/>
            </a:br>
            <a:r>
              <a:rPr lang="en-US" dirty="0"/>
              <a:t>• replace delays with hardware ti</a:t>
            </a:r>
            <a:r>
              <a:rPr lang="en-US"/>
              <a:t>mers</a:t>
            </a:r>
            <a:endParaRPr lang="en-US" dirty="0"/>
          </a:p>
          <a:p>
            <a:pPr algn="ctr"/>
            <a:endParaRPr lang="en-US"/>
          </a:p>
        </p:txBody>
      </p:sp>
    </p:spTree>
    <p:extLst>
      <p:ext uri="{BB962C8B-B14F-4D97-AF65-F5344CB8AC3E}">
        <p14:creationId xmlns:p14="http://schemas.microsoft.com/office/powerpoint/2010/main" val="4788092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C7FE9-6149-284A-68AD-520E6CCC6CB7}"/>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549311F0-3342-8C68-3B35-C6129D063C7F}"/>
              </a:ext>
            </a:extLst>
          </p:cNvPr>
          <p:cNvSpPr/>
          <p:nvPr/>
        </p:nvSpPr>
        <p:spPr>
          <a:xfrm>
            <a:off x="0" y="5668601"/>
            <a:ext cx="12192000" cy="1189399"/>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E9574F7-C108-07A8-0D5F-8D29C04A0BAC}"/>
              </a:ext>
            </a:extLst>
          </p:cNvPr>
          <p:cNvSpPr/>
          <p:nvPr/>
        </p:nvSpPr>
        <p:spPr>
          <a:xfrm>
            <a:off x="0" y="-27214"/>
            <a:ext cx="12192000" cy="6858000"/>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6" name="Picture 2">
            <a:extLst>
              <a:ext uri="{FF2B5EF4-FFF2-40B4-BE49-F238E27FC236}">
                <a16:creationId xmlns:a16="http://schemas.microsoft.com/office/drawing/2014/main" id="{087754EB-974D-7F80-17B5-80828DCEE2F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269502" y="5617933"/>
            <a:ext cx="960102" cy="1499106"/>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A white sign with black text&#10;&#10;Description automatically generated">
            <a:extLst>
              <a:ext uri="{FF2B5EF4-FFF2-40B4-BE49-F238E27FC236}">
                <a16:creationId xmlns:a16="http://schemas.microsoft.com/office/drawing/2014/main" id="{DE00748A-83DE-5E5C-5360-ACAFB5CB293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pic>
        <p:nvPicPr>
          <p:cNvPr id="3" name="Picture 2">
            <a:extLst>
              <a:ext uri="{FF2B5EF4-FFF2-40B4-BE49-F238E27FC236}">
                <a16:creationId xmlns:a16="http://schemas.microsoft.com/office/drawing/2014/main" id="{34BDB297-87B9-3C99-01A0-4E3BF3E28724}"/>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9755838" y="5929205"/>
            <a:ext cx="2679197" cy="1133858"/>
          </a:xfrm>
          <a:prstGeom prst="rect">
            <a:avLst/>
          </a:prstGeom>
        </p:spPr>
      </p:pic>
      <p:grpSp>
        <p:nvGrpSpPr>
          <p:cNvPr id="9" name="Group 8">
            <a:extLst>
              <a:ext uri="{FF2B5EF4-FFF2-40B4-BE49-F238E27FC236}">
                <a16:creationId xmlns:a16="http://schemas.microsoft.com/office/drawing/2014/main" id="{54F4621A-813B-7F96-480C-ABC948565BA4}"/>
              </a:ext>
            </a:extLst>
          </p:cNvPr>
          <p:cNvGrpSpPr/>
          <p:nvPr/>
        </p:nvGrpSpPr>
        <p:grpSpPr>
          <a:xfrm flipV="1">
            <a:off x="10580003" y="345441"/>
            <a:ext cx="1329559" cy="4025209"/>
            <a:chOff x="10607605" y="3602621"/>
            <a:chExt cx="1329559" cy="3009868"/>
          </a:xfrm>
          <a:solidFill>
            <a:srgbClr val="3F51B5"/>
          </a:solidFill>
        </p:grpSpPr>
        <p:cxnSp>
          <p:nvCxnSpPr>
            <p:cNvPr id="12" name="Straight Connector 11">
              <a:extLst>
                <a:ext uri="{FF2B5EF4-FFF2-40B4-BE49-F238E27FC236}">
                  <a16:creationId xmlns:a16="http://schemas.microsoft.com/office/drawing/2014/main" id="{13B9133C-F8DA-E2C8-3B54-E628EE25A244}"/>
                </a:ext>
              </a:extLst>
            </p:cNvPr>
            <p:cNvCxnSpPr>
              <a:cxnSpLocks/>
            </p:cNvCxnSpPr>
            <p:nvPr/>
          </p:nvCxnSpPr>
          <p:spPr>
            <a:xfrm>
              <a:off x="11921924" y="3602621"/>
              <a:ext cx="0" cy="3009868"/>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1674E4ED-B657-AD50-8E6C-C8373D54E00E}"/>
                </a:ext>
              </a:extLst>
            </p:cNvPr>
            <p:cNvCxnSpPr>
              <a:cxnSpLocks/>
            </p:cNvCxnSpPr>
            <p:nvPr/>
          </p:nvCxnSpPr>
          <p:spPr>
            <a:xfrm>
              <a:off x="11693324" y="3892181"/>
              <a:ext cx="0" cy="2524585"/>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D236BE16-2B7E-0662-28B8-D25A2822733A}"/>
                </a:ext>
              </a:extLst>
            </p:cNvPr>
            <p:cNvCxnSpPr>
              <a:cxnSpLocks/>
            </p:cNvCxnSpPr>
            <p:nvPr/>
          </p:nvCxnSpPr>
          <p:spPr>
            <a:xfrm flipH="1">
              <a:off x="10607605" y="6599083"/>
              <a:ext cx="1329559"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3EB41BF9-B86E-4ADD-ACA6-C6D5B7D235ED}"/>
                </a:ext>
              </a:extLst>
            </p:cNvPr>
            <p:cNvCxnSpPr>
              <a:cxnSpLocks/>
            </p:cNvCxnSpPr>
            <p:nvPr/>
          </p:nvCxnSpPr>
          <p:spPr>
            <a:xfrm flipH="1">
              <a:off x="11006889" y="6404974"/>
              <a:ext cx="703580"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22" name="Rectangle 21">
            <a:extLst>
              <a:ext uri="{FF2B5EF4-FFF2-40B4-BE49-F238E27FC236}">
                <a16:creationId xmlns:a16="http://schemas.microsoft.com/office/drawing/2014/main" id="{10779551-7649-3416-542B-61F0DDB490AA}"/>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BA8A4177-4F55-6F77-D905-9C6547544CFE}"/>
              </a:ext>
            </a:extLst>
          </p:cNvPr>
          <p:cNvSpPr/>
          <p:nvPr/>
        </p:nvSpPr>
        <p:spPr>
          <a:xfrm>
            <a:off x="-2" y="5735068"/>
            <a:ext cx="12192002" cy="11338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blue logo on a black background&#10;&#10;Description automatically generated">
            <a:extLst>
              <a:ext uri="{FF2B5EF4-FFF2-40B4-BE49-F238E27FC236}">
                <a16:creationId xmlns:a16="http://schemas.microsoft.com/office/drawing/2014/main" id="{7E6E853E-675A-9F48-B9FE-143517FB258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pic>
        <p:nvPicPr>
          <p:cNvPr id="5" name="Content Placeholder 2">
            <a:extLst>
              <a:ext uri="{FF2B5EF4-FFF2-40B4-BE49-F238E27FC236}">
                <a16:creationId xmlns:a16="http://schemas.microsoft.com/office/drawing/2014/main" id="{3B28D532-F58D-D0CF-87B2-35CF204B53D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sp>
        <p:nvSpPr>
          <p:cNvPr id="18" name="Title 14">
            <a:extLst>
              <a:ext uri="{FF2B5EF4-FFF2-40B4-BE49-F238E27FC236}">
                <a16:creationId xmlns:a16="http://schemas.microsoft.com/office/drawing/2014/main" id="{3DF88318-EE4D-BBFA-88E2-47338D74AB71}"/>
              </a:ext>
            </a:extLst>
          </p:cNvPr>
          <p:cNvSpPr>
            <a:spLocks noGrp="1"/>
          </p:cNvSpPr>
          <p:nvPr/>
        </p:nvSpPr>
        <p:spPr>
          <a:xfrm>
            <a:off x="3697130" y="1505752"/>
            <a:ext cx="464022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6000" b="1" dirty="0">
                <a:solidFill>
                  <a:srgbClr val="FFFFFF"/>
                </a:solidFill>
              </a:rPr>
              <a:t>Thank You!</a:t>
            </a:r>
          </a:p>
        </p:txBody>
      </p:sp>
      <p:sp>
        <p:nvSpPr>
          <p:cNvPr id="20" name="Title 14">
            <a:extLst>
              <a:ext uri="{FF2B5EF4-FFF2-40B4-BE49-F238E27FC236}">
                <a16:creationId xmlns:a16="http://schemas.microsoft.com/office/drawing/2014/main" id="{5B74792E-961E-0D4F-4546-DC2409F89C56}"/>
              </a:ext>
            </a:extLst>
          </p:cNvPr>
          <p:cNvSpPr txBox="1">
            <a:spLocks/>
          </p:cNvSpPr>
          <p:nvPr/>
        </p:nvSpPr>
        <p:spPr>
          <a:xfrm>
            <a:off x="3405904" y="3046969"/>
            <a:ext cx="5222680" cy="1325563"/>
          </a:xfrm>
          <a:prstGeom prst="rect">
            <a:avLst/>
          </a:prstGeom>
        </p:spPr>
        <p:txBody>
          <a:bodyPr vert="horz" lIns="91440" tIns="45720" rIns="91440" bIns="45720" rtlCol="0" anchor="ctr">
            <a:normAutofit/>
          </a:bodyPr>
          <a:lstStyle>
            <a:defPPr>
              <a:defRPr lang="en-US"/>
            </a:defPPr>
            <a:lvl1pPr marL="0" algn="l" defTabSz="914400" rtl="0" eaLnBrk="1" latinLnBrk="0" hangingPunct="1">
              <a:lnSpc>
                <a:spcPct val="90000"/>
              </a:lnSpc>
              <a:spcBef>
                <a:spcPct val="0"/>
              </a:spcBef>
              <a:buNone/>
              <a:defRPr sz="4400" kern="1200">
                <a:solidFill>
                  <a:schemeClr val="tx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6000" b="1" dirty="0">
                <a:solidFill>
                  <a:srgbClr val="FFFFFF"/>
                </a:solidFill>
              </a:rPr>
              <a:t>Any questions?</a:t>
            </a:r>
          </a:p>
        </p:txBody>
      </p:sp>
    </p:spTree>
    <p:extLst>
      <p:ext uri="{BB962C8B-B14F-4D97-AF65-F5344CB8AC3E}">
        <p14:creationId xmlns:p14="http://schemas.microsoft.com/office/powerpoint/2010/main" val="3056038257"/>
      </p:ext>
    </p:extLst>
  </p:cSld>
  <p:clrMapOvr>
    <a:masterClrMapping/>
  </p:clrMapOvr>
  <p:transition spd="med">
    <p:pul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1011</TotalTime>
  <Words>524</Words>
  <Application>Microsoft Office PowerPoint</Application>
  <PresentationFormat>Widescreen</PresentationFormat>
  <Paragraphs>184</Paragraphs>
  <Slides>38</Slides>
  <Notes>8</Notes>
  <HiddenSlides>0</HiddenSlides>
  <MMClips>2</MMClip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Office Theme</vt:lpstr>
      <vt:lpstr>PowerPoint Presentation</vt:lpstr>
      <vt:lpstr>PowerPoint Presentation</vt:lpstr>
      <vt:lpstr>PowerPoint Presentation</vt:lpstr>
      <vt:lpstr>Content</vt:lpstr>
      <vt:lpstr>Timer Modes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Prescalers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Input Capture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Session Task</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Aya Ezzat</dc:creator>
  <cp:lastModifiedBy>yousef khaled</cp:lastModifiedBy>
  <cp:revision>1476</cp:revision>
  <dcterms:created xsi:type="dcterms:W3CDTF">2025-01-30T15:09:40Z</dcterms:created>
  <dcterms:modified xsi:type="dcterms:W3CDTF">2026-04-24T20:44:35Z</dcterms:modified>
</cp:coreProperties>
</file>