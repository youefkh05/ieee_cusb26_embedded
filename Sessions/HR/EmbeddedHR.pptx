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8288000" cy="10287000"/>
  <p:notesSz cx="6858000" cy="9144000"/>
  <p:embeddedFontLst>
    <p:embeddedFont>
      <p:font typeface="Canva Sans" panose="020B0604020202020204" charset="0"/>
      <p:regular r:id="rId14"/>
    </p:embeddedFont>
    <p:embeddedFont>
      <p:font typeface="Canva Sans Bold" panose="020B0604020202020204" charset="0"/>
      <p:regular r:id="rId15"/>
    </p:embeddedFont>
    <p:embeddedFont>
      <p:font typeface="Poppins" panose="00000500000000000000" pitchFamily="2" charset="0"/>
      <p:regular r:id="rId16"/>
    </p:embeddedFont>
    <p:embeddedFont>
      <p:font typeface="Poppins Bold" panose="020B0604020202020204" charset="0"/>
      <p:regular r:id="rId17"/>
    </p:embeddedFont>
    <p:embeddedFont>
      <p:font typeface="Poppins Italics" panose="020B0604020202020204" charset="0"/>
      <p:regular r:id="rId18"/>
    </p:embeddedFont>
    <p:embeddedFont>
      <p:font typeface="Times New Roman Bold" panose="02020803070505020304" pitchFamily="18" charset="0"/>
      <p:regular r:id="rId19"/>
      <p:bold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68" d="100"/>
          <a:sy n="68" d="100"/>
        </p:scale>
        <p:origin x="84" y="21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5.png"/><Relationship Id="rId7" Type="http://schemas.openxmlformats.org/officeDocument/2006/relationships/image" Target="../media/image11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sv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svg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314104" y="9387802"/>
            <a:ext cx="2375478" cy="703031"/>
            <a:chOff x="0" y="0"/>
            <a:chExt cx="3167304" cy="93737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167253" cy="937387"/>
            </a:xfrm>
            <a:custGeom>
              <a:avLst/>
              <a:gdLst/>
              <a:ahLst/>
              <a:cxnLst/>
              <a:rect l="l" t="t" r="r" b="b"/>
              <a:pathLst>
                <a:path w="3167253" h="937387">
                  <a:moveTo>
                    <a:pt x="0" y="0"/>
                  </a:moveTo>
                  <a:lnTo>
                    <a:pt x="3167253" y="0"/>
                  </a:lnTo>
                  <a:lnTo>
                    <a:pt x="3167253" y="937387"/>
                  </a:lnTo>
                  <a:lnTo>
                    <a:pt x="0" y="9373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1" b="1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124387" y="0"/>
            <a:ext cx="18163613" cy="9258262"/>
            <a:chOff x="0" y="0"/>
            <a:chExt cx="24218151" cy="1234434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218137" cy="12344400"/>
            </a:xfrm>
            <a:custGeom>
              <a:avLst/>
              <a:gdLst/>
              <a:ahLst/>
              <a:cxnLst/>
              <a:rect l="l" t="t" r="r" b="b"/>
              <a:pathLst>
                <a:path w="24218137" h="12344400">
                  <a:moveTo>
                    <a:pt x="0" y="0"/>
                  </a:moveTo>
                  <a:lnTo>
                    <a:pt x="24218137" y="0"/>
                  </a:lnTo>
                  <a:lnTo>
                    <a:pt x="24218137" y="12344400"/>
                  </a:lnTo>
                  <a:lnTo>
                    <a:pt x="0" y="12344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2801" t="-1399" r="-2822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223761" y="204788"/>
            <a:ext cx="1447105" cy="1447105"/>
            <a:chOff x="0" y="0"/>
            <a:chExt cx="1929473" cy="192947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929511" cy="1929511"/>
            </a:xfrm>
            <a:custGeom>
              <a:avLst/>
              <a:gdLst/>
              <a:ahLst/>
              <a:cxnLst/>
              <a:rect l="l" t="t" r="r" b="b"/>
              <a:pathLst>
                <a:path w="1929511" h="1929511">
                  <a:moveTo>
                    <a:pt x="0" y="0"/>
                  </a:moveTo>
                  <a:lnTo>
                    <a:pt x="1929511" y="0"/>
                  </a:lnTo>
                  <a:lnTo>
                    <a:pt x="1929511" y="1929511"/>
                  </a:lnTo>
                  <a:lnTo>
                    <a:pt x="0" y="19295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1" b="1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2627166" y="4046572"/>
            <a:ext cx="2609850" cy="6048375"/>
            <a:chOff x="0" y="0"/>
            <a:chExt cx="3479800" cy="80645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3479800" cy="8064500"/>
            </a:xfrm>
            <a:custGeom>
              <a:avLst/>
              <a:gdLst/>
              <a:ahLst/>
              <a:cxnLst/>
              <a:rect l="l" t="t" r="r" b="b"/>
              <a:pathLst>
                <a:path w="3479800" h="8064500">
                  <a:moveTo>
                    <a:pt x="0" y="0"/>
                  </a:moveTo>
                  <a:lnTo>
                    <a:pt x="3479800" y="0"/>
                  </a:lnTo>
                  <a:lnTo>
                    <a:pt x="3479800" y="8064500"/>
                  </a:lnTo>
                  <a:lnTo>
                    <a:pt x="0" y="8064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sp>
        <p:nvSpPr>
          <p:cNvPr id="10" name="TextBox 10"/>
          <p:cNvSpPr txBox="1"/>
          <p:nvPr/>
        </p:nvSpPr>
        <p:spPr>
          <a:xfrm>
            <a:off x="3158766" y="1677934"/>
            <a:ext cx="11586591" cy="24731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534"/>
              </a:lnSpc>
            </a:pPr>
            <a:r>
              <a:rPr lang="en-US" sz="13239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What is IEEE?</a:t>
            </a:r>
            <a:r>
              <a:rPr lang="en-US" sz="13239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314104" y="9387802"/>
            <a:ext cx="2375478" cy="703031"/>
            <a:chOff x="0" y="0"/>
            <a:chExt cx="3167304" cy="93737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167253" cy="937387"/>
            </a:xfrm>
            <a:custGeom>
              <a:avLst/>
              <a:gdLst/>
              <a:ahLst/>
              <a:cxnLst/>
              <a:rect l="l" t="t" r="r" b="b"/>
              <a:pathLst>
                <a:path w="3167253" h="937387">
                  <a:moveTo>
                    <a:pt x="0" y="0"/>
                  </a:moveTo>
                  <a:lnTo>
                    <a:pt x="3167253" y="0"/>
                  </a:lnTo>
                  <a:lnTo>
                    <a:pt x="3167253" y="937387"/>
                  </a:lnTo>
                  <a:lnTo>
                    <a:pt x="0" y="9373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1" b="1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5657" cy="2075878"/>
            <a:chOff x="0" y="0"/>
            <a:chExt cx="24380876" cy="276783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0825" cy="2767838"/>
            </a:xfrm>
            <a:custGeom>
              <a:avLst/>
              <a:gdLst/>
              <a:ahLst/>
              <a:cxnLst/>
              <a:rect l="l" t="t" r="r" b="b"/>
              <a:pathLst>
                <a:path w="24380825" h="2767838">
                  <a:moveTo>
                    <a:pt x="0" y="0"/>
                  </a:moveTo>
                  <a:lnTo>
                    <a:pt x="24380825" y="0"/>
                  </a:lnTo>
                  <a:lnTo>
                    <a:pt x="24380825" y="2767838"/>
                  </a:lnTo>
                  <a:lnTo>
                    <a:pt x="0" y="27678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1073515" y="2731532"/>
            <a:ext cx="180975" cy="180975"/>
            <a:chOff x="0" y="0"/>
            <a:chExt cx="180975" cy="18097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81102" cy="181102"/>
            </a:xfrm>
            <a:custGeom>
              <a:avLst/>
              <a:gdLst/>
              <a:ahLst/>
              <a:cxnLst/>
              <a:rect l="l" t="t" r="r" b="b"/>
              <a:pathLst>
                <a:path w="181102" h="181102">
                  <a:moveTo>
                    <a:pt x="180975" y="90424"/>
                  </a:moveTo>
                  <a:cubicBezTo>
                    <a:pt x="180975" y="96393"/>
                    <a:pt x="180340" y="102235"/>
                    <a:pt x="179197" y="108077"/>
                  </a:cubicBezTo>
                  <a:cubicBezTo>
                    <a:pt x="178054" y="113919"/>
                    <a:pt x="176276" y="119507"/>
                    <a:pt x="173990" y="125095"/>
                  </a:cubicBezTo>
                  <a:cubicBezTo>
                    <a:pt x="171704" y="130683"/>
                    <a:pt x="168910" y="135763"/>
                    <a:pt x="165608" y="140716"/>
                  </a:cubicBezTo>
                  <a:cubicBezTo>
                    <a:pt x="162306" y="145669"/>
                    <a:pt x="158496" y="150241"/>
                    <a:pt x="154305" y="154432"/>
                  </a:cubicBezTo>
                  <a:cubicBezTo>
                    <a:pt x="150114" y="158623"/>
                    <a:pt x="145542" y="162433"/>
                    <a:pt x="140589" y="165735"/>
                  </a:cubicBezTo>
                  <a:cubicBezTo>
                    <a:pt x="135636" y="169037"/>
                    <a:pt x="130429" y="171831"/>
                    <a:pt x="124968" y="174117"/>
                  </a:cubicBezTo>
                  <a:cubicBezTo>
                    <a:pt x="119507" y="176403"/>
                    <a:pt x="113792" y="178054"/>
                    <a:pt x="107950" y="179324"/>
                  </a:cubicBezTo>
                  <a:cubicBezTo>
                    <a:pt x="102108" y="180594"/>
                    <a:pt x="96266" y="181102"/>
                    <a:pt x="90297" y="181102"/>
                  </a:cubicBezTo>
                  <a:cubicBezTo>
                    <a:pt x="84328" y="181102"/>
                    <a:pt x="78486" y="180467"/>
                    <a:pt x="72644" y="179324"/>
                  </a:cubicBezTo>
                  <a:cubicBezTo>
                    <a:pt x="66802" y="178181"/>
                    <a:pt x="61214" y="176403"/>
                    <a:pt x="55626" y="174117"/>
                  </a:cubicBezTo>
                  <a:cubicBezTo>
                    <a:pt x="50038" y="171831"/>
                    <a:pt x="44958" y="169037"/>
                    <a:pt x="40005" y="165735"/>
                  </a:cubicBezTo>
                  <a:cubicBezTo>
                    <a:pt x="35052" y="162433"/>
                    <a:pt x="30480" y="158623"/>
                    <a:pt x="26289" y="154432"/>
                  </a:cubicBezTo>
                  <a:cubicBezTo>
                    <a:pt x="22098" y="150241"/>
                    <a:pt x="18288" y="145669"/>
                    <a:pt x="14986" y="140716"/>
                  </a:cubicBezTo>
                  <a:cubicBezTo>
                    <a:pt x="11684" y="135763"/>
                    <a:pt x="8890" y="130556"/>
                    <a:pt x="6604" y="125095"/>
                  </a:cubicBezTo>
                  <a:cubicBezTo>
                    <a:pt x="4318" y="119634"/>
                    <a:pt x="2921" y="113919"/>
                    <a:pt x="1778" y="108204"/>
                  </a:cubicBezTo>
                  <a:cubicBezTo>
                    <a:pt x="635" y="102489"/>
                    <a:pt x="0" y="96393"/>
                    <a:pt x="0" y="90424"/>
                  </a:cubicBezTo>
                  <a:cubicBezTo>
                    <a:pt x="0" y="84455"/>
                    <a:pt x="635" y="78613"/>
                    <a:pt x="1778" y="72771"/>
                  </a:cubicBezTo>
                  <a:cubicBezTo>
                    <a:pt x="2921" y="66929"/>
                    <a:pt x="4572" y="61341"/>
                    <a:pt x="6858" y="55880"/>
                  </a:cubicBezTo>
                  <a:cubicBezTo>
                    <a:pt x="9144" y="50419"/>
                    <a:pt x="11938" y="45212"/>
                    <a:pt x="15240" y="40259"/>
                  </a:cubicBezTo>
                  <a:cubicBezTo>
                    <a:pt x="18542" y="35306"/>
                    <a:pt x="22352" y="30734"/>
                    <a:pt x="26543" y="26543"/>
                  </a:cubicBezTo>
                  <a:cubicBezTo>
                    <a:pt x="30734" y="22352"/>
                    <a:pt x="35306" y="18542"/>
                    <a:pt x="40259" y="15240"/>
                  </a:cubicBezTo>
                  <a:cubicBezTo>
                    <a:pt x="45212" y="11938"/>
                    <a:pt x="50419" y="9144"/>
                    <a:pt x="55880" y="6858"/>
                  </a:cubicBezTo>
                  <a:cubicBezTo>
                    <a:pt x="61341" y="4572"/>
                    <a:pt x="67056" y="2921"/>
                    <a:pt x="72771" y="1778"/>
                  </a:cubicBezTo>
                  <a:cubicBezTo>
                    <a:pt x="78486" y="635"/>
                    <a:pt x="84582" y="0"/>
                    <a:pt x="90424" y="0"/>
                  </a:cubicBezTo>
                  <a:cubicBezTo>
                    <a:pt x="96266" y="0"/>
                    <a:pt x="102235" y="635"/>
                    <a:pt x="108077" y="1778"/>
                  </a:cubicBezTo>
                  <a:cubicBezTo>
                    <a:pt x="113919" y="2921"/>
                    <a:pt x="119507" y="4699"/>
                    <a:pt x="125095" y="6985"/>
                  </a:cubicBezTo>
                  <a:cubicBezTo>
                    <a:pt x="130683" y="9271"/>
                    <a:pt x="135763" y="12065"/>
                    <a:pt x="140716" y="15367"/>
                  </a:cubicBezTo>
                  <a:cubicBezTo>
                    <a:pt x="145669" y="18669"/>
                    <a:pt x="150241" y="22479"/>
                    <a:pt x="154432" y="26670"/>
                  </a:cubicBezTo>
                  <a:cubicBezTo>
                    <a:pt x="158623" y="30861"/>
                    <a:pt x="162433" y="35433"/>
                    <a:pt x="165735" y="40386"/>
                  </a:cubicBezTo>
                  <a:cubicBezTo>
                    <a:pt x="169037" y="45339"/>
                    <a:pt x="171831" y="50546"/>
                    <a:pt x="174117" y="56007"/>
                  </a:cubicBezTo>
                  <a:cubicBezTo>
                    <a:pt x="176403" y="61468"/>
                    <a:pt x="178054" y="67183"/>
                    <a:pt x="179324" y="73025"/>
                  </a:cubicBezTo>
                  <a:cubicBezTo>
                    <a:pt x="180594" y="78867"/>
                    <a:pt x="181102" y="84709"/>
                    <a:pt x="181102" y="90678"/>
                  </a:cubicBezTo>
                  <a:close/>
                </a:path>
              </a:pathLst>
            </a:custGeom>
            <a:solidFill>
              <a:srgbClr val="00679B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1073515" y="3369707"/>
            <a:ext cx="180975" cy="180975"/>
            <a:chOff x="0" y="0"/>
            <a:chExt cx="180975" cy="18097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81102" cy="181102"/>
            </a:xfrm>
            <a:custGeom>
              <a:avLst/>
              <a:gdLst/>
              <a:ahLst/>
              <a:cxnLst/>
              <a:rect l="l" t="t" r="r" b="b"/>
              <a:pathLst>
                <a:path w="181102" h="181102">
                  <a:moveTo>
                    <a:pt x="180975" y="90424"/>
                  </a:moveTo>
                  <a:cubicBezTo>
                    <a:pt x="180975" y="96393"/>
                    <a:pt x="180340" y="102235"/>
                    <a:pt x="179197" y="108077"/>
                  </a:cubicBezTo>
                  <a:cubicBezTo>
                    <a:pt x="178054" y="113919"/>
                    <a:pt x="176276" y="119507"/>
                    <a:pt x="173990" y="125095"/>
                  </a:cubicBezTo>
                  <a:cubicBezTo>
                    <a:pt x="171704" y="130683"/>
                    <a:pt x="168910" y="135763"/>
                    <a:pt x="165608" y="140716"/>
                  </a:cubicBezTo>
                  <a:cubicBezTo>
                    <a:pt x="162306" y="145669"/>
                    <a:pt x="158496" y="150241"/>
                    <a:pt x="154305" y="154432"/>
                  </a:cubicBezTo>
                  <a:cubicBezTo>
                    <a:pt x="150114" y="158623"/>
                    <a:pt x="145542" y="162433"/>
                    <a:pt x="140589" y="165735"/>
                  </a:cubicBezTo>
                  <a:cubicBezTo>
                    <a:pt x="135636" y="169037"/>
                    <a:pt x="130429" y="171831"/>
                    <a:pt x="124968" y="174117"/>
                  </a:cubicBezTo>
                  <a:cubicBezTo>
                    <a:pt x="119507" y="176403"/>
                    <a:pt x="113792" y="178054"/>
                    <a:pt x="107950" y="179324"/>
                  </a:cubicBezTo>
                  <a:cubicBezTo>
                    <a:pt x="102108" y="180594"/>
                    <a:pt x="96266" y="181102"/>
                    <a:pt x="90297" y="181102"/>
                  </a:cubicBezTo>
                  <a:cubicBezTo>
                    <a:pt x="84328" y="181102"/>
                    <a:pt x="78486" y="180467"/>
                    <a:pt x="72644" y="179324"/>
                  </a:cubicBezTo>
                  <a:cubicBezTo>
                    <a:pt x="66802" y="178181"/>
                    <a:pt x="61214" y="176403"/>
                    <a:pt x="55626" y="174117"/>
                  </a:cubicBezTo>
                  <a:cubicBezTo>
                    <a:pt x="50038" y="171831"/>
                    <a:pt x="44958" y="169037"/>
                    <a:pt x="40005" y="165735"/>
                  </a:cubicBezTo>
                  <a:cubicBezTo>
                    <a:pt x="35052" y="162433"/>
                    <a:pt x="30480" y="158623"/>
                    <a:pt x="26289" y="154432"/>
                  </a:cubicBezTo>
                  <a:cubicBezTo>
                    <a:pt x="22098" y="150241"/>
                    <a:pt x="18288" y="145669"/>
                    <a:pt x="14986" y="140716"/>
                  </a:cubicBezTo>
                  <a:cubicBezTo>
                    <a:pt x="11684" y="135763"/>
                    <a:pt x="8890" y="130556"/>
                    <a:pt x="6604" y="125095"/>
                  </a:cubicBezTo>
                  <a:cubicBezTo>
                    <a:pt x="4318" y="119634"/>
                    <a:pt x="2921" y="113919"/>
                    <a:pt x="1778" y="108204"/>
                  </a:cubicBezTo>
                  <a:cubicBezTo>
                    <a:pt x="635" y="102489"/>
                    <a:pt x="0" y="96393"/>
                    <a:pt x="0" y="90424"/>
                  </a:cubicBezTo>
                  <a:cubicBezTo>
                    <a:pt x="0" y="84455"/>
                    <a:pt x="635" y="78613"/>
                    <a:pt x="1778" y="72771"/>
                  </a:cubicBezTo>
                  <a:cubicBezTo>
                    <a:pt x="2921" y="66929"/>
                    <a:pt x="4572" y="61341"/>
                    <a:pt x="6858" y="55880"/>
                  </a:cubicBezTo>
                  <a:cubicBezTo>
                    <a:pt x="9144" y="50419"/>
                    <a:pt x="11938" y="45212"/>
                    <a:pt x="15240" y="40259"/>
                  </a:cubicBezTo>
                  <a:cubicBezTo>
                    <a:pt x="18542" y="35306"/>
                    <a:pt x="22352" y="30734"/>
                    <a:pt x="26543" y="26543"/>
                  </a:cubicBezTo>
                  <a:cubicBezTo>
                    <a:pt x="30734" y="22352"/>
                    <a:pt x="35306" y="18542"/>
                    <a:pt x="40259" y="15240"/>
                  </a:cubicBezTo>
                  <a:cubicBezTo>
                    <a:pt x="45212" y="11938"/>
                    <a:pt x="50419" y="9144"/>
                    <a:pt x="55880" y="6858"/>
                  </a:cubicBezTo>
                  <a:cubicBezTo>
                    <a:pt x="61341" y="4572"/>
                    <a:pt x="67056" y="2921"/>
                    <a:pt x="72771" y="1778"/>
                  </a:cubicBezTo>
                  <a:cubicBezTo>
                    <a:pt x="78486" y="635"/>
                    <a:pt x="84582" y="0"/>
                    <a:pt x="90424" y="0"/>
                  </a:cubicBezTo>
                  <a:cubicBezTo>
                    <a:pt x="96266" y="0"/>
                    <a:pt x="102235" y="635"/>
                    <a:pt x="108077" y="1778"/>
                  </a:cubicBezTo>
                  <a:cubicBezTo>
                    <a:pt x="113919" y="2921"/>
                    <a:pt x="119507" y="4699"/>
                    <a:pt x="125095" y="6985"/>
                  </a:cubicBezTo>
                  <a:cubicBezTo>
                    <a:pt x="130683" y="9271"/>
                    <a:pt x="135763" y="12065"/>
                    <a:pt x="140716" y="15367"/>
                  </a:cubicBezTo>
                  <a:cubicBezTo>
                    <a:pt x="145669" y="18669"/>
                    <a:pt x="150241" y="22479"/>
                    <a:pt x="154432" y="26670"/>
                  </a:cubicBezTo>
                  <a:cubicBezTo>
                    <a:pt x="158623" y="30861"/>
                    <a:pt x="162433" y="35433"/>
                    <a:pt x="165735" y="40386"/>
                  </a:cubicBezTo>
                  <a:cubicBezTo>
                    <a:pt x="169037" y="45339"/>
                    <a:pt x="171831" y="50546"/>
                    <a:pt x="174117" y="56007"/>
                  </a:cubicBezTo>
                  <a:cubicBezTo>
                    <a:pt x="176403" y="61468"/>
                    <a:pt x="178054" y="67183"/>
                    <a:pt x="179324" y="73025"/>
                  </a:cubicBezTo>
                  <a:cubicBezTo>
                    <a:pt x="180594" y="78867"/>
                    <a:pt x="181102" y="84709"/>
                    <a:pt x="181102" y="90678"/>
                  </a:cubicBezTo>
                  <a:close/>
                </a:path>
              </a:pathLst>
            </a:custGeom>
            <a:solidFill>
              <a:srgbClr val="00679B"/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1073515" y="4007882"/>
            <a:ext cx="180975" cy="180975"/>
            <a:chOff x="0" y="0"/>
            <a:chExt cx="180975" cy="180975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81102" cy="181102"/>
            </a:xfrm>
            <a:custGeom>
              <a:avLst/>
              <a:gdLst/>
              <a:ahLst/>
              <a:cxnLst/>
              <a:rect l="l" t="t" r="r" b="b"/>
              <a:pathLst>
                <a:path w="181102" h="181102">
                  <a:moveTo>
                    <a:pt x="180975" y="90424"/>
                  </a:moveTo>
                  <a:cubicBezTo>
                    <a:pt x="180975" y="96393"/>
                    <a:pt x="180340" y="102235"/>
                    <a:pt x="179197" y="108077"/>
                  </a:cubicBezTo>
                  <a:cubicBezTo>
                    <a:pt x="178054" y="113919"/>
                    <a:pt x="176276" y="119507"/>
                    <a:pt x="173990" y="125095"/>
                  </a:cubicBezTo>
                  <a:cubicBezTo>
                    <a:pt x="171704" y="130683"/>
                    <a:pt x="168910" y="135763"/>
                    <a:pt x="165608" y="140716"/>
                  </a:cubicBezTo>
                  <a:cubicBezTo>
                    <a:pt x="162306" y="145669"/>
                    <a:pt x="158496" y="150241"/>
                    <a:pt x="154305" y="154432"/>
                  </a:cubicBezTo>
                  <a:cubicBezTo>
                    <a:pt x="150114" y="158623"/>
                    <a:pt x="145542" y="162433"/>
                    <a:pt x="140589" y="165735"/>
                  </a:cubicBezTo>
                  <a:cubicBezTo>
                    <a:pt x="135636" y="169037"/>
                    <a:pt x="130429" y="171831"/>
                    <a:pt x="124968" y="174117"/>
                  </a:cubicBezTo>
                  <a:cubicBezTo>
                    <a:pt x="119507" y="176403"/>
                    <a:pt x="113792" y="178054"/>
                    <a:pt x="107950" y="179324"/>
                  </a:cubicBezTo>
                  <a:cubicBezTo>
                    <a:pt x="102108" y="180594"/>
                    <a:pt x="96266" y="181102"/>
                    <a:pt x="90297" y="181102"/>
                  </a:cubicBezTo>
                  <a:cubicBezTo>
                    <a:pt x="84328" y="181102"/>
                    <a:pt x="78486" y="180467"/>
                    <a:pt x="72644" y="179324"/>
                  </a:cubicBezTo>
                  <a:cubicBezTo>
                    <a:pt x="66802" y="178181"/>
                    <a:pt x="61214" y="176403"/>
                    <a:pt x="55626" y="174117"/>
                  </a:cubicBezTo>
                  <a:cubicBezTo>
                    <a:pt x="50038" y="171831"/>
                    <a:pt x="44958" y="169037"/>
                    <a:pt x="40005" y="165735"/>
                  </a:cubicBezTo>
                  <a:cubicBezTo>
                    <a:pt x="35052" y="162433"/>
                    <a:pt x="30480" y="158623"/>
                    <a:pt x="26289" y="154432"/>
                  </a:cubicBezTo>
                  <a:cubicBezTo>
                    <a:pt x="22098" y="150241"/>
                    <a:pt x="18288" y="145669"/>
                    <a:pt x="14986" y="140716"/>
                  </a:cubicBezTo>
                  <a:cubicBezTo>
                    <a:pt x="11684" y="135763"/>
                    <a:pt x="8890" y="130556"/>
                    <a:pt x="6604" y="125095"/>
                  </a:cubicBezTo>
                  <a:cubicBezTo>
                    <a:pt x="4318" y="119634"/>
                    <a:pt x="2921" y="113919"/>
                    <a:pt x="1778" y="108204"/>
                  </a:cubicBezTo>
                  <a:cubicBezTo>
                    <a:pt x="635" y="102489"/>
                    <a:pt x="0" y="96393"/>
                    <a:pt x="0" y="90424"/>
                  </a:cubicBezTo>
                  <a:cubicBezTo>
                    <a:pt x="0" y="84455"/>
                    <a:pt x="635" y="78613"/>
                    <a:pt x="1778" y="72771"/>
                  </a:cubicBezTo>
                  <a:cubicBezTo>
                    <a:pt x="2921" y="66929"/>
                    <a:pt x="4572" y="61341"/>
                    <a:pt x="6858" y="55880"/>
                  </a:cubicBezTo>
                  <a:cubicBezTo>
                    <a:pt x="9144" y="50419"/>
                    <a:pt x="11938" y="45212"/>
                    <a:pt x="15240" y="40259"/>
                  </a:cubicBezTo>
                  <a:cubicBezTo>
                    <a:pt x="18542" y="35306"/>
                    <a:pt x="22352" y="30734"/>
                    <a:pt x="26543" y="26543"/>
                  </a:cubicBezTo>
                  <a:cubicBezTo>
                    <a:pt x="30734" y="22352"/>
                    <a:pt x="35306" y="18542"/>
                    <a:pt x="40259" y="15240"/>
                  </a:cubicBezTo>
                  <a:cubicBezTo>
                    <a:pt x="45212" y="11938"/>
                    <a:pt x="50419" y="9144"/>
                    <a:pt x="55880" y="6858"/>
                  </a:cubicBezTo>
                  <a:cubicBezTo>
                    <a:pt x="61341" y="4572"/>
                    <a:pt x="67056" y="2921"/>
                    <a:pt x="72771" y="1778"/>
                  </a:cubicBezTo>
                  <a:cubicBezTo>
                    <a:pt x="78486" y="635"/>
                    <a:pt x="84582" y="0"/>
                    <a:pt x="90424" y="0"/>
                  </a:cubicBezTo>
                  <a:cubicBezTo>
                    <a:pt x="96266" y="0"/>
                    <a:pt x="102235" y="635"/>
                    <a:pt x="108077" y="1778"/>
                  </a:cubicBezTo>
                  <a:cubicBezTo>
                    <a:pt x="113919" y="2921"/>
                    <a:pt x="119507" y="4699"/>
                    <a:pt x="125095" y="6985"/>
                  </a:cubicBezTo>
                  <a:cubicBezTo>
                    <a:pt x="130683" y="9271"/>
                    <a:pt x="135763" y="12065"/>
                    <a:pt x="140716" y="15367"/>
                  </a:cubicBezTo>
                  <a:cubicBezTo>
                    <a:pt x="145669" y="18669"/>
                    <a:pt x="150241" y="22479"/>
                    <a:pt x="154432" y="26670"/>
                  </a:cubicBezTo>
                  <a:cubicBezTo>
                    <a:pt x="158623" y="30861"/>
                    <a:pt x="162433" y="35433"/>
                    <a:pt x="165735" y="40386"/>
                  </a:cubicBezTo>
                  <a:cubicBezTo>
                    <a:pt x="169037" y="45339"/>
                    <a:pt x="171831" y="50546"/>
                    <a:pt x="174117" y="56007"/>
                  </a:cubicBezTo>
                  <a:cubicBezTo>
                    <a:pt x="176403" y="61468"/>
                    <a:pt x="178054" y="67183"/>
                    <a:pt x="179324" y="73025"/>
                  </a:cubicBezTo>
                  <a:cubicBezTo>
                    <a:pt x="180594" y="78867"/>
                    <a:pt x="181102" y="84709"/>
                    <a:pt x="181102" y="90678"/>
                  </a:cubicBezTo>
                  <a:close/>
                </a:path>
              </a:pathLst>
            </a:custGeom>
            <a:solidFill>
              <a:srgbClr val="00679B"/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1073515" y="7084457"/>
            <a:ext cx="180975" cy="180975"/>
            <a:chOff x="0" y="0"/>
            <a:chExt cx="180975" cy="180975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81102" cy="181102"/>
            </a:xfrm>
            <a:custGeom>
              <a:avLst/>
              <a:gdLst/>
              <a:ahLst/>
              <a:cxnLst/>
              <a:rect l="l" t="t" r="r" b="b"/>
              <a:pathLst>
                <a:path w="181102" h="181102">
                  <a:moveTo>
                    <a:pt x="180975" y="90424"/>
                  </a:moveTo>
                  <a:cubicBezTo>
                    <a:pt x="180975" y="96393"/>
                    <a:pt x="180340" y="102235"/>
                    <a:pt x="179197" y="108077"/>
                  </a:cubicBezTo>
                  <a:cubicBezTo>
                    <a:pt x="178054" y="113919"/>
                    <a:pt x="176276" y="119507"/>
                    <a:pt x="173990" y="125095"/>
                  </a:cubicBezTo>
                  <a:cubicBezTo>
                    <a:pt x="171704" y="130683"/>
                    <a:pt x="168910" y="135763"/>
                    <a:pt x="165608" y="140716"/>
                  </a:cubicBezTo>
                  <a:cubicBezTo>
                    <a:pt x="162306" y="145669"/>
                    <a:pt x="158496" y="150241"/>
                    <a:pt x="154305" y="154432"/>
                  </a:cubicBezTo>
                  <a:cubicBezTo>
                    <a:pt x="150114" y="158623"/>
                    <a:pt x="145542" y="162433"/>
                    <a:pt x="140589" y="165735"/>
                  </a:cubicBezTo>
                  <a:cubicBezTo>
                    <a:pt x="135636" y="169037"/>
                    <a:pt x="130429" y="171831"/>
                    <a:pt x="124968" y="174117"/>
                  </a:cubicBezTo>
                  <a:cubicBezTo>
                    <a:pt x="119507" y="176403"/>
                    <a:pt x="113792" y="178054"/>
                    <a:pt x="107950" y="179324"/>
                  </a:cubicBezTo>
                  <a:cubicBezTo>
                    <a:pt x="102108" y="180594"/>
                    <a:pt x="96266" y="181102"/>
                    <a:pt x="90297" y="181102"/>
                  </a:cubicBezTo>
                  <a:cubicBezTo>
                    <a:pt x="84328" y="181102"/>
                    <a:pt x="78486" y="180467"/>
                    <a:pt x="72644" y="179324"/>
                  </a:cubicBezTo>
                  <a:cubicBezTo>
                    <a:pt x="66802" y="178181"/>
                    <a:pt x="61214" y="176403"/>
                    <a:pt x="55626" y="174117"/>
                  </a:cubicBezTo>
                  <a:cubicBezTo>
                    <a:pt x="50038" y="171831"/>
                    <a:pt x="44958" y="169037"/>
                    <a:pt x="40005" y="165735"/>
                  </a:cubicBezTo>
                  <a:cubicBezTo>
                    <a:pt x="35052" y="162433"/>
                    <a:pt x="30480" y="158623"/>
                    <a:pt x="26289" y="154432"/>
                  </a:cubicBezTo>
                  <a:cubicBezTo>
                    <a:pt x="22098" y="150241"/>
                    <a:pt x="18288" y="145669"/>
                    <a:pt x="14986" y="140716"/>
                  </a:cubicBezTo>
                  <a:cubicBezTo>
                    <a:pt x="11684" y="135763"/>
                    <a:pt x="8890" y="130556"/>
                    <a:pt x="6604" y="125095"/>
                  </a:cubicBezTo>
                  <a:cubicBezTo>
                    <a:pt x="4318" y="119634"/>
                    <a:pt x="2921" y="113919"/>
                    <a:pt x="1778" y="108077"/>
                  </a:cubicBezTo>
                  <a:cubicBezTo>
                    <a:pt x="635" y="102235"/>
                    <a:pt x="0" y="96393"/>
                    <a:pt x="0" y="90424"/>
                  </a:cubicBezTo>
                  <a:cubicBezTo>
                    <a:pt x="0" y="84455"/>
                    <a:pt x="635" y="78613"/>
                    <a:pt x="1778" y="72771"/>
                  </a:cubicBezTo>
                  <a:cubicBezTo>
                    <a:pt x="2921" y="66929"/>
                    <a:pt x="4572" y="61341"/>
                    <a:pt x="6858" y="55880"/>
                  </a:cubicBezTo>
                  <a:cubicBezTo>
                    <a:pt x="9144" y="50419"/>
                    <a:pt x="11938" y="45212"/>
                    <a:pt x="15240" y="40259"/>
                  </a:cubicBezTo>
                  <a:cubicBezTo>
                    <a:pt x="18542" y="35306"/>
                    <a:pt x="22352" y="30734"/>
                    <a:pt x="26543" y="26543"/>
                  </a:cubicBezTo>
                  <a:cubicBezTo>
                    <a:pt x="30734" y="22352"/>
                    <a:pt x="35306" y="18542"/>
                    <a:pt x="40259" y="15240"/>
                  </a:cubicBezTo>
                  <a:cubicBezTo>
                    <a:pt x="45212" y="11938"/>
                    <a:pt x="50419" y="9144"/>
                    <a:pt x="55880" y="6858"/>
                  </a:cubicBezTo>
                  <a:cubicBezTo>
                    <a:pt x="61341" y="4572"/>
                    <a:pt x="67056" y="2921"/>
                    <a:pt x="72771" y="1778"/>
                  </a:cubicBezTo>
                  <a:cubicBezTo>
                    <a:pt x="78486" y="635"/>
                    <a:pt x="84582" y="0"/>
                    <a:pt x="90424" y="0"/>
                  </a:cubicBezTo>
                  <a:cubicBezTo>
                    <a:pt x="96266" y="0"/>
                    <a:pt x="102235" y="635"/>
                    <a:pt x="108077" y="1778"/>
                  </a:cubicBezTo>
                  <a:cubicBezTo>
                    <a:pt x="113919" y="2921"/>
                    <a:pt x="119507" y="4699"/>
                    <a:pt x="125095" y="6985"/>
                  </a:cubicBezTo>
                  <a:cubicBezTo>
                    <a:pt x="130683" y="9271"/>
                    <a:pt x="135763" y="12065"/>
                    <a:pt x="140716" y="15367"/>
                  </a:cubicBezTo>
                  <a:cubicBezTo>
                    <a:pt x="145669" y="18669"/>
                    <a:pt x="150241" y="22479"/>
                    <a:pt x="154432" y="26670"/>
                  </a:cubicBezTo>
                  <a:cubicBezTo>
                    <a:pt x="158623" y="30861"/>
                    <a:pt x="162433" y="35433"/>
                    <a:pt x="165735" y="40386"/>
                  </a:cubicBezTo>
                  <a:cubicBezTo>
                    <a:pt x="169037" y="45339"/>
                    <a:pt x="171831" y="50546"/>
                    <a:pt x="174117" y="56007"/>
                  </a:cubicBezTo>
                  <a:cubicBezTo>
                    <a:pt x="176403" y="61468"/>
                    <a:pt x="178054" y="67183"/>
                    <a:pt x="179324" y="73025"/>
                  </a:cubicBezTo>
                  <a:cubicBezTo>
                    <a:pt x="180594" y="78867"/>
                    <a:pt x="181102" y="84709"/>
                    <a:pt x="181102" y="90678"/>
                  </a:cubicBezTo>
                  <a:close/>
                </a:path>
              </a:pathLst>
            </a:custGeom>
            <a:solidFill>
              <a:srgbClr val="00679B"/>
            </a:solidFill>
          </p:spPr>
        </p:sp>
      </p:grpSp>
      <p:grpSp>
        <p:nvGrpSpPr>
          <p:cNvPr id="14" name="Group 14"/>
          <p:cNvGrpSpPr/>
          <p:nvPr/>
        </p:nvGrpSpPr>
        <p:grpSpPr>
          <a:xfrm>
            <a:off x="1073515" y="8360807"/>
            <a:ext cx="180975" cy="180975"/>
            <a:chOff x="0" y="0"/>
            <a:chExt cx="180975" cy="180975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81102" cy="181102"/>
            </a:xfrm>
            <a:custGeom>
              <a:avLst/>
              <a:gdLst/>
              <a:ahLst/>
              <a:cxnLst/>
              <a:rect l="l" t="t" r="r" b="b"/>
              <a:pathLst>
                <a:path w="181102" h="181102">
                  <a:moveTo>
                    <a:pt x="180975" y="90424"/>
                  </a:moveTo>
                  <a:cubicBezTo>
                    <a:pt x="180975" y="96393"/>
                    <a:pt x="180340" y="102235"/>
                    <a:pt x="179197" y="108077"/>
                  </a:cubicBezTo>
                  <a:cubicBezTo>
                    <a:pt x="178054" y="113919"/>
                    <a:pt x="176276" y="119507"/>
                    <a:pt x="173990" y="125095"/>
                  </a:cubicBezTo>
                  <a:cubicBezTo>
                    <a:pt x="171704" y="130683"/>
                    <a:pt x="168910" y="135763"/>
                    <a:pt x="165608" y="140716"/>
                  </a:cubicBezTo>
                  <a:cubicBezTo>
                    <a:pt x="162306" y="145669"/>
                    <a:pt x="158496" y="150241"/>
                    <a:pt x="154305" y="154432"/>
                  </a:cubicBezTo>
                  <a:cubicBezTo>
                    <a:pt x="150114" y="158623"/>
                    <a:pt x="145542" y="162433"/>
                    <a:pt x="140589" y="165735"/>
                  </a:cubicBezTo>
                  <a:cubicBezTo>
                    <a:pt x="135636" y="169037"/>
                    <a:pt x="130429" y="171831"/>
                    <a:pt x="124968" y="174117"/>
                  </a:cubicBezTo>
                  <a:cubicBezTo>
                    <a:pt x="119507" y="176403"/>
                    <a:pt x="113792" y="178054"/>
                    <a:pt x="107950" y="179324"/>
                  </a:cubicBezTo>
                  <a:cubicBezTo>
                    <a:pt x="102108" y="180594"/>
                    <a:pt x="96266" y="181102"/>
                    <a:pt x="90297" y="181102"/>
                  </a:cubicBezTo>
                  <a:cubicBezTo>
                    <a:pt x="84328" y="181102"/>
                    <a:pt x="78486" y="180467"/>
                    <a:pt x="72644" y="179324"/>
                  </a:cubicBezTo>
                  <a:cubicBezTo>
                    <a:pt x="66802" y="178181"/>
                    <a:pt x="61214" y="176403"/>
                    <a:pt x="55626" y="174117"/>
                  </a:cubicBezTo>
                  <a:cubicBezTo>
                    <a:pt x="50038" y="171831"/>
                    <a:pt x="44958" y="169037"/>
                    <a:pt x="40005" y="165735"/>
                  </a:cubicBezTo>
                  <a:cubicBezTo>
                    <a:pt x="35052" y="162433"/>
                    <a:pt x="30480" y="158623"/>
                    <a:pt x="26289" y="154432"/>
                  </a:cubicBezTo>
                  <a:cubicBezTo>
                    <a:pt x="22098" y="150241"/>
                    <a:pt x="18288" y="145669"/>
                    <a:pt x="14986" y="140716"/>
                  </a:cubicBezTo>
                  <a:cubicBezTo>
                    <a:pt x="11684" y="135763"/>
                    <a:pt x="8890" y="130556"/>
                    <a:pt x="6604" y="125095"/>
                  </a:cubicBezTo>
                  <a:cubicBezTo>
                    <a:pt x="4318" y="119634"/>
                    <a:pt x="2921" y="113919"/>
                    <a:pt x="1778" y="108077"/>
                  </a:cubicBezTo>
                  <a:cubicBezTo>
                    <a:pt x="635" y="102235"/>
                    <a:pt x="0" y="96393"/>
                    <a:pt x="0" y="90424"/>
                  </a:cubicBezTo>
                  <a:cubicBezTo>
                    <a:pt x="0" y="84455"/>
                    <a:pt x="635" y="78613"/>
                    <a:pt x="1778" y="72771"/>
                  </a:cubicBezTo>
                  <a:cubicBezTo>
                    <a:pt x="2921" y="66929"/>
                    <a:pt x="4572" y="61341"/>
                    <a:pt x="6858" y="55880"/>
                  </a:cubicBezTo>
                  <a:cubicBezTo>
                    <a:pt x="9144" y="50419"/>
                    <a:pt x="11938" y="45212"/>
                    <a:pt x="15240" y="40259"/>
                  </a:cubicBezTo>
                  <a:cubicBezTo>
                    <a:pt x="18542" y="35306"/>
                    <a:pt x="22352" y="30734"/>
                    <a:pt x="26543" y="26543"/>
                  </a:cubicBezTo>
                  <a:cubicBezTo>
                    <a:pt x="30734" y="22352"/>
                    <a:pt x="35306" y="18542"/>
                    <a:pt x="40259" y="15240"/>
                  </a:cubicBezTo>
                  <a:cubicBezTo>
                    <a:pt x="45212" y="11938"/>
                    <a:pt x="50419" y="9144"/>
                    <a:pt x="55880" y="6858"/>
                  </a:cubicBezTo>
                  <a:cubicBezTo>
                    <a:pt x="61341" y="4572"/>
                    <a:pt x="67056" y="2921"/>
                    <a:pt x="72771" y="1778"/>
                  </a:cubicBezTo>
                  <a:cubicBezTo>
                    <a:pt x="78486" y="635"/>
                    <a:pt x="84582" y="0"/>
                    <a:pt x="90424" y="0"/>
                  </a:cubicBezTo>
                  <a:cubicBezTo>
                    <a:pt x="96266" y="0"/>
                    <a:pt x="102235" y="635"/>
                    <a:pt x="108077" y="1778"/>
                  </a:cubicBezTo>
                  <a:cubicBezTo>
                    <a:pt x="113919" y="2921"/>
                    <a:pt x="119507" y="4699"/>
                    <a:pt x="125095" y="6985"/>
                  </a:cubicBezTo>
                  <a:cubicBezTo>
                    <a:pt x="130683" y="9271"/>
                    <a:pt x="135763" y="12065"/>
                    <a:pt x="140716" y="15367"/>
                  </a:cubicBezTo>
                  <a:cubicBezTo>
                    <a:pt x="145669" y="18669"/>
                    <a:pt x="150241" y="22479"/>
                    <a:pt x="154432" y="26670"/>
                  </a:cubicBezTo>
                  <a:cubicBezTo>
                    <a:pt x="158623" y="30861"/>
                    <a:pt x="162433" y="35433"/>
                    <a:pt x="165735" y="40386"/>
                  </a:cubicBezTo>
                  <a:cubicBezTo>
                    <a:pt x="169037" y="45339"/>
                    <a:pt x="171831" y="50546"/>
                    <a:pt x="174117" y="56007"/>
                  </a:cubicBezTo>
                  <a:cubicBezTo>
                    <a:pt x="176403" y="61468"/>
                    <a:pt x="178054" y="67183"/>
                    <a:pt x="179324" y="73025"/>
                  </a:cubicBezTo>
                  <a:cubicBezTo>
                    <a:pt x="180594" y="78867"/>
                    <a:pt x="181102" y="84709"/>
                    <a:pt x="181102" y="90678"/>
                  </a:cubicBezTo>
                  <a:close/>
                </a:path>
              </a:pathLst>
            </a:custGeom>
            <a:solidFill>
              <a:srgbClr val="00679B"/>
            </a:solidFill>
          </p:spPr>
        </p:sp>
      </p:grpSp>
      <p:sp>
        <p:nvSpPr>
          <p:cNvPr id="16" name="Freeform 16"/>
          <p:cNvSpPr/>
          <p:nvPr/>
        </p:nvSpPr>
        <p:spPr>
          <a:xfrm>
            <a:off x="1078821" y="1812836"/>
            <a:ext cx="12488475" cy="174527"/>
          </a:xfrm>
          <a:custGeom>
            <a:avLst/>
            <a:gdLst/>
            <a:ahLst/>
            <a:cxnLst/>
            <a:rect l="l" t="t" r="r" b="b"/>
            <a:pathLst>
              <a:path w="12488475" h="174527">
                <a:moveTo>
                  <a:pt x="0" y="0"/>
                </a:moveTo>
                <a:lnTo>
                  <a:pt x="12488475" y="0"/>
                </a:lnTo>
                <a:lnTo>
                  <a:pt x="12488475" y="174527"/>
                </a:lnTo>
                <a:lnTo>
                  <a:pt x="0" y="17452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1028700" y="1043321"/>
            <a:ext cx="4254751" cy="9270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99"/>
              </a:lnSpc>
            </a:pPr>
            <a:r>
              <a:rPr lang="en-US" sz="4999" b="1">
                <a:solidFill>
                  <a:srgbClr val="00679B"/>
                </a:solidFill>
                <a:latin typeface="Poppins Bold"/>
                <a:ea typeface="Poppins Bold"/>
                <a:cs typeface="Poppins Bold"/>
                <a:sym typeface="Poppins Bold"/>
              </a:rPr>
              <a:t>what is IEEE ?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763678" y="6270812"/>
            <a:ext cx="155305" cy="6691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05"/>
              </a:lnSpc>
            </a:pPr>
            <a:r>
              <a:rPr lang="en-US" sz="4795">
                <a:solidFill>
                  <a:srgbClr val="00679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501845" y="6888804"/>
            <a:ext cx="15003628" cy="25986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08"/>
              </a:lnSpc>
            </a:pPr>
            <a:r>
              <a:rPr lang="en-US" sz="4895" dirty="0">
                <a:solidFill>
                  <a:srgbClr val="00679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AIEE ( 1884) : Focused on power systems, electricity and generators.</a:t>
            </a:r>
          </a:p>
          <a:p>
            <a:pPr algn="l">
              <a:lnSpc>
                <a:spcPts val="5008"/>
              </a:lnSpc>
            </a:pPr>
            <a:r>
              <a:rPr lang="en-US" sz="4895" dirty="0">
                <a:solidFill>
                  <a:srgbClr val="00679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IRE(1912) : Focused on radio, communication and modern electronics.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501845" y="2535879"/>
            <a:ext cx="16216036" cy="19604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23"/>
              </a:lnSpc>
            </a:pPr>
            <a:r>
              <a:rPr lang="en-US" sz="4895" dirty="0">
                <a:solidFill>
                  <a:srgbClr val="00679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IEEE Stands for institute of electrical and electronics engineers. Founded: 1963 </a:t>
            </a:r>
          </a:p>
          <a:p>
            <a:pPr algn="l">
              <a:lnSpc>
                <a:spcPts val="5023"/>
              </a:lnSpc>
            </a:pPr>
            <a:r>
              <a:rPr lang="en-US" sz="4895" dirty="0">
                <a:solidFill>
                  <a:srgbClr val="00679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Headquarters: New York, USA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44865" y="4825403"/>
            <a:ext cx="11436420" cy="21149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54"/>
              </a:lnSpc>
            </a:pPr>
            <a:r>
              <a:rPr lang="en-US" sz="4895" b="1">
                <a:solidFill>
                  <a:srgbClr val="00679B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Organization that merged: </a:t>
            </a:r>
          </a:p>
          <a:p>
            <a:pPr algn="l">
              <a:lnSpc>
                <a:spcPts val="6713"/>
              </a:lnSpc>
            </a:pPr>
            <a:r>
              <a:rPr lang="en-US" sz="4795">
                <a:solidFill>
                  <a:srgbClr val="00679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IEEE</a:t>
            </a:r>
            <a:r>
              <a:rPr lang="en-US" sz="479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4795">
                <a:solidFill>
                  <a:srgbClr val="00679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resulted</a:t>
            </a:r>
            <a:r>
              <a:rPr lang="en-US" sz="479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4795">
                <a:solidFill>
                  <a:srgbClr val="00679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from</a:t>
            </a:r>
            <a:r>
              <a:rPr lang="en-US" sz="479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4795">
                <a:solidFill>
                  <a:srgbClr val="00679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</a:t>
            </a:r>
            <a:r>
              <a:rPr lang="en-US" sz="479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4795">
                <a:solidFill>
                  <a:srgbClr val="00679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merger</a:t>
            </a:r>
            <a:r>
              <a:rPr lang="en-US" sz="479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4795">
                <a:solidFill>
                  <a:srgbClr val="00679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</a:t>
            </a:r>
            <a:r>
              <a:rPr lang="en-US" sz="479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4795">
                <a:solidFill>
                  <a:srgbClr val="00679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two</a:t>
            </a:r>
            <a:r>
              <a:rPr lang="en-US" sz="479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4795">
                <a:solidFill>
                  <a:srgbClr val="00679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majors: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314104" y="9387802"/>
            <a:ext cx="2375478" cy="703031"/>
            <a:chOff x="0" y="0"/>
            <a:chExt cx="3167304" cy="93737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167253" cy="937387"/>
            </a:xfrm>
            <a:custGeom>
              <a:avLst/>
              <a:gdLst/>
              <a:ahLst/>
              <a:cxnLst/>
              <a:rect l="l" t="t" r="r" b="b"/>
              <a:pathLst>
                <a:path w="3167253" h="937387">
                  <a:moveTo>
                    <a:pt x="0" y="0"/>
                  </a:moveTo>
                  <a:lnTo>
                    <a:pt x="3167253" y="0"/>
                  </a:lnTo>
                  <a:lnTo>
                    <a:pt x="3167253" y="937387"/>
                  </a:lnTo>
                  <a:lnTo>
                    <a:pt x="0" y="9373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1" b="1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124387" y="0"/>
            <a:ext cx="18163613" cy="9258262"/>
            <a:chOff x="0" y="0"/>
            <a:chExt cx="24218151" cy="1234434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218137" cy="12344400"/>
            </a:xfrm>
            <a:custGeom>
              <a:avLst/>
              <a:gdLst/>
              <a:ahLst/>
              <a:cxnLst/>
              <a:rect l="l" t="t" r="r" b="b"/>
              <a:pathLst>
                <a:path w="24218137" h="12344400">
                  <a:moveTo>
                    <a:pt x="0" y="0"/>
                  </a:moveTo>
                  <a:lnTo>
                    <a:pt x="24218137" y="0"/>
                  </a:lnTo>
                  <a:lnTo>
                    <a:pt x="24218137" y="12344400"/>
                  </a:lnTo>
                  <a:lnTo>
                    <a:pt x="0" y="12344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2801" t="-1399" r="-2822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223761" y="204788"/>
            <a:ext cx="1447105" cy="1447105"/>
            <a:chOff x="0" y="0"/>
            <a:chExt cx="1929473" cy="192947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929511" cy="1929511"/>
            </a:xfrm>
            <a:custGeom>
              <a:avLst/>
              <a:gdLst/>
              <a:ahLst/>
              <a:cxnLst/>
              <a:rect l="l" t="t" r="r" b="b"/>
              <a:pathLst>
                <a:path w="1929511" h="1929511">
                  <a:moveTo>
                    <a:pt x="0" y="0"/>
                  </a:moveTo>
                  <a:lnTo>
                    <a:pt x="1929511" y="0"/>
                  </a:lnTo>
                  <a:lnTo>
                    <a:pt x="1929511" y="1929511"/>
                  </a:lnTo>
                  <a:lnTo>
                    <a:pt x="0" y="19295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1" b="1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2627166" y="4046572"/>
            <a:ext cx="2609850" cy="6048375"/>
            <a:chOff x="0" y="0"/>
            <a:chExt cx="3479800" cy="80645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3479800" cy="8064500"/>
            </a:xfrm>
            <a:custGeom>
              <a:avLst/>
              <a:gdLst/>
              <a:ahLst/>
              <a:cxnLst/>
              <a:rect l="l" t="t" r="r" b="b"/>
              <a:pathLst>
                <a:path w="3479800" h="8064500">
                  <a:moveTo>
                    <a:pt x="0" y="0"/>
                  </a:moveTo>
                  <a:lnTo>
                    <a:pt x="3479800" y="0"/>
                  </a:lnTo>
                  <a:lnTo>
                    <a:pt x="3479800" y="8064500"/>
                  </a:lnTo>
                  <a:lnTo>
                    <a:pt x="0" y="8064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sp>
        <p:nvSpPr>
          <p:cNvPr id="10" name="TextBox 10"/>
          <p:cNvSpPr txBox="1"/>
          <p:nvPr/>
        </p:nvSpPr>
        <p:spPr>
          <a:xfrm>
            <a:off x="1375096" y="2285181"/>
            <a:ext cx="15975435" cy="19370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78"/>
              </a:lnSpc>
            </a:pPr>
            <a:r>
              <a:rPr lang="en-US" sz="10341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Why Was IEEE Created?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314104" y="9387802"/>
            <a:ext cx="2375478" cy="703031"/>
            <a:chOff x="0" y="0"/>
            <a:chExt cx="3167304" cy="93737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167253" cy="937387"/>
            </a:xfrm>
            <a:custGeom>
              <a:avLst/>
              <a:gdLst/>
              <a:ahLst/>
              <a:cxnLst/>
              <a:rect l="l" t="t" r="r" b="b"/>
              <a:pathLst>
                <a:path w="3167253" h="937387">
                  <a:moveTo>
                    <a:pt x="0" y="0"/>
                  </a:moveTo>
                  <a:lnTo>
                    <a:pt x="3167253" y="0"/>
                  </a:lnTo>
                  <a:lnTo>
                    <a:pt x="3167253" y="937387"/>
                  </a:lnTo>
                  <a:lnTo>
                    <a:pt x="0" y="9373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1" b="1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5657" cy="2075878"/>
            <a:chOff x="0" y="0"/>
            <a:chExt cx="24380876" cy="276783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0825" cy="2767838"/>
            </a:xfrm>
            <a:custGeom>
              <a:avLst/>
              <a:gdLst/>
              <a:ahLst/>
              <a:cxnLst/>
              <a:rect l="l" t="t" r="r" b="b"/>
              <a:pathLst>
                <a:path w="24380825" h="2767838">
                  <a:moveTo>
                    <a:pt x="0" y="0"/>
                  </a:moveTo>
                  <a:lnTo>
                    <a:pt x="24380825" y="0"/>
                  </a:lnTo>
                  <a:lnTo>
                    <a:pt x="24380825" y="2767838"/>
                  </a:lnTo>
                  <a:lnTo>
                    <a:pt x="0" y="27678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1542488" y="7529360"/>
            <a:ext cx="180975" cy="180975"/>
            <a:chOff x="0" y="0"/>
            <a:chExt cx="180975" cy="18097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81229" cy="181102"/>
            </a:xfrm>
            <a:custGeom>
              <a:avLst/>
              <a:gdLst/>
              <a:ahLst/>
              <a:cxnLst/>
              <a:rect l="l" t="t" r="r" b="b"/>
              <a:pathLst>
                <a:path w="181229" h="181102">
                  <a:moveTo>
                    <a:pt x="180975" y="90424"/>
                  </a:moveTo>
                  <a:cubicBezTo>
                    <a:pt x="180975" y="96393"/>
                    <a:pt x="180340" y="102235"/>
                    <a:pt x="179197" y="108077"/>
                  </a:cubicBezTo>
                  <a:cubicBezTo>
                    <a:pt x="178054" y="113919"/>
                    <a:pt x="176276" y="119507"/>
                    <a:pt x="173990" y="125095"/>
                  </a:cubicBezTo>
                  <a:cubicBezTo>
                    <a:pt x="171704" y="130683"/>
                    <a:pt x="168910" y="135763"/>
                    <a:pt x="165608" y="140716"/>
                  </a:cubicBezTo>
                  <a:cubicBezTo>
                    <a:pt x="162306" y="145669"/>
                    <a:pt x="158496" y="150241"/>
                    <a:pt x="154305" y="154432"/>
                  </a:cubicBezTo>
                  <a:cubicBezTo>
                    <a:pt x="150114" y="158623"/>
                    <a:pt x="145542" y="162433"/>
                    <a:pt x="140589" y="165735"/>
                  </a:cubicBezTo>
                  <a:cubicBezTo>
                    <a:pt x="135636" y="169037"/>
                    <a:pt x="130429" y="171831"/>
                    <a:pt x="124968" y="174117"/>
                  </a:cubicBezTo>
                  <a:cubicBezTo>
                    <a:pt x="119507" y="176403"/>
                    <a:pt x="113792" y="178054"/>
                    <a:pt x="107950" y="179324"/>
                  </a:cubicBezTo>
                  <a:cubicBezTo>
                    <a:pt x="102108" y="180594"/>
                    <a:pt x="96266" y="181102"/>
                    <a:pt x="90297" y="181102"/>
                  </a:cubicBezTo>
                  <a:cubicBezTo>
                    <a:pt x="84328" y="181102"/>
                    <a:pt x="78486" y="180467"/>
                    <a:pt x="72644" y="179324"/>
                  </a:cubicBezTo>
                  <a:cubicBezTo>
                    <a:pt x="66802" y="178181"/>
                    <a:pt x="61214" y="176403"/>
                    <a:pt x="55626" y="174117"/>
                  </a:cubicBezTo>
                  <a:cubicBezTo>
                    <a:pt x="50038" y="171831"/>
                    <a:pt x="44958" y="169037"/>
                    <a:pt x="40005" y="165735"/>
                  </a:cubicBezTo>
                  <a:cubicBezTo>
                    <a:pt x="35052" y="162433"/>
                    <a:pt x="30480" y="158623"/>
                    <a:pt x="26289" y="154432"/>
                  </a:cubicBezTo>
                  <a:cubicBezTo>
                    <a:pt x="22098" y="150241"/>
                    <a:pt x="18288" y="145669"/>
                    <a:pt x="14986" y="140716"/>
                  </a:cubicBezTo>
                  <a:cubicBezTo>
                    <a:pt x="11684" y="135763"/>
                    <a:pt x="8890" y="130556"/>
                    <a:pt x="6604" y="125095"/>
                  </a:cubicBezTo>
                  <a:cubicBezTo>
                    <a:pt x="4318" y="119634"/>
                    <a:pt x="2921" y="113919"/>
                    <a:pt x="1778" y="108077"/>
                  </a:cubicBezTo>
                  <a:cubicBezTo>
                    <a:pt x="635" y="102235"/>
                    <a:pt x="0" y="96393"/>
                    <a:pt x="0" y="90424"/>
                  </a:cubicBezTo>
                  <a:cubicBezTo>
                    <a:pt x="0" y="84455"/>
                    <a:pt x="635" y="78613"/>
                    <a:pt x="1778" y="72771"/>
                  </a:cubicBezTo>
                  <a:cubicBezTo>
                    <a:pt x="2921" y="66929"/>
                    <a:pt x="4572" y="61341"/>
                    <a:pt x="6858" y="55880"/>
                  </a:cubicBezTo>
                  <a:cubicBezTo>
                    <a:pt x="9144" y="50419"/>
                    <a:pt x="11938" y="45212"/>
                    <a:pt x="15240" y="40259"/>
                  </a:cubicBezTo>
                  <a:cubicBezTo>
                    <a:pt x="18542" y="35306"/>
                    <a:pt x="22352" y="30734"/>
                    <a:pt x="26543" y="26543"/>
                  </a:cubicBezTo>
                  <a:cubicBezTo>
                    <a:pt x="30734" y="22352"/>
                    <a:pt x="35306" y="18542"/>
                    <a:pt x="40259" y="15240"/>
                  </a:cubicBezTo>
                  <a:cubicBezTo>
                    <a:pt x="45212" y="11938"/>
                    <a:pt x="50419" y="9144"/>
                    <a:pt x="55880" y="6858"/>
                  </a:cubicBezTo>
                  <a:cubicBezTo>
                    <a:pt x="61341" y="4572"/>
                    <a:pt x="67056" y="2921"/>
                    <a:pt x="72771" y="1778"/>
                  </a:cubicBezTo>
                  <a:cubicBezTo>
                    <a:pt x="78486" y="635"/>
                    <a:pt x="84582" y="0"/>
                    <a:pt x="90551" y="0"/>
                  </a:cubicBezTo>
                  <a:cubicBezTo>
                    <a:pt x="96520" y="0"/>
                    <a:pt x="102362" y="635"/>
                    <a:pt x="108204" y="1778"/>
                  </a:cubicBezTo>
                  <a:cubicBezTo>
                    <a:pt x="114046" y="2921"/>
                    <a:pt x="119634" y="4699"/>
                    <a:pt x="125222" y="6985"/>
                  </a:cubicBezTo>
                  <a:cubicBezTo>
                    <a:pt x="130810" y="9271"/>
                    <a:pt x="135890" y="12065"/>
                    <a:pt x="140843" y="15367"/>
                  </a:cubicBezTo>
                  <a:cubicBezTo>
                    <a:pt x="145796" y="18669"/>
                    <a:pt x="150368" y="22479"/>
                    <a:pt x="154559" y="26670"/>
                  </a:cubicBezTo>
                  <a:cubicBezTo>
                    <a:pt x="158750" y="30861"/>
                    <a:pt x="162560" y="35433"/>
                    <a:pt x="165862" y="40386"/>
                  </a:cubicBezTo>
                  <a:cubicBezTo>
                    <a:pt x="169164" y="45339"/>
                    <a:pt x="171958" y="50546"/>
                    <a:pt x="174244" y="56007"/>
                  </a:cubicBezTo>
                  <a:cubicBezTo>
                    <a:pt x="176530" y="61468"/>
                    <a:pt x="178181" y="67183"/>
                    <a:pt x="179451" y="73025"/>
                  </a:cubicBezTo>
                  <a:cubicBezTo>
                    <a:pt x="180721" y="78867"/>
                    <a:pt x="181229" y="84709"/>
                    <a:pt x="181229" y="90678"/>
                  </a:cubicBezTo>
                  <a:close/>
                </a:path>
              </a:pathLst>
            </a:custGeom>
            <a:solidFill>
              <a:srgbClr val="00679B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1542488" y="8186585"/>
            <a:ext cx="180975" cy="180975"/>
            <a:chOff x="0" y="0"/>
            <a:chExt cx="180975" cy="18097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81229" cy="181102"/>
            </a:xfrm>
            <a:custGeom>
              <a:avLst/>
              <a:gdLst/>
              <a:ahLst/>
              <a:cxnLst/>
              <a:rect l="l" t="t" r="r" b="b"/>
              <a:pathLst>
                <a:path w="181229" h="181102">
                  <a:moveTo>
                    <a:pt x="180975" y="90424"/>
                  </a:moveTo>
                  <a:cubicBezTo>
                    <a:pt x="180975" y="96393"/>
                    <a:pt x="180340" y="102235"/>
                    <a:pt x="179197" y="108077"/>
                  </a:cubicBezTo>
                  <a:cubicBezTo>
                    <a:pt x="178054" y="113919"/>
                    <a:pt x="176276" y="119507"/>
                    <a:pt x="173990" y="125095"/>
                  </a:cubicBezTo>
                  <a:cubicBezTo>
                    <a:pt x="171704" y="130683"/>
                    <a:pt x="168910" y="135763"/>
                    <a:pt x="165608" y="140716"/>
                  </a:cubicBezTo>
                  <a:cubicBezTo>
                    <a:pt x="162306" y="145669"/>
                    <a:pt x="158496" y="150241"/>
                    <a:pt x="154305" y="154432"/>
                  </a:cubicBezTo>
                  <a:cubicBezTo>
                    <a:pt x="150114" y="158623"/>
                    <a:pt x="145542" y="162433"/>
                    <a:pt x="140589" y="165735"/>
                  </a:cubicBezTo>
                  <a:cubicBezTo>
                    <a:pt x="135636" y="169037"/>
                    <a:pt x="130429" y="171831"/>
                    <a:pt x="124968" y="174117"/>
                  </a:cubicBezTo>
                  <a:cubicBezTo>
                    <a:pt x="119507" y="176403"/>
                    <a:pt x="113792" y="178054"/>
                    <a:pt x="107950" y="179324"/>
                  </a:cubicBezTo>
                  <a:cubicBezTo>
                    <a:pt x="102108" y="180594"/>
                    <a:pt x="96266" y="181102"/>
                    <a:pt x="90297" y="181102"/>
                  </a:cubicBezTo>
                  <a:cubicBezTo>
                    <a:pt x="84328" y="181102"/>
                    <a:pt x="78486" y="180467"/>
                    <a:pt x="72644" y="179324"/>
                  </a:cubicBezTo>
                  <a:cubicBezTo>
                    <a:pt x="66802" y="178181"/>
                    <a:pt x="61214" y="176403"/>
                    <a:pt x="55626" y="174117"/>
                  </a:cubicBezTo>
                  <a:cubicBezTo>
                    <a:pt x="50038" y="171831"/>
                    <a:pt x="44958" y="169037"/>
                    <a:pt x="40005" y="165735"/>
                  </a:cubicBezTo>
                  <a:cubicBezTo>
                    <a:pt x="35052" y="162433"/>
                    <a:pt x="30480" y="158623"/>
                    <a:pt x="26289" y="154432"/>
                  </a:cubicBezTo>
                  <a:cubicBezTo>
                    <a:pt x="22098" y="150241"/>
                    <a:pt x="18288" y="145669"/>
                    <a:pt x="14986" y="140716"/>
                  </a:cubicBezTo>
                  <a:cubicBezTo>
                    <a:pt x="11684" y="135763"/>
                    <a:pt x="8890" y="130556"/>
                    <a:pt x="6604" y="125095"/>
                  </a:cubicBezTo>
                  <a:cubicBezTo>
                    <a:pt x="4318" y="119634"/>
                    <a:pt x="2921" y="113919"/>
                    <a:pt x="1778" y="108204"/>
                  </a:cubicBezTo>
                  <a:cubicBezTo>
                    <a:pt x="635" y="102489"/>
                    <a:pt x="0" y="96393"/>
                    <a:pt x="0" y="90424"/>
                  </a:cubicBezTo>
                  <a:cubicBezTo>
                    <a:pt x="0" y="84455"/>
                    <a:pt x="635" y="78613"/>
                    <a:pt x="1778" y="72771"/>
                  </a:cubicBezTo>
                  <a:cubicBezTo>
                    <a:pt x="2921" y="66929"/>
                    <a:pt x="4572" y="61341"/>
                    <a:pt x="6858" y="55880"/>
                  </a:cubicBezTo>
                  <a:cubicBezTo>
                    <a:pt x="9144" y="50419"/>
                    <a:pt x="11938" y="45212"/>
                    <a:pt x="15240" y="40259"/>
                  </a:cubicBezTo>
                  <a:cubicBezTo>
                    <a:pt x="18542" y="35306"/>
                    <a:pt x="22352" y="30734"/>
                    <a:pt x="26543" y="26543"/>
                  </a:cubicBezTo>
                  <a:cubicBezTo>
                    <a:pt x="30734" y="22352"/>
                    <a:pt x="35306" y="18542"/>
                    <a:pt x="40259" y="15240"/>
                  </a:cubicBezTo>
                  <a:cubicBezTo>
                    <a:pt x="45212" y="11938"/>
                    <a:pt x="50419" y="9144"/>
                    <a:pt x="55880" y="6858"/>
                  </a:cubicBezTo>
                  <a:cubicBezTo>
                    <a:pt x="61341" y="4572"/>
                    <a:pt x="67056" y="2921"/>
                    <a:pt x="72771" y="1778"/>
                  </a:cubicBezTo>
                  <a:cubicBezTo>
                    <a:pt x="78486" y="635"/>
                    <a:pt x="84582" y="0"/>
                    <a:pt x="90551" y="0"/>
                  </a:cubicBezTo>
                  <a:cubicBezTo>
                    <a:pt x="96520" y="0"/>
                    <a:pt x="102362" y="635"/>
                    <a:pt x="108204" y="1778"/>
                  </a:cubicBezTo>
                  <a:cubicBezTo>
                    <a:pt x="114046" y="2921"/>
                    <a:pt x="119634" y="4699"/>
                    <a:pt x="125222" y="6985"/>
                  </a:cubicBezTo>
                  <a:cubicBezTo>
                    <a:pt x="130810" y="9271"/>
                    <a:pt x="135890" y="12065"/>
                    <a:pt x="140843" y="15367"/>
                  </a:cubicBezTo>
                  <a:cubicBezTo>
                    <a:pt x="145796" y="18669"/>
                    <a:pt x="150368" y="22479"/>
                    <a:pt x="154559" y="26670"/>
                  </a:cubicBezTo>
                  <a:cubicBezTo>
                    <a:pt x="158750" y="30861"/>
                    <a:pt x="162560" y="35433"/>
                    <a:pt x="165862" y="40386"/>
                  </a:cubicBezTo>
                  <a:cubicBezTo>
                    <a:pt x="169164" y="45339"/>
                    <a:pt x="171958" y="50546"/>
                    <a:pt x="174244" y="56007"/>
                  </a:cubicBezTo>
                  <a:cubicBezTo>
                    <a:pt x="176530" y="61468"/>
                    <a:pt x="178181" y="67183"/>
                    <a:pt x="179451" y="73025"/>
                  </a:cubicBezTo>
                  <a:cubicBezTo>
                    <a:pt x="180721" y="78867"/>
                    <a:pt x="181229" y="84709"/>
                    <a:pt x="181229" y="90678"/>
                  </a:cubicBezTo>
                  <a:close/>
                </a:path>
              </a:pathLst>
            </a:custGeom>
            <a:solidFill>
              <a:srgbClr val="00679B"/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1542488" y="8843810"/>
            <a:ext cx="180975" cy="180975"/>
            <a:chOff x="0" y="0"/>
            <a:chExt cx="180975" cy="180975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81229" cy="181102"/>
            </a:xfrm>
            <a:custGeom>
              <a:avLst/>
              <a:gdLst/>
              <a:ahLst/>
              <a:cxnLst/>
              <a:rect l="l" t="t" r="r" b="b"/>
              <a:pathLst>
                <a:path w="181229" h="181102">
                  <a:moveTo>
                    <a:pt x="180975" y="90424"/>
                  </a:moveTo>
                  <a:cubicBezTo>
                    <a:pt x="180975" y="96393"/>
                    <a:pt x="180340" y="102235"/>
                    <a:pt x="179197" y="108077"/>
                  </a:cubicBezTo>
                  <a:cubicBezTo>
                    <a:pt x="178054" y="113919"/>
                    <a:pt x="176276" y="119507"/>
                    <a:pt x="173990" y="125095"/>
                  </a:cubicBezTo>
                  <a:cubicBezTo>
                    <a:pt x="171704" y="130683"/>
                    <a:pt x="168910" y="135763"/>
                    <a:pt x="165608" y="140716"/>
                  </a:cubicBezTo>
                  <a:cubicBezTo>
                    <a:pt x="162306" y="145669"/>
                    <a:pt x="158496" y="150241"/>
                    <a:pt x="154305" y="154432"/>
                  </a:cubicBezTo>
                  <a:cubicBezTo>
                    <a:pt x="150114" y="158623"/>
                    <a:pt x="145542" y="162433"/>
                    <a:pt x="140589" y="165735"/>
                  </a:cubicBezTo>
                  <a:cubicBezTo>
                    <a:pt x="135636" y="169037"/>
                    <a:pt x="130429" y="171831"/>
                    <a:pt x="124968" y="174117"/>
                  </a:cubicBezTo>
                  <a:cubicBezTo>
                    <a:pt x="119507" y="176403"/>
                    <a:pt x="113792" y="178054"/>
                    <a:pt x="107950" y="179324"/>
                  </a:cubicBezTo>
                  <a:cubicBezTo>
                    <a:pt x="102108" y="180594"/>
                    <a:pt x="96266" y="181102"/>
                    <a:pt x="90297" y="181102"/>
                  </a:cubicBezTo>
                  <a:cubicBezTo>
                    <a:pt x="84328" y="181102"/>
                    <a:pt x="78486" y="180467"/>
                    <a:pt x="72644" y="179324"/>
                  </a:cubicBezTo>
                  <a:cubicBezTo>
                    <a:pt x="66802" y="178181"/>
                    <a:pt x="61214" y="176403"/>
                    <a:pt x="55626" y="174117"/>
                  </a:cubicBezTo>
                  <a:cubicBezTo>
                    <a:pt x="50038" y="171831"/>
                    <a:pt x="44958" y="169037"/>
                    <a:pt x="40005" y="165735"/>
                  </a:cubicBezTo>
                  <a:cubicBezTo>
                    <a:pt x="35052" y="162433"/>
                    <a:pt x="30480" y="158623"/>
                    <a:pt x="26289" y="154432"/>
                  </a:cubicBezTo>
                  <a:cubicBezTo>
                    <a:pt x="22098" y="150241"/>
                    <a:pt x="18288" y="145669"/>
                    <a:pt x="14986" y="140716"/>
                  </a:cubicBezTo>
                  <a:cubicBezTo>
                    <a:pt x="11684" y="135763"/>
                    <a:pt x="8890" y="130556"/>
                    <a:pt x="6604" y="125095"/>
                  </a:cubicBezTo>
                  <a:cubicBezTo>
                    <a:pt x="4318" y="119634"/>
                    <a:pt x="2921" y="113919"/>
                    <a:pt x="1778" y="108077"/>
                  </a:cubicBezTo>
                  <a:cubicBezTo>
                    <a:pt x="635" y="102235"/>
                    <a:pt x="0" y="96393"/>
                    <a:pt x="0" y="90424"/>
                  </a:cubicBezTo>
                  <a:cubicBezTo>
                    <a:pt x="0" y="84455"/>
                    <a:pt x="635" y="78613"/>
                    <a:pt x="1778" y="72771"/>
                  </a:cubicBezTo>
                  <a:cubicBezTo>
                    <a:pt x="2921" y="66929"/>
                    <a:pt x="4572" y="61341"/>
                    <a:pt x="6858" y="55880"/>
                  </a:cubicBezTo>
                  <a:cubicBezTo>
                    <a:pt x="9144" y="50419"/>
                    <a:pt x="11938" y="45212"/>
                    <a:pt x="15240" y="40259"/>
                  </a:cubicBezTo>
                  <a:cubicBezTo>
                    <a:pt x="18542" y="35306"/>
                    <a:pt x="22352" y="30734"/>
                    <a:pt x="26543" y="26543"/>
                  </a:cubicBezTo>
                  <a:cubicBezTo>
                    <a:pt x="30734" y="22352"/>
                    <a:pt x="35306" y="18542"/>
                    <a:pt x="40259" y="15240"/>
                  </a:cubicBezTo>
                  <a:cubicBezTo>
                    <a:pt x="45212" y="11938"/>
                    <a:pt x="50419" y="9144"/>
                    <a:pt x="55880" y="6858"/>
                  </a:cubicBezTo>
                  <a:cubicBezTo>
                    <a:pt x="61341" y="4572"/>
                    <a:pt x="67056" y="2921"/>
                    <a:pt x="72771" y="1778"/>
                  </a:cubicBezTo>
                  <a:cubicBezTo>
                    <a:pt x="78486" y="635"/>
                    <a:pt x="84582" y="0"/>
                    <a:pt x="90551" y="0"/>
                  </a:cubicBezTo>
                  <a:cubicBezTo>
                    <a:pt x="96520" y="0"/>
                    <a:pt x="102362" y="635"/>
                    <a:pt x="108204" y="1778"/>
                  </a:cubicBezTo>
                  <a:cubicBezTo>
                    <a:pt x="114046" y="2921"/>
                    <a:pt x="119634" y="4699"/>
                    <a:pt x="125222" y="6985"/>
                  </a:cubicBezTo>
                  <a:cubicBezTo>
                    <a:pt x="130810" y="9271"/>
                    <a:pt x="135890" y="12065"/>
                    <a:pt x="140843" y="15367"/>
                  </a:cubicBezTo>
                  <a:cubicBezTo>
                    <a:pt x="145796" y="18669"/>
                    <a:pt x="150368" y="22479"/>
                    <a:pt x="154559" y="26670"/>
                  </a:cubicBezTo>
                  <a:cubicBezTo>
                    <a:pt x="158750" y="30861"/>
                    <a:pt x="162560" y="35433"/>
                    <a:pt x="165862" y="40386"/>
                  </a:cubicBezTo>
                  <a:cubicBezTo>
                    <a:pt x="169164" y="45339"/>
                    <a:pt x="171958" y="50546"/>
                    <a:pt x="174244" y="56007"/>
                  </a:cubicBezTo>
                  <a:cubicBezTo>
                    <a:pt x="176530" y="61468"/>
                    <a:pt x="178181" y="67183"/>
                    <a:pt x="179451" y="73025"/>
                  </a:cubicBezTo>
                  <a:cubicBezTo>
                    <a:pt x="180721" y="78867"/>
                    <a:pt x="181229" y="84709"/>
                    <a:pt x="181229" y="90678"/>
                  </a:cubicBezTo>
                  <a:close/>
                </a:path>
              </a:pathLst>
            </a:custGeom>
            <a:solidFill>
              <a:srgbClr val="00679B"/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1542488" y="9501035"/>
            <a:ext cx="180975" cy="180975"/>
            <a:chOff x="0" y="0"/>
            <a:chExt cx="180975" cy="180975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81229" cy="181102"/>
            </a:xfrm>
            <a:custGeom>
              <a:avLst/>
              <a:gdLst/>
              <a:ahLst/>
              <a:cxnLst/>
              <a:rect l="l" t="t" r="r" b="b"/>
              <a:pathLst>
                <a:path w="181229" h="181102">
                  <a:moveTo>
                    <a:pt x="180975" y="90424"/>
                  </a:moveTo>
                  <a:cubicBezTo>
                    <a:pt x="180975" y="96393"/>
                    <a:pt x="180340" y="102235"/>
                    <a:pt x="179197" y="108077"/>
                  </a:cubicBezTo>
                  <a:cubicBezTo>
                    <a:pt x="178054" y="113919"/>
                    <a:pt x="176276" y="119507"/>
                    <a:pt x="173990" y="125095"/>
                  </a:cubicBezTo>
                  <a:cubicBezTo>
                    <a:pt x="171704" y="130683"/>
                    <a:pt x="168910" y="135763"/>
                    <a:pt x="165608" y="140716"/>
                  </a:cubicBezTo>
                  <a:cubicBezTo>
                    <a:pt x="162306" y="145669"/>
                    <a:pt x="158496" y="150241"/>
                    <a:pt x="154305" y="154432"/>
                  </a:cubicBezTo>
                  <a:cubicBezTo>
                    <a:pt x="150114" y="158623"/>
                    <a:pt x="145542" y="162433"/>
                    <a:pt x="140589" y="165735"/>
                  </a:cubicBezTo>
                  <a:cubicBezTo>
                    <a:pt x="135636" y="169037"/>
                    <a:pt x="130429" y="171831"/>
                    <a:pt x="124968" y="174117"/>
                  </a:cubicBezTo>
                  <a:cubicBezTo>
                    <a:pt x="119507" y="176403"/>
                    <a:pt x="113792" y="178054"/>
                    <a:pt x="107950" y="179324"/>
                  </a:cubicBezTo>
                  <a:cubicBezTo>
                    <a:pt x="102108" y="180594"/>
                    <a:pt x="96266" y="181102"/>
                    <a:pt x="90297" y="181102"/>
                  </a:cubicBezTo>
                  <a:cubicBezTo>
                    <a:pt x="84328" y="181102"/>
                    <a:pt x="78486" y="180467"/>
                    <a:pt x="72644" y="179324"/>
                  </a:cubicBezTo>
                  <a:cubicBezTo>
                    <a:pt x="66802" y="178181"/>
                    <a:pt x="61214" y="176403"/>
                    <a:pt x="55626" y="174117"/>
                  </a:cubicBezTo>
                  <a:cubicBezTo>
                    <a:pt x="50038" y="171831"/>
                    <a:pt x="44958" y="169037"/>
                    <a:pt x="40005" y="165735"/>
                  </a:cubicBezTo>
                  <a:cubicBezTo>
                    <a:pt x="35052" y="162433"/>
                    <a:pt x="30480" y="158623"/>
                    <a:pt x="26289" y="154432"/>
                  </a:cubicBezTo>
                  <a:cubicBezTo>
                    <a:pt x="22098" y="150241"/>
                    <a:pt x="18288" y="145669"/>
                    <a:pt x="14986" y="140716"/>
                  </a:cubicBezTo>
                  <a:cubicBezTo>
                    <a:pt x="11684" y="135763"/>
                    <a:pt x="8890" y="130556"/>
                    <a:pt x="6604" y="125095"/>
                  </a:cubicBezTo>
                  <a:cubicBezTo>
                    <a:pt x="4318" y="119634"/>
                    <a:pt x="2921" y="113919"/>
                    <a:pt x="1778" y="108077"/>
                  </a:cubicBezTo>
                  <a:cubicBezTo>
                    <a:pt x="635" y="102235"/>
                    <a:pt x="0" y="96393"/>
                    <a:pt x="0" y="90424"/>
                  </a:cubicBezTo>
                  <a:cubicBezTo>
                    <a:pt x="0" y="84455"/>
                    <a:pt x="635" y="78613"/>
                    <a:pt x="1778" y="72771"/>
                  </a:cubicBezTo>
                  <a:cubicBezTo>
                    <a:pt x="2921" y="66929"/>
                    <a:pt x="4572" y="61341"/>
                    <a:pt x="6858" y="55880"/>
                  </a:cubicBezTo>
                  <a:cubicBezTo>
                    <a:pt x="9144" y="50419"/>
                    <a:pt x="11938" y="45212"/>
                    <a:pt x="15240" y="40259"/>
                  </a:cubicBezTo>
                  <a:cubicBezTo>
                    <a:pt x="18542" y="35306"/>
                    <a:pt x="22352" y="30734"/>
                    <a:pt x="26543" y="26543"/>
                  </a:cubicBezTo>
                  <a:cubicBezTo>
                    <a:pt x="30734" y="22352"/>
                    <a:pt x="35306" y="18542"/>
                    <a:pt x="40259" y="15240"/>
                  </a:cubicBezTo>
                  <a:cubicBezTo>
                    <a:pt x="45212" y="11938"/>
                    <a:pt x="50419" y="9144"/>
                    <a:pt x="55880" y="6858"/>
                  </a:cubicBezTo>
                  <a:cubicBezTo>
                    <a:pt x="61341" y="4572"/>
                    <a:pt x="67056" y="2921"/>
                    <a:pt x="72771" y="1778"/>
                  </a:cubicBezTo>
                  <a:cubicBezTo>
                    <a:pt x="78486" y="635"/>
                    <a:pt x="84582" y="0"/>
                    <a:pt x="90551" y="0"/>
                  </a:cubicBezTo>
                  <a:cubicBezTo>
                    <a:pt x="96520" y="0"/>
                    <a:pt x="102362" y="635"/>
                    <a:pt x="108204" y="1778"/>
                  </a:cubicBezTo>
                  <a:cubicBezTo>
                    <a:pt x="114046" y="2921"/>
                    <a:pt x="119634" y="4699"/>
                    <a:pt x="125222" y="6985"/>
                  </a:cubicBezTo>
                  <a:cubicBezTo>
                    <a:pt x="130810" y="9271"/>
                    <a:pt x="135890" y="12065"/>
                    <a:pt x="140843" y="15367"/>
                  </a:cubicBezTo>
                  <a:cubicBezTo>
                    <a:pt x="145796" y="18669"/>
                    <a:pt x="150368" y="22479"/>
                    <a:pt x="154559" y="26670"/>
                  </a:cubicBezTo>
                  <a:cubicBezTo>
                    <a:pt x="158750" y="30861"/>
                    <a:pt x="162560" y="35433"/>
                    <a:pt x="165862" y="40386"/>
                  </a:cubicBezTo>
                  <a:cubicBezTo>
                    <a:pt x="169164" y="45339"/>
                    <a:pt x="171958" y="50546"/>
                    <a:pt x="174244" y="56007"/>
                  </a:cubicBezTo>
                  <a:cubicBezTo>
                    <a:pt x="176530" y="61468"/>
                    <a:pt x="178181" y="67183"/>
                    <a:pt x="179451" y="73025"/>
                  </a:cubicBezTo>
                  <a:cubicBezTo>
                    <a:pt x="180721" y="78867"/>
                    <a:pt x="181229" y="84709"/>
                    <a:pt x="181229" y="90678"/>
                  </a:cubicBezTo>
                  <a:close/>
                </a:path>
              </a:pathLst>
            </a:custGeom>
            <a:solidFill>
              <a:srgbClr val="00679B"/>
            </a:solidFill>
          </p:spPr>
        </p:sp>
      </p:grpSp>
      <p:sp>
        <p:nvSpPr>
          <p:cNvPr id="14" name="Freeform 14"/>
          <p:cNvSpPr/>
          <p:nvPr/>
        </p:nvSpPr>
        <p:spPr>
          <a:xfrm>
            <a:off x="1078821" y="1812836"/>
            <a:ext cx="12488475" cy="174527"/>
          </a:xfrm>
          <a:custGeom>
            <a:avLst/>
            <a:gdLst/>
            <a:ahLst/>
            <a:cxnLst/>
            <a:rect l="l" t="t" r="r" b="b"/>
            <a:pathLst>
              <a:path w="12488475" h="174527">
                <a:moveTo>
                  <a:pt x="0" y="0"/>
                </a:moveTo>
                <a:lnTo>
                  <a:pt x="12488475" y="0"/>
                </a:lnTo>
                <a:lnTo>
                  <a:pt x="12488475" y="174527"/>
                </a:lnTo>
                <a:lnTo>
                  <a:pt x="0" y="17452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745912" y="2544909"/>
            <a:ext cx="13382187" cy="11174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23"/>
              </a:lnSpc>
            </a:pPr>
            <a:r>
              <a:rPr lang="en-US" sz="4800">
                <a:solidFill>
                  <a:srgbClr val="00679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IEEE was formed due to the rapid growth in fields of such as: 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66198" y="3994317"/>
            <a:ext cx="12913719" cy="29546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/>
            <a:r>
              <a:rPr lang="en-US" sz="4800" dirty="0">
                <a:solidFill>
                  <a:srgbClr val="00679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Electrical engineering, Electronics Telecommunication, Computer science </a:t>
            </a:r>
          </a:p>
          <a:p>
            <a:pPr algn="l"/>
            <a:r>
              <a:rPr lang="en-US" sz="4800" b="1" dirty="0">
                <a:solidFill>
                  <a:srgbClr val="00679B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Main fields of interests: </a:t>
            </a:r>
          </a:p>
          <a:p>
            <a:pPr algn="l"/>
            <a:r>
              <a:rPr lang="en-US" sz="4800" dirty="0">
                <a:solidFill>
                  <a:srgbClr val="00679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IEEE covers more than 40 technical areas including: 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972304" y="7058139"/>
            <a:ext cx="5733364" cy="29546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/>
            <a:r>
              <a:rPr lang="en-US" sz="4800" dirty="0">
                <a:solidFill>
                  <a:srgbClr val="00679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</a:t>
            </a:r>
          </a:p>
          <a:p>
            <a:pPr algn="l"/>
            <a:r>
              <a:rPr lang="en-US" sz="4800" dirty="0">
                <a:solidFill>
                  <a:srgbClr val="00679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Robotics </a:t>
            </a:r>
          </a:p>
          <a:p>
            <a:pPr algn="l"/>
            <a:r>
              <a:rPr lang="en-US" sz="4800" dirty="0">
                <a:solidFill>
                  <a:srgbClr val="00679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Computer engineering </a:t>
            </a:r>
          </a:p>
          <a:p>
            <a:pPr algn="l"/>
            <a:r>
              <a:rPr lang="en-US" sz="4800" dirty="0">
                <a:solidFill>
                  <a:srgbClr val="00679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Telecommunication 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156630" y="959729"/>
            <a:ext cx="8018421" cy="962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139"/>
              </a:lnSpc>
            </a:pPr>
            <a:r>
              <a:rPr lang="en-US" sz="5100" b="1">
                <a:solidFill>
                  <a:srgbClr val="00679B"/>
                </a:solidFill>
                <a:latin typeface="Poppins Bold"/>
                <a:ea typeface="Poppins Bold"/>
                <a:cs typeface="Poppins Bold"/>
                <a:sym typeface="Poppins Bold"/>
              </a:rPr>
              <a:t>Why Was IEEE Created?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314104" y="9387802"/>
            <a:ext cx="2375478" cy="703031"/>
            <a:chOff x="0" y="0"/>
            <a:chExt cx="3167304" cy="93737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167253" cy="937387"/>
            </a:xfrm>
            <a:custGeom>
              <a:avLst/>
              <a:gdLst/>
              <a:ahLst/>
              <a:cxnLst/>
              <a:rect l="l" t="t" r="r" b="b"/>
              <a:pathLst>
                <a:path w="3167253" h="937387">
                  <a:moveTo>
                    <a:pt x="0" y="0"/>
                  </a:moveTo>
                  <a:lnTo>
                    <a:pt x="3167253" y="0"/>
                  </a:lnTo>
                  <a:lnTo>
                    <a:pt x="3167253" y="937387"/>
                  </a:lnTo>
                  <a:lnTo>
                    <a:pt x="0" y="9373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1" b="1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5657" cy="2075878"/>
            <a:chOff x="0" y="0"/>
            <a:chExt cx="24380876" cy="276783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0825" cy="2767838"/>
            </a:xfrm>
            <a:custGeom>
              <a:avLst/>
              <a:gdLst/>
              <a:ahLst/>
              <a:cxnLst/>
              <a:rect l="l" t="t" r="r" b="b"/>
              <a:pathLst>
                <a:path w="24380825" h="2767838">
                  <a:moveTo>
                    <a:pt x="0" y="0"/>
                  </a:moveTo>
                  <a:lnTo>
                    <a:pt x="24380825" y="0"/>
                  </a:lnTo>
                  <a:lnTo>
                    <a:pt x="24380825" y="2767838"/>
                  </a:lnTo>
                  <a:lnTo>
                    <a:pt x="0" y="27678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sp>
        <p:nvSpPr>
          <p:cNvPr id="6" name="Freeform 6"/>
          <p:cNvSpPr/>
          <p:nvPr/>
        </p:nvSpPr>
        <p:spPr>
          <a:xfrm>
            <a:off x="1078821" y="1812836"/>
            <a:ext cx="12488475" cy="174527"/>
          </a:xfrm>
          <a:custGeom>
            <a:avLst/>
            <a:gdLst/>
            <a:ahLst/>
            <a:cxnLst/>
            <a:rect l="l" t="t" r="r" b="b"/>
            <a:pathLst>
              <a:path w="12488475" h="174527">
                <a:moveTo>
                  <a:pt x="0" y="0"/>
                </a:moveTo>
                <a:lnTo>
                  <a:pt x="12488475" y="0"/>
                </a:lnTo>
                <a:lnTo>
                  <a:pt x="12488475" y="174527"/>
                </a:lnTo>
                <a:lnTo>
                  <a:pt x="0" y="17452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1619250" y="7632430"/>
            <a:ext cx="180975" cy="180975"/>
            <a:chOff x="0" y="0"/>
            <a:chExt cx="180975" cy="18097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81102" cy="181102"/>
            </a:xfrm>
            <a:custGeom>
              <a:avLst/>
              <a:gdLst/>
              <a:ahLst/>
              <a:cxnLst/>
              <a:rect l="l" t="t" r="r" b="b"/>
              <a:pathLst>
                <a:path w="181102" h="181102">
                  <a:moveTo>
                    <a:pt x="180975" y="90424"/>
                  </a:moveTo>
                  <a:cubicBezTo>
                    <a:pt x="180975" y="96393"/>
                    <a:pt x="180340" y="102235"/>
                    <a:pt x="179197" y="108077"/>
                  </a:cubicBezTo>
                  <a:cubicBezTo>
                    <a:pt x="178054" y="113919"/>
                    <a:pt x="176276" y="119507"/>
                    <a:pt x="173990" y="125095"/>
                  </a:cubicBezTo>
                  <a:cubicBezTo>
                    <a:pt x="171704" y="130683"/>
                    <a:pt x="168910" y="135763"/>
                    <a:pt x="165608" y="140716"/>
                  </a:cubicBezTo>
                  <a:cubicBezTo>
                    <a:pt x="162306" y="145669"/>
                    <a:pt x="158496" y="150241"/>
                    <a:pt x="154305" y="154432"/>
                  </a:cubicBezTo>
                  <a:cubicBezTo>
                    <a:pt x="150114" y="158623"/>
                    <a:pt x="145542" y="162433"/>
                    <a:pt x="140589" y="165735"/>
                  </a:cubicBezTo>
                  <a:cubicBezTo>
                    <a:pt x="135636" y="169037"/>
                    <a:pt x="130429" y="171831"/>
                    <a:pt x="124968" y="174117"/>
                  </a:cubicBezTo>
                  <a:cubicBezTo>
                    <a:pt x="119507" y="176403"/>
                    <a:pt x="113792" y="178054"/>
                    <a:pt x="107950" y="179324"/>
                  </a:cubicBezTo>
                  <a:cubicBezTo>
                    <a:pt x="102108" y="180594"/>
                    <a:pt x="96266" y="181102"/>
                    <a:pt x="90297" y="181102"/>
                  </a:cubicBezTo>
                  <a:cubicBezTo>
                    <a:pt x="84328" y="181102"/>
                    <a:pt x="78486" y="180467"/>
                    <a:pt x="72644" y="179324"/>
                  </a:cubicBezTo>
                  <a:cubicBezTo>
                    <a:pt x="66802" y="178181"/>
                    <a:pt x="61214" y="176403"/>
                    <a:pt x="55626" y="174117"/>
                  </a:cubicBezTo>
                  <a:cubicBezTo>
                    <a:pt x="50038" y="171831"/>
                    <a:pt x="44958" y="169037"/>
                    <a:pt x="40005" y="165735"/>
                  </a:cubicBezTo>
                  <a:cubicBezTo>
                    <a:pt x="35052" y="162433"/>
                    <a:pt x="30480" y="158623"/>
                    <a:pt x="26289" y="154432"/>
                  </a:cubicBezTo>
                  <a:cubicBezTo>
                    <a:pt x="22098" y="150241"/>
                    <a:pt x="18288" y="145669"/>
                    <a:pt x="14986" y="140716"/>
                  </a:cubicBezTo>
                  <a:cubicBezTo>
                    <a:pt x="11684" y="135763"/>
                    <a:pt x="8890" y="130556"/>
                    <a:pt x="6604" y="125095"/>
                  </a:cubicBezTo>
                  <a:cubicBezTo>
                    <a:pt x="4318" y="119634"/>
                    <a:pt x="2921" y="113919"/>
                    <a:pt x="1778" y="108077"/>
                  </a:cubicBezTo>
                  <a:cubicBezTo>
                    <a:pt x="635" y="102235"/>
                    <a:pt x="0" y="96393"/>
                    <a:pt x="0" y="90424"/>
                  </a:cubicBezTo>
                  <a:cubicBezTo>
                    <a:pt x="0" y="84455"/>
                    <a:pt x="635" y="78613"/>
                    <a:pt x="1778" y="72771"/>
                  </a:cubicBezTo>
                  <a:cubicBezTo>
                    <a:pt x="2921" y="66929"/>
                    <a:pt x="4572" y="61341"/>
                    <a:pt x="6858" y="55880"/>
                  </a:cubicBezTo>
                  <a:cubicBezTo>
                    <a:pt x="9144" y="50419"/>
                    <a:pt x="11938" y="45212"/>
                    <a:pt x="15240" y="40259"/>
                  </a:cubicBezTo>
                  <a:cubicBezTo>
                    <a:pt x="18542" y="35306"/>
                    <a:pt x="22352" y="30734"/>
                    <a:pt x="26543" y="26543"/>
                  </a:cubicBezTo>
                  <a:cubicBezTo>
                    <a:pt x="30734" y="22352"/>
                    <a:pt x="35306" y="18542"/>
                    <a:pt x="40259" y="15240"/>
                  </a:cubicBezTo>
                  <a:cubicBezTo>
                    <a:pt x="45212" y="11938"/>
                    <a:pt x="50419" y="9144"/>
                    <a:pt x="55880" y="6858"/>
                  </a:cubicBezTo>
                  <a:cubicBezTo>
                    <a:pt x="61341" y="4572"/>
                    <a:pt x="67056" y="2921"/>
                    <a:pt x="72771" y="1778"/>
                  </a:cubicBezTo>
                  <a:cubicBezTo>
                    <a:pt x="78486" y="635"/>
                    <a:pt x="84582" y="0"/>
                    <a:pt x="90424" y="0"/>
                  </a:cubicBezTo>
                  <a:cubicBezTo>
                    <a:pt x="96266" y="0"/>
                    <a:pt x="102235" y="635"/>
                    <a:pt x="108077" y="1778"/>
                  </a:cubicBezTo>
                  <a:cubicBezTo>
                    <a:pt x="113919" y="2921"/>
                    <a:pt x="119507" y="4699"/>
                    <a:pt x="125095" y="6985"/>
                  </a:cubicBezTo>
                  <a:cubicBezTo>
                    <a:pt x="130683" y="9271"/>
                    <a:pt x="135763" y="12065"/>
                    <a:pt x="140716" y="15367"/>
                  </a:cubicBezTo>
                  <a:cubicBezTo>
                    <a:pt x="145669" y="18669"/>
                    <a:pt x="150241" y="22479"/>
                    <a:pt x="154432" y="26670"/>
                  </a:cubicBezTo>
                  <a:cubicBezTo>
                    <a:pt x="158623" y="30861"/>
                    <a:pt x="162433" y="35433"/>
                    <a:pt x="165735" y="40386"/>
                  </a:cubicBezTo>
                  <a:cubicBezTo>
                    <a:pt x="169037" y="45339"/>
                    <a:pt x="171831" y="50546"/>
                    <a:pt x="174117" y="56007"/>
                  </a:cubicBezTo>
                  <a:cubicBezTo>
                    <a:pt x="176403" y="61468"/>
                    <a:pt x="178054" y="67183"/>
                    <a:pt x="179324" y="73025"/>
                  </a:cubicBezTo>
                  <a:cubicBezTo>
                    <a:pt x="180594" y="78867"/>
                    <a:pt x="181102" y="84709"/>
                    <a:pt x="181102" y="90678"/>
                  </a:cubicBezTo>
                  <a:close/>
                </a:path>
              </a:pathLst>
            </a:custGeom>
            <a:solidFill>
              <a:srgbClr val="00679B"/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1619250" y="8289655"/>
            <a:ext cx="180975" cy="180975"/>
            <a:chOff x="0" y="0"/>
            <a:chExt cx="180975" cy="18097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81102" cy="181102"/>
            </a:xfrm>
            <a:custGeom>
              <a:avLst/>
              <a:gdLst/>
              <a:ahLst/>
              <a:cxnLst/>
              <a:rect l="l" t="t" r="r" b="b"/>
              <a:pathLst>
                <a:path w="181102" h="181102">
                  <a:moveTo>
                    <a:pt x="180975" y="90424"/>
                  </a:moveTo>
                  <a:cubicBezTo>
                    <a:pt x="180975" y="96393"/>
                    <a:pt x="180340" y="102235"/>
                    <a:pt x="179197" y="108077"/>
                  </a:cubicBezTo>
                  <a:cubicBezTo>
                    <a:pt x="178054" y="113919"/>
                    <a:pt x="176276" y="119507"/>
                    <a:pt x="173990" y="125095"/>
                  </a:cubicBezTo>
                  <a:cubicBezTo>
                    <a:pt x="171704" y="130683"/>
                    <a:pt x="168910" y="135763"/>
                    <a:pt x="165608" y="140716"/>
                  </a:cubicBezTo>
                  <a:cubicBezTo>
                    <a:pt x="162306" y="145669"/>
                    <a:pt x="158496" y="150241"/>
                    <a:pt x="154305" y="154432"/>
                  </a:cubicBezTo>
                  <a:cubicBezTo>
                    <a:pt x="150114" y="158623"/>
                    <a:pt x="145542" y="162433"/>
                    <a:pt x="140589" y="165735"/>
                  </a:cubicBezTo>
                  <a:cubicBezTo>
                    <a:pt x="135636" y="169037"/>
                    <a:pt x="130429" y="171831"/>
                    <a:pt x="124968" y="174117"/>
                  </a:cubicBezTo>
                  <a:cubicBezTo>
                    <a:pt x="119507" y="176403"/>
                    <a:pt x="113792" y="178054"/>
                    <a:pt x="107950" y="179324"/>
                  </a:cubicBezTo>
                  <a:cubicBezTo>
                    <a:pt x="102108" y="180594"/>
                    <a:pt x="96266" y="181102"/>
                    <a:pt x="90297" y="181102"/>
                  </a:cubicBezTo>
                  <a:cubicBezTo>
                    <a:pt x="84328" y="181102"/>
                    <a:pt x="78486" y="180467"/>
                    <a:pt x="72644" y="179324"/>
                  </a:cubicBezTo>
                  <a:cubicBezTo>
                    <a:pt x="66802" y="178181"/>
                    <a:pt x="61214" y="176403"/>
                    <a:pt x="55626" y="174117"/>
                  </a:cubicBezTo>
                  <a:cubicBezTo>
                    <a:pt x="50038" y="171831"/>
                    <a:pt x="44958" y="169037"/>
                    <a:pt x="40005" y="165735"/>
                  </a:cubicBezTo>
                  <a:cubicBezTo>
                    <a:pt x="35052" y="162433"/>
                    <a:pt x="30480" y="158623"/>
                    <a:pt x="26289" y="154432"/>
                  </a:cubicBezTo>
                  <a:cubicBezTo>
                    <a:pt x="22098" y="150241"/>
                    <a:pt x="18288" y="145669"/>
                    <a:pt x="14986" y="140716"/>
                  </a:cubicBezTo>
                  <a:cubicBezTo>
                    <a:pt x="11684" y="135763"/>
                    <a:pt x="8890" y="130556"/>
                    <a:pt x="6604" y="125095"/>
                  </a:cubicBezTo>
                  <a:cubicBezTo>
                    <a:pt x="4318" y="119634"/>
                    <a:pt x="2921" y="113919"/>
                    <a:pt x="1778" y="108204"/>
                  </a:cubicBezTo>
                  <a:cubicBezTo>
                    <a:pt x="635" y="102489"/>
                    <a:pt x="0" y="96393"/>
                    <a:pt x="0" y="90424"/>
                  </a:cubicBezTo>
                  <a:cubicBezTo>
                    <a:pt x="0" y="84455"/>
                    <a:pt x="635" y="78613"/>
                    <a:pt x="1778" y="72771"/>
                  </a:cubicBezTo>
                  <a:cubicBezTo>
                    <a:pt x="2921" y="66929"/>
                    <a:pt x="4572" y="61341"/>
                    <a:pt x="6858" y="55880"/>
                  </a:cubicBezTo>
                  <a:cubicBezTo>
                    <a:pt x="9144" y="50419"/>
                    <a:pt x="11938" y="45212"/>
                    <a:pt x="15240" y="40259"/>
                  </a:cubicBezTo>
                  <a:cubicBezTo>
                    <a:pt x="18542" y="35306"/>
                    <a:pt x="22352" y="30734"/>
                    <a:pt x="26543" y="26543"/>
                  </a:cubicBezTo>
                  <a:cubicBezTo>
                    <a:pt x="30734" y="22352"/>
                    <a:pt x="35306" y="18542"/>
                    <a:pt x="40259" y="15240"/>
                  </a:cubicBezTo>
                  <a:cubicBezTo>
                    <a:pt x="45212" y="11938"/>
                    <a:pt x="50419" y="9144"/>
                    <a:pt x="55880" y="6858"/>
                  </a:cubicBezTo>
                  <a:cubicBezTo>
                    <a:pt x="61341" y="4572"/>
                    <a:pt x="67056" y="2921"/>
                    <a:pt x="72771" y="1778"/>
                  </a:cubicBezTo>
                  <a:cubicBezTo>
                    <a:pt x="78486" y="635"/>
                    <a:pt x="84582" y="0"/>
                    <a:pt x="90424" y="0"/>
                  </a:cubicBezTo>
                  <a:cubicBezTo>
                    <a:pt x="96266" y="0"/>
                    <a:pt x="102235" y="635"/>
                    <a:pt x="108077" y="1778"/>
                  </a:cubicBezTo>
                  <a:cubicBezTo>
                    <a:pt x="113919" y="2921"/>
                    <a:pt x="119507" y="4699"/>
                    <a:pt x="125095" y="6985"/>
                  </a:cubicBezTo>
                  <a:cubicBezTo>
                    <a:pt x="130683" y="9271"/>
                    <a:pt x="135763" y="12065"/>
                    <a:pt x="140716" y="15367"/>
                  </a:cubicBezTo>
                  <a:cubicBezTo>
                    <a:pt x="145669" y="18669"/>
                    <a:pt x="150241" y="22479"/>
                    <a:pt x="154432" y="26670"/>
                  </a:cubicBezTo>
                  <a:cubicBezTo>
                    <a:pt x="158623" y="30861"/>
                    <a:pt x="162433" y="35433"/>
                    <a:pt x="165735" y="40386"/>
                  </a:cubicBezTo>
                  <a:cubicBezTo>
                    <a:pt x="169037" y="45339"/>
                    <a:pt x="171831" y="50546"/>
                    <a:pt x="174117" y="56007"/>
                  </a:cubicBezTo>
                  <a:cubicBezTo>
                    <a:pt x="176403" y="61468"/>
                    <a:pt x="178054" y="67183"/>
                    <a:pt x="179324" y="73025"/>
                  </a:cubicBezTo>
                  <a:cubicBezTo>
                    <a:pt x="180594" y="78867"/>
                    <a:pt x="181102" y="84709"/>
                    <a:pt x="181102" y="90678"/>
                  </a:cubicBezTo>
                  <a:close/>
                </a:path>
              </a:pathLst>
            </a:custGeom>
            <a:solidFill>
              <a:srgbClr val="00679B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1619250" y="8946880"/>
            <a:ext cx="180975" cy="180975"/>
            <a:chOff x="0" y="0"/>
            <a:chExt cx="180975" cy="180975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81102" cy="181102"/>
            </a:xfrm>
            <a:custGeom>
              <a:avLst/>
              <a:gdLst/>
              <a:ahLst/>
              <a:cxnLst/>
              <a:rect l="l" t="t" r="r" b="b"/>
              <a:pathLst>
                <a:path w="181102" h="181102">
                  <a:moveTo>
                    <a:pt x="180975" y="90424"/>
                  </a:moveTo>
                  <a:cubicBezTo>
                    <a:pt x="180975" y="96393"/>
                    <a:pt x="180340" y="102235"/>
                    <a:pt x="179197" y="108077"/>
                  </a:cubicBezTo>
                  <a:cubicBezTo>
                    <a:pt x="178054" y="113919"/>
                    <a:pt x="176276" y="119507"/>
                    <a:pt x="173990" y="125095"/>
                  </a:cubicBezTo>
                  <a:cubicBezTo>
                    <a:pt x="171704" y="130683"/>
                    <a:pt x="168910" y="135763"/>
                    <a:pt x="165608" y="140716"/>
                  </a:cubicBezTo>
                  <a:cubicBezTo>
                    <a:pt x="162306" y="145669"/>
                    <a:pt x="158496" y="150241"/>
                    <a:pt x="154305" y="154432"/>
                  </a:cubicBezTo>
                  <a:cubicBezTo>
                    <a:pt x="150114" y="158623"/>
                    <a:pt x="145542" y="162433"/>
                    <a:pt x="140589" y="165735"/>
                  </a:cubicBezTo>
                  <a:cubicBezTo>
                    <a:pt x="135636" y="169037"/>
                    <a:pt x="130429" y="171831"/>
                    <a:pt x="124968" y="174117"/>
                  </a:cubicBezTo>
                  <a:cubicBezTo>
                    <a:pt x="119507" y="176403"/>
                    <a:pt x="113792" y="178054"/>
                    <a:pt x="107950" y="179324"/>
                  </a:cubicBezTo>
                  <a:cubicBezTo>
                    <a:pt x="102108" y="180594"/>
                    <a:pt x="96266" y="181102"/>
                    <a:pt x="90297" y="181102"/>
                  </a:cubicBezTo>
                  <a:cubicBezTo>
                    <a:pt x="84328" y="181102"/>
                    <a:pt x="78486" y="180467"/>
                    <a:pt x="72644" y="179324"/>
                  </a:cubicBezTo>
                  <a:cubicBezTo>
                    <a:pt x="66802" y="178181"/>
                    <a:pt x="61214" y="176403"/>
                    <a:pt x="55626" y="174117"/>
                  </a:cubicBezTo>
                  <a:cubicBezTo>
                    <a:pt x="50038" y="171831"/>
                    <a:pt x="44958" y="169037"/>
                    <a:pt x="40005" y="165735"/>
                  </a:cubicBezTo>
                  <a:cubicBezTo>
                    <a:pt x="35052" y="162433"/>
                    <a:pt x="30480" y="158623"/>
                    <a:pt x="26289" y="154432"/>
                  </a:cubicBezTo>
                  <a:cubicBezTo>
                    <a:pt x="22098" y="150241"/>
                    <a:pt x="18288" y="145669"/>
                    <a:pt x="14986" y="140716"/>
                  </a:cubicBezTo>
                  <a:cubicBezTo>
                    <a:pt x="11684" y="135763"/>
                    <a:pt x="8890" y="130556"/>
                    <a:pt x="6604" y="125095"/>
                  </a:cubicBezTo>
                  <a:cubicBezTo>
                    <a:pt x="4318" y="119634"/>
                    <a:pt x="2921" y="113919"/>
                    <a:pt x="1778" y="108204"/>
                  </a:cubicBezTo>
                  <a:cubicBezTo>
                    <a:pt x="635" y="102489"/>
                    <a:pt x="0" y="96393"/>
                    <a:pt x="0" y="90424"/>
                  </a:cubicBezTo>
                  <a:cubicBezTo>
                    <a:pt x="0" y="84455"/>
                    <a:pt x="635" y="78613"/>
                    <a:pt x="1778" y="72771"/>
                  </a:cubicBezTo>
                  <a:cubicBezTo>
                    <a:pt x="2921" y="66929"/>
                    <a:pt x="4572" y="61341"/>
                    <a:pt x="6858" y="55880"/>
                  </a:cubicBezTo>
                  <a:cubicBezTo>
                    <a:pt x="9144" y="50419"/>
                    <a:pt x="11938" y="45212"/>
                    <a:pt x="15240" y="40259"/>
                  </a:cubicBezTo>
                  <a:cubicBezTo>
                    <a:pt x="18542" y="35306"/>
                    <a:pt x="22352" y="30734"/>
                    <a:pt x="26543" y="26543"/>
                  </a:cubicBezTo>
                  <a:cubicBezTo>
                    <a:pt x="30734" y="22352"/>
                    <a:pt x="35306" y="18542"/>
                    <a:pt x="40259" y="15240"/>
                  </a:cubicBezTo>
                  <a:cubicBezTo>
                    <a:pt x="45212" y="11938"/>
                    <a:pt x="50419" y="9144"/>
                    <a:pt x="55880" y="6858"/>
                  </a:cubicBezTo>
                  <a:cubicBezTo>
                    <a:pt x="61341" y="4572"/>
                    <a:pt x="67056" y="2921"/>
                    <a:pt x="72771" y="1778"/>
                  </a:cubicBezTo>
                  <a:cubicBezTo>
                    <a:pt x="78486" y="635"/>
                    <a:pt x="84582" y="0"/>
                    <a:pt x="90424" y="0"/>
                  </a:cubicBezTo>
                  <a:cubicBezTo>
                    <a:pt x="96266" y="0"/>
                    <a:pt x="102235" y="635"/>
                    <a:pt x="108077" y="1778"/>
                  </a:cubicBezTo>
                  <a:cubicBezTo>
                    <a:pt x="113919" y="2921"/>
                    <a:pt x="119507" y="4699"/>
                    <a:pt x="125095" y="6985"/>
                  </a:cubicBezTo>
                  <a:cubicBezTo>
                    <a:pt x="130683" y="9271"/>
                    <a:pt x="135763" y="12065"/>
                    <a:pt x="140716" y="15367"/>
                  </a:cubicBezTo>
                  <a:cubicBezTo>
                    <a:pt x="145669" y="18669"/>
                    <a:pt x="150241" y="22479"/>
                    <a:pt x="154432" y="26670"/>
                  </a:cubicBezTo>
                  <a:cubicBezTo>
                    <a:pt x="158623" y="30861"/>
                    <a:pt x="162433" y="35433"/>
                    <a:pt x="165735" y="40386"/>
                  </a:cubicBezTo>
                  <a:cubicBezTo>
                    <a:pt x="169037" y="45339"/>
                    <a:pt x="171831" y="50546"/>
                    <a:pt x="174117" y="56007"/>
                  </a:cubicBezTo>
                  <a:cubicBezTo>
                    <a:pt x="176403" y="61468"/>
                    <a:pt x="178054" y="67183"/>
                    <a:pt x="179324" y="73025"/>
                  </a:cubicBezTo>
                  <a:cubicBezTo>
                    <a:pt x="180594" y="78867"/>
                    <a:pt x="181102" y="84709"/>
                    <a:pt x="181102" y="90678"/>
                  </a:cubicBezTo>
                  <a:close/>
                </a:path>
              </a:pathLst>
            </a:custGeom>
            <a:solidFill>
              <a:srgbClr val="00679B"/>
            </a:solidFill>
          </p:spPr>
        </p:sp>
      </p:grpSp>
      <p:grpSp>
        <p:nvGrpSpPr>
          <p:cNvPr id="13" name="Group 13"/>
          <p:cNvGrpSpPr/>
          <p:nvPr/>
        </p:nvGrpSpPr>
        <p:grpSpPr>
          <a:xfrm>
            <a:off x="1619250" y="9604105"/>
            <a:ext cx="180975" cy="180975"/>
            <a:chOff x="0" y="0"/>
            <a:chExt cx="180975" cy="180975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81102" cy="181102"/>
            </a:xfrm>
            <a:custGeom>
              <a:avLst/>
              <a:gdLst/>
              <a:ahLst/>
              <a:cxnLst/>
              <a:rect l="l" t="t" r="r" b="b"/>
              <a:pathLst>
                <a:path w="181102" h="181102">
                  <a:moveTo>
                    <a:pt x="180975" y="90424"/>
                  </a:moveTo>
                  <a:cubicBezTo>
                    <a:pt x="180975" y="96393"/>
                    <a:pt x="180340" y="102235"/>
                    <a:pt x="179197" y="108077"/>
                  </a:cubicBezTo>
                  <a:cubicBezTo>
                    <a:pt x="178054" y="113919"/>
                    <a:pt x="176276" y="119507"/>
                    <a:pt x="173990" y="125095"/>
                  </a:cubicBezTo>
                  <a:cubicBezTo>
                    <a:pt x="171704" y="130683"/>
                    <a:pt x="168910" y="135763"/>
                    <a:pt x="165608" y="140716"/>
                  </a:cubicBezTo>
                  <a:cubicBezTo>
                    <a:pt x="162306" y="145669"/>
                    <a:pt x="158496" y="150241"/>
                    <a:pt x="154305" y="154432"/>
                  </a:cubicBezTo>
                  <a:cubicBezTo>
                    <a:pt x="150114" y="158623"/>
                    <a:pt x="145542" y="162433"/>
                    <a:pt x="140589" y="165735"/>
                  </a:cubicBezTo>
                  <a:cubicBezTo>
                    <a:pt x="135636" y="169037"/>
                    <a:pt x="130429" y="171831"/>
                    <a:pt x="124968" y="174117"/>
                  </a:cubicBezTo>
                  <a:cubicBezTo>
                    <a:pt x="119507" y="176403"/>
                    <a:pt x="113792" y="178054"/>
                    <a:pt x="107950" y="179324"/>
                  </a:cubicBezTo>
                  <a:cubicBezTo>
                    <a:pt x="102108" y="180594"/>
                    <a:pt x="96266" y="181102"/>
                    <a:pt x="90297" y="181102"/>
                  </a:cubicBezTo>
                  <a:cubicBezTo>
                    <a:pt x="84328" y="181102"/>
                    <a:pt x="78486" y="180467"/>
                    <a:pt x="72644" y="179324"/>
                  </a:cubicBezTo>
                  <a:cubicBezTo>
                    <a:pt x="66802" y="178181"/>
                    <a:pt x="61214" y="176403"/>
                    <a:pt x="55626" y="174117"/>
                  </a:cubicBezTo>
                  <a:cubicBezTo>
                    <a:pt x="50038" y="171831"/>
                    <a:pt x="44958" y="169037"/>
                    <a:pt x="40005" y="165735"/>
                  </a:cubicBezTo>
                  <a:cubicBezTo>
                    <a:pt x="35052" y="162433"/>
                    <a:pt x="30480" y="158623"/>
                    <a:pt x="26289" y="154432"/>
                  </a:cubicBezTo>
                  <a:cubicBezTo>
                    <a:pt x="22098" y="150241"/>
                    <a:pt x="18288" y="145669"/>
                    <a:pt x="14986" y="140716"/>
                  </a:cubicBezTo>
                  <a:cubicBezTo>
                    <a:pt x="11684" y="135763"/>
                    <a:pt x="8890" y="130556"/>
                    <a:pt x="6604" y="125095"/>
                  </a:cubicBezTo>
                  <a:cubicBezTo>
                    <a:pt x="4318" y="119634"/>
                    <a:pt x="2921" y="113919"/>
                    <a:pt x="1778" y="108077"/>
                  </a:cubicBezTo>
                  <a:cubicBezTo>
                    <a:pt x="635" y="102235"/>
                    <a:pt x="0" y="96393"/>
                    <a:pt x="0" y="90424"/>
                  </a:cubicBezTo>
                  <a:cubicBezTo>
                    <a:pt x="0" y="84455"/>
                    <a:pt x="635" y="78613"/>
                    <a:pt x="1778" y="72771"/>
                  </a:cubicBezTo>
                  <a:cubicBezTo>
                    <a:pt x="2921" y="66929"/>
                    <a:pt x="4572" y="61341"/>
                    <a:pt x="6858" y="55880"/>
                  </a:cubicBezTo>
                  <a:cubicBezTo>
                    <a:pt x="9144" y="50419"/>
                    <a:pt x="11938" y="45212"/>
                    <a:pt x="15240" y="40259"/>
                  </a:cubicBezTo>
                  <a:cubicBezTo>
                    <a:pt x="18542" y="35306"/>
                    <a:pt x="22352" y="30734"/>
                    <a:pt x="26543" y="26543"/>
                  </a:cubicBezTo>
                  <a:cubicBezTo>
                    <a:pt x="30734" y="22352"/>
                    <a:pt x="35306" y="18542"/>
                    <a:pt x="40259" y="15240"/>
                  </a:cubicBezTo>
                  <a:cubicBezTo>
                    <a:pt x="45212" y="11938"/>
                    <a:pt x="50419" y="9144"/>
                    <a:pt x="55880" y="6858"/>
                  </a:cubicBezTo>
                  <a:cubicBezTo>
                    <a:pt x="61341" y="4572"/>
                    <a:pt x="67056" y="2921"/>
                    <a:pt x="72771" y="1778"/>
                  </a:cubicBezTo>
                  <a:cubicBezTo>
                    <a:pt x="78486" y="635"/>
                    <a:pt x="84582" y="0"/>
                    <a:pt x="90424" y="0"/>
                  </a:cubicBezTo>
                  <a:cubicBezTo>
                    <a:pt x="96266" y="0"/>
                    <a:pt x="102235" y="635"/>
                    <a:pt x="108077" y="1778"/>
                  </a:cubicBezTo>
                  <a:cubicBezTo>
                    <a:pt x="113919" y="2921"/>
                    <a:pt x="119507" y="4699"/>
                    <a:pt x="125095" y="6985"/>
                  </a:cubicBezTo>
                  <a:cubicBezTo>
                    <a:pt x="130683" y="9271"/>
                    <a:pt x="135763" y="12065"/>
                    <a:pt x="140716" y="15367"/>
                  </a:cubicBezTo>
                  <a:cubicBezTo>
                    <a:pt x="145669" y="18669"/>
                    <a:pt x="150241" y="22479"/>
                    <a:pt x="154432" y="26670"/>
                  </a:cubicBezTo>
                  <a:cubicBezTo>
                    <a:pt x="158623" y="30861"/>
                    <a:pt x="162433" y="35433"/>
                    <a:pt x="165735" y="40386"/>
                  </a:cubicBezTo>
                  <a:cubicBezTo>
                    <a:pt x="169037" y="45339"/>
                    <a:pt x="171831" y="50546"/>
                    <a:pt x="174117" y="56007"/>
                  </a:cubicBezTo>
                  <a:cubicBezTo>
                    <a:pt x="176403" y="61468"/>
                    <a:pt x="178054" y="67183"/>
                    <a:pt x="179324" y="73025"/>
                  </a:cubicBezTo>
                  <a:cubicBezTo>
                    <a:pt x="180594" y="78867"/>
                    <a:pt x="181102" y="84709"/>
                    <a:pt x="181102" y="90678"/>
                  </a:cubicBezTo>
                  <a:close/>
                </a:path>
              </a:pathLst>
            </a:custGeom>
            <a:solidFill>
              <a:srgbClr val="00679B"/>
            </a:solidFill>
          </p:spPr>
        </p:sp>
      </p:grpSp>
      <p:grpSp>
        <p:nvGrpSpPr>
          <p:cNvPr id="15" name="Group 15"/>
          <p:cNvGrpSpPr/>
          <p:nvPr/>
        </p:nvGrpSpPr>
        <p:grpSpPr>
          <a:xfrm>
            <a:off x="1747199" y="3234909"/>
            <a:ext cx="180975" cy="180975"/>
            <a:chOff x="0" y="0"/>
            <a:chExt cx="180975" cy="180975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81102" cy="181102"/>
            </a:xfrm>
            <a:custGeom>
              <a:avLst/>
              <a:gdLst/>
              <a:ahLst/>
              <a:cxnLst/>
              <a:rect l="l" t="t" r="r" b="b"/>
              <a:pathLst>
                <a:path w="181102" h="181102">
                  <a:moveTo>
                    <a:pt x="180975" y="90424"/>
                  </a:moveTo>
                  <a:cubicBezTo>
                    <a:pt x="180975" y="96393"/>
                    <a:pt x="180340" y="102235"/>
                    <a:pt x="179197" y="108077"/>
                  </a:cubicBezTo>
                  <a:cubicBezTo>
                    <a:pt x="178054" y="113919"/>
                    <a:pt x="176276" y="119507"/>
                    <a:pt x="173990" y="125095"/>
                  </a:cubicBezTo>
                  <a:cubicBezTo>
                    <a:pt x="171704" y="130683"/>
                    <a:pt x="168910" y="135763"/>
                    <a:pt x="165608" y="140716"/>
                  </a:cubicBezTo>
                  <a:cubicBezTo>
                    <a:pt x="162306" y="145669"/>
                    <a:pt x="158496" y="150241"/>
                    <a:pt x="154305" y="154432"/>
                  </a:cubicBezTo>
                  <a:cubicBezTo>
                    <a:pt x="150114" y="158623"/>
                    <a:pt x="145542" y="162433"/>
                    <a:pt x="140589" y="165735"/>
                  </a:cubicBezTo>
                  <a:cubicBezTo>
                    <a:pt x="135636" y="169037"/>
                    <a:pt x="130429" y="171831"/>
                    <a:pt x="124968" y="174117"/>
                  </a:cubicBezTo>
                  <a:cubicBezTo>
                    <a:pt x="119507" y="176403"/>
                    <a:pt x="113792" y="178054"/>
                    <a:pt x="107950" y="179324"/>
                  </a:cubicBezTo>
                  <a:cubicBezTo>
                    <a:pt x="102108" y="180594"/>
                    <a:pt x="96266" y="181102"/>
                    <a:pt x="90297" y="181102"/>
                  </a:cubicBezTo>
                  <a:cubicBezTo>
                    <a:pt x="84328" y="181102"/>
                    <a:pt x="78486" y="180467"/>
                    <a:pt x="72644" y="179324"/>
                  </a:cubicBezTo>
                  <a:cubicBezTo>
                    <a:pt x="66802" y="178181"/>
                    <a:pt x="61214" y="176403"/>
                    <a:pt x="55626" y="174117"/>
                  </a:cubicBezTo>
                  <a:cubicBezTo>
                    <a:pt x="50038" y="171831"/>
                    <a:pt x="44958" y="169037"/>
                    <a:pt x="40005" y="165735"/>
                  </a:cubicBezTo>
                  <a:cubicBezTo>
                    <a:pt x="35052" y="162433"/>
                    <a:pt x="30480" y="158623"/>
                    <a:pt x="26289" y="154432"/>
                  </a:cubicBezTo>
                  <a:cubicBezTo>
                    <a:pt x="22098" y="150241"/>
                    <a:pt x="18288" y="145669"/>
                    <a:pt x="14986" y="140716"/>
                  </a:cubicBezTo>
                  <a:cubicBezTo>
                    <a:pt x="11684" y="135763"/>
                    <a:pt x="8890" y="130556"/>
                    <a:pt x="6604" y="125095"/>
                  </a:cubicBezTo>
                  <a:cubicBezTo>
                    <a:pt x="4318" y="119634"/>
                    <a:pt x="2921" y="113919"/>
                    <a:pt x="1778" y="108204"/>
                  </a:cubicBezTo>
                  <a:cubicBezTo>
                    <a:pt x="635" y="102489"/>
                    <a:pt x="0" y="96393"/>
                    <a:pt x="0" y="90424"/>
                  </a:cubicBezTo>
                  <a:cubicBezTo>
                    <a:pt x="0" y="84455"/>
                    <a:pt x="635" y="78613"/>
                    <a:pt x="1778" y="72771"/>
                  </a:cubicBezTo>
                  <a:cubicBezTo>
                    <a:pt x="2921" y="66929"/>
                    <a:pt x="4572" y="61341"/>
                    <a:pt x="6858" y="55880"/>
                  </a:cubicBezTo>
                  <a:cubicBezTo>
                    <a:pt x="9144" y="50419"/>
                    <a:pt x="11938" y="45212"/>
                    <a:pt x="15240" y="40259"/>
                  </a:cubicBezTo>
                  <a:cubicBezTo>
                    <a:pt x="18542" y="35306"/>
                    <a:pt x="22352" y="30734"/>
                    <a:pt x="26543" y="26543"/>
                  </a:cubicBezTo>
                  <a:cubicBezTo>
                    <a:pt x="30734" y="22352"/>
                    <a:pt x="35306" y="18542"/>
                    <a:pt x="40259" y="15240"/>
                  </a:cubicBezTo>
                  <a:cubicBezTo>
                    <a:pt x="45212" y="11938"/>
                    <a:pt x="50419" y="9144"/>
                    <a:pt x="55880" y="6858"/>
                  </a:cubicBezTo>
                  <a:cubicBezTo>
                    <a:pt x="61341" y="4572"/>
                    <a:pt x="67056" y="2921"/>
                    <a:pt x="72771" y="1778"/>
                  </a:cubicBezTo>
                  <a:cubicBezTo>
                    <a:pt x="78486" y="635"/>
                    <a:pt x="84582" y="0"/>
                    <a:pt x="90424" y="0"/>
                  </a:cubicBezTo>
                  <a:cubicBezTo>
                    <a:pt x="96266" y="0"/>
                    <a:pt x="102235" y="635"/>
                    <a:pt x="108077" y="1778"/>
                  </a:cubicBezTo>
                  <a:cubicBezTo>
                    <a:pt x="113919" y="2921"/>
                    <a:pt x="119507" y="4699"/>
                    <a:pt x="125095" y="6985"/>
                  </a:cubicBezTo>
                  <a:cubicBezTo>
                    <a:pt x="130683" y="9271"/>
                    <a:pt x="135763" y="12065"/>
                    <a:pt x="140716" y="15367"/>
                  </a:cubicBezTo>
                  <a:cubicBezTo>
                    <a:pt x="145669" y="18669"/>
                    <a:pt x="150241" y="22479"/>
                    <a:pt x="154432" y="26670"/>
                  </a:cubicBezTo>
                  <a:cubicBezTo>
                    <a:pt x="158623" y="30861"/>
                    <a:pt x="162433" y="35433"/>
                    <a:pt x="165735" y="40386"/>
                  </a:cubicBezTo>
                  <a:cubicBezTo>
                    <a:pt x="169037" y="45339"/>
                    <a:pt x="171831" y="50546"/>
                    <a:pt x="174117" y="56007"/>
                  </a:cubicBezTo>
                  <a:cubicBezTo>
                    <a:pt x="176403" y="61468"/>
                    <a:pt x="178054" y="67183"/>
                    <a:pt x="179324" y="73025"/>
                  </a:cubicBezTo>
                  <a:cubicBezTo>
                    <a:pt x="180594" y="78867"/>
                    <a:pt x="181102" y="84709"/>
                    <a:pt x="181102" y="90678"/>
                  </a:cubicBezTo>
                  <a:close/>
                </a:path>
              </a:pathLst>
            </a:custGeom>
            <a:solidFill>
              <a:srgbClr val="00679B"/>
            </a:solidFill>
          </p:spPr>
        </p:sp>
      </p:grpSp>
      <p:grpSp>
        <p:nvGrpSpPr>
          <p:cNvPr id="17" name="Group 17"/>
          <p:cNvGrpSpPr/>
          <p:nvPr/>
        </p:nvGrpSpPr>
        <p:grpSpPr>
          <a:xfrm>
            <a:off x="1747199" y="3892134"/>
            <a:ext cx="180975" cy="180975"/>
            <a:chOff x="0" y="0"/>
            <a:chExt cx="180975" cy="180975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81102" cy="181102"/>
            </a:xfrm>
            <a:custGeom>
              <a:avLst/>
              <a:gdLst/>
              <a:ahLst/>
              <a:cxnLst/>
              <a:rect l="l" t="t" r="r" b="b"/>
              <a:pathLst>
                <a:path w="181102" h="181102">
                  <a:moveTo>
                    <a:pt x="180975" y="90424"/>
                  </a:moveTo>
                  <a:cubicBezTo>
                    <a:pt x="180975" y="96393"/>
                    <a:pt x="180340" y="102235"/>
                    <a:pt x="179197" y="108077"/>
                  </a:cubicBezTo>
                  <a:cubicBezTo>
                    <a:pt x="178054" y="113919"/>
                    <a:pt x="176276" y="119507"/>
                    <a:pt x="173990" y="125095"/>
                  </a:cubicBezTo>
                  <a:cubicBezTo>
                    <a:pt x="171704" y="130683"/>
                    <a:pt x="168910" y="135763"/>
                    <a:pt x="165608" y="140716"/>
                  </a:cubicBezTo>
                  <a:cubicBezTo>
                    <a:pt x="162306" y="145669"/>
                    <a:pt x="158496" y="150241"/>
                    <a:pt x="154305" y="154432"/>
                  </a:cubicBezTo>
                  <a:cubicBezTo>
                    <a:pt x="150114" y="158623"/>
                    <a:pt x="145542" y="162433"/>
                    <a:pt x="140589" y="165735"/>
                  </a:cubicBezTo>
                  <a:cubicBezTo>
                    <a:pt x="135636" y="169037"/>
                    <a:pt x="130429" y="171831"/>
                    <a:pt x="124968" y="174117"/>
                  </a:cubicBezTo>
                  <a:cubicBezTo>
                    <a:pt x="119507" y="176403"/>
                    <a:pt x="113792" y="178054"/>
                    <a:pt x="107950" y="179324"/>
                  </a:cubicBezTo>
                  <a:cubicBezTo>
                    <a:pt x="102108" y="180594"/>
                    <a:pt x="96266" y="181102"/>
                    <a:pt x="90297" y="181102"/>
                  </a:cubicBezTo>
                  <a:cubicBezTo>
                    <a:pt x="84328" y="181102"/>
                    <a:pt x="78486" y="180467"/>
                    <a:pt x="72644" y="179324"/>
                  </a:cubicBezTo>
                  <a:cubicBezTo>
                    <a:pt x="66802" y="178181"/>
                    <a:pt x="61214" y="176403"/>
                    <a:pt x="55626" y="174117"/>
                  </a:cubicBezTo>
                  <a:cubicBezTo>
                    <a:pt x="50038" y="171831"/>
                    <a:pt x="44958" y="169037"/>
                    <a:pt x="40005" y="165735"/>
                  </a:cubicBezTo>
                  <a:cubicBezTo>
                    <a:pt x="35052" y="162433"/>
                    <a:pt x="30480" y="158623"/>
                    <a:pt x="26289" y="154432"/>
                  </a:cubicBezTo>
                  <a:cubicBezTo>
                    <a:pt x="22098" y="150241"/>
                    <a:pt x="18288" y="145669"/>
                    <a:pt x="14986" y="140716"/>
                  </a:cubicBezTo>
                  <a:cubicBezTo>
                    <a:pt x="11684" y="135763"/>
                    <a:pt x="8890" y="130556"/>
                    <a:pt x="6604" y="125095"/>
                  </a:cubicBezTo>
                  <a:cubicBezTo>
                    <a:pt x="4318" y="119634"/>
                    <a:pt x="2921" y="113919"/>
                    <a:pt x="1778" y="108204"/>
                  </a:cubicBezTo>
                  <a:cubicBezTo>
                    <a:pt x="635" y="102489"/>
                    <a:pt x="0" y="96393"/>
                    <a:pt x="0" y="90424"/>
                  </a:cubicBezTo>
                  <a:cubicBezTo>
                    <a:pt x="0" y="84455"/>
                    <a:pt x="635" y="78613"/>
                    <a:pt x="1778" y="72771"/>
                  </a:cubicBezTo>
                  <a:cubicBezTo>
                    <a:pt x="2921" y="66929"/>
                    <a:pt x="4572" y="61341"/>
                    <a:pt x="6858" y="55880"/>
                  </a:cubicBezTo>
                  <a:cubicBezTo>
                    <a:pt x="9144" y="50419"/>
                    <a:pt x="11938" y="45212"/>
                    <a:pt x="15240" y="40259"/>
                  </a:cubicBezTo>
                  <a:cubicBezTo>
                    <a:pt x="18542" y="35306"/>
                    <a:pt x="22352" y="30734"/>
                    <a:pt x="26543" y="26543"/>
                  </a:cubicBezTo>
                  <a:cubicBezTo>
                    <a:pt x="30734" y="22352"/>
                    <a:pt x="35306" y="18542"/>
                    <a:pt x="40259" y="15240"/>
                  </a:cubicBezTo>
                  <a:cubicBezTo>
                    <a:pt x="45212" y="11938"/>
                    <a:pt x="50419" y="9144"/>
                    <a:pt x="55880" y="6858"/>
                  </a:cubicBezTo>
                  <a:cubicBezTo>
                    <a:pt x="61341" y="4572"/>
                    <a:pt x="67056" y="2921"/>
                    <a:pt x="72771" y="1778"/>
                  </a:cubicBezTo>
                  <a:cubicBezTo>
                    <a:pt x="78486" y="635"/>
                    <a:pt x="84582" y="0"/>
                    <a:pt x="90424" y="0"/>
                  </a:cubicBezTo>
                  <a:cubicBezTo>
                    <a:pt x="96266" y="0"/>
                    <a:pt x="102235" y="635"/>
                    <a:pt x="108077" y="1778"/>
                  </a:cubicBezTo>
                  <a:cubicBezTo>
                    <a:pt x="113919" y="2921"/>
                    <a:pt x="119507" y="4699"/>
                    <a:pt x="125095" y="6985"/>
                  </a:cubicBezTo>
                  <a:cubicBezTo>
                    <a:pt x="130683" y="9271"/>
                    <a:pt x="135763" y="12065"/>
                    <a:pt x="140716" y="15367"/>
                  </a:cubicBezTo>
                  <a:cubicBezTo>
                    <a:pt x="145669" y="18669"/>
                    <a:pt x="150241" y="22479"/>
                    <a:pt x="154432" y="26670"/>
                  </a:cubicBezTo>
                  <a:cubicBezTo>
                    <a:pt x="158623" y="30861"/>
                    <a:pt x="162433" y="35433"/>
                    <a:pt x="165735" y="40386"/>
                  </a:cubicBezTo>
                  <a:cubicBezTo>
                    <a:pt x="169037" y="45339"/>
                    <a:pt x="171831" y="50546"/>
                    <a:pt x="174117" y="56007"/>
                  </a:cubicBezTo>
                  <a:cubicBezTo>
                    <a:pt x="176403" y="61468"/>
                    <a:pt x="178054" y="67183"/>
                    <a:pt x="179324" y="73025"/>
                  </a:cubicBezTo>
                  <a:cubicBezTo>
                    <a:pt x="180594" y="78867"/>
                    <a:pt x="181102" y="84709"/>
                    <a:pt x="181102" y="90678"/>
                  </a:cubicBezTo>
                  <a:close/>
                </a:path>
              </a:pathLst>
            </a:custGeom>
            <a:solidFill>
              <a:srgbClr val="00679B"/>
            </a:solidFill>
          </p:spPr>
        </p:sp>
      </p:grpSp>
      <p:grpSp>
        <p:nvGrpSpPr>
          <p:cNvPr id="19" name="Group 19"/>
          <p:cNvGrpSpPr/>
          <p:nvPr/>
        </p:nvGrpSpPr>
        <p:grpSpPr>
          <a:xfrm>
            <a:off x="1747199" y="4549359"/>
            <a:ext cx="180975" cy="180975"/>
            <a:chOff x="0" y="0"/>
            <a:chExt cx="180975" cy="180975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81102" cy="181102"/>
            </a:xfrm>
            <a:custGeom>
              <a:avLst/>
              <a:gdLst/>
              <a:ahLst/>
              <a:cxnLst/>
              <a:rect l="l" t="t" r="r" b="b"/>
              <a:pathLst>
                <a:path w="181102" h="181102">
                  <a:moveTo>
                    <a:pt x="180975" y="90424"/>
                  </a:moveTo>
                  <a:cubicBezTo>
                    <a:pt x="180975" y="96393"/>
                    <a:pt x="180340" y="102235"/>
                    <a:pt x="179197" y="108077"/>
                  </a:cubicBezTo>
                  <a:cubicBezTo>
                    <a:pt x="178054" y="113919"/>
                    <a:pt x="176276" y="119507"/>
                    <a:pt x="173990" y="125095"/>
                  </a:cubicBezTo>
                  <a:cubicBezTo>
                    <a:pt x="171704" y="130683"/>
                    <a:pt x="168910" y="135763"/>
                    <a:pt x="165608" y="140716"/>
                  </a:cubicBezTo>
                  <a:cubicBezTo>
                    <a:pt x="162306" y="145669"/>
                    <a:pt x="158496" y="150241"/>
                    <a:pt x="154305" y="154432"/>
                  </a:cubicBezTo>
                  <a:cubicBezTo>
                    <a:pt x="150114" y="158623"/>
                    <a:pt x="145542" y="162433"/>
                    <a:pt x="140589" y="165735"/>
                  </a:cubicBezTo>
                  <a:cubicBezTo>
                    <a:pt x="135636" y="169037"/>
                    <a:pt x="130429" y="171831"/>
                    <a:pt x="124968" y="174117"/>
                  </a:cubicBezTo>
                  <a:cubicBezTo>
                    <a:pt x="119507" y="176403"/>
                    <a:pt x="113792" y="178054"/>
                    <a:pt x="107950" y="179324"/>
                  </a:cubicBezTo>
                  <a:cubicBezTo>
                    <a:pt x="102108" y="180594"/>
                    <a:pt x="96266" y="181102"/>
                    <a:pt x="90297" y="181102"/>
                  </a:cubicBezTo>
                  <a:cubicBezTo>
                    <a:pt x="84328" y="181102"/>
                    <a:pt x="78486" y="180467"/>
                    <a:pt x="72644" y="179324"/>
                  </a:cubicBezTo>
                  <a:cubicBezTo>
                    <a:pt x="66802" y="178181"/>
                    <a:pt x="61214" y="176403"/>
                    <a:pt x="55626" y="174117"/>
                  </a:cubicBezTo>
                  <a:cubicBezTo>
                    <a:pt x="50038" y="171831"/>
                    <a:pt x="44958" y="169037"/>
                    <a:pt x="40005" y="165735"/>
                  </a:cubicBezTo>
                  <a:cubicBezTo>
                    <a:pt x="35052" y="162433"/>
                    <a:pt x="30480" y="158623"/>
                    <a:pt x="26289" y="154432"/>
                  </a:cubicBezTo>
                  <a:cubicBezTo>
                    <a:pt x="22098" y="150241"/>
                    <a:pt x="18288" y="145669"/>
                    <a:pt x="14986" y="140716"/>
                  </a:cubicBezTo>
                  <a:cubicBezTo>
                    <a:pt x="11684" y="135763"/>
                    <a:pt x="8890" y="130556"/>
                    <a:pt x="6604" y="125095"/>
                  </a:cubicBezTo>
                  <a:cubicBezTo>
                    <a:pt x="4318" y="119634"/>
                    <a:pt x="2921" y="113919"/>
                    <a:pt x="1778" y="108204"/>
                  </a:cubicBezTo>
                  <a:cubicBezTo>
                    <a:pt x="635" y="102489"/>
                    <a:pt x="0" y="96393"/>
                    <a:pt x="0" y="90424"/>
                  </a:cubicBezTo>
                  <a:cubicBezTo>
                    <a:pt x="0" y="84455"/>
                    <a:pt x="635" y="78613"/>
                    <a:pt x="1778" y="72771"/>
                  </a:cubicBezTo>
                  <a:cubicBezTo>
                    <a:pt x="2921" y="66929"/>
                    <a:pt x="4572" y="61341"/>
                    <a:pt x="6858" y="55880"/>
                  </a:cubicBezTo>
                  <a:cubicBezTo>
                    <a:pt x="9144" y="50419"/>
                    <a:pt x="11938" y="45212"/>
                    <a:pt x="15240" y="40259"/>
                  </a:cubicBezTo>
                  <a:cubicBezTo>
                    <a:pt x="18542" y="35306"/>
                    <a:pt x="22352" y="30734"/>
                    <a:pt x="26543" y="26543"/>
                  </a:cubicBezTo>
                  <a:cubicBezTo>
                    <a:pt x="30734" y="22352"/>
                    <a:pt x="35306" y="18542"/>
                    <a:pt x="40259" y="15240"/>
                  </a:cubicBezTo>
                  <a:cubicBezTo>
                    <a:pt x="45212" y="11938"/>
                    <a:pt x="50419" y="9144"/>
                    <a:pt x="55880" y="6858"/>
                  </a:cubicBezTo>
                  <a:cubicBezTo>
                    <a:pt x="61341" y="4572"/>
                    <a:pt x="67056" y="2921"/>
                    <a:pt x="72771" y="1778"/>
                  </a:cubicBezTo>
                  <a:cubicBezTo>
                    <a:pt x="78486" y="635"/>
                    <a:pt x="84582" y="0"/>
                    <a:pt x="90424" y="0"/>
                  </a:cubicBezTo>
                  <a:cubicBezTo>
                    <a:pt x="96266" y="0"/>
                    <a:pt x="102235" y="635"/>
                    <a:pt x="108077" y="1778"/>
                  </a:cubicBezTo>
                  <a:cubicBezTo>
                    <a:pt x="113919" y="2921"/>
                    <a:pt x="119507" y="4699"/>
                    <a:pt x="125095" y="6985"/>
                  </a:cubicBezTo>
                  <a:cubicBezTo>
                    <a:pt x="130683" y="9271"/>
                    <a:pt x="135763" y="12065"/>
                    <a:pt x="140716" y="15367"/>
                  </a:cubicBezTo>
                  <a:cubicBezTo>
                    <a:pt x="145669" y="18669"/>
                    <a:pt x="150241" y="22479"/>
                    <a:pt x="154432" y="26670"/>
                  </a:cubicBezTo>
                  <a:cubicBezTo>
                    <a:pt x="158623" y="30861"/>
                    <a:pt x="162433" y="35433"/>
                    <a:pt x="165735" y="40386"/>
                  </a:cubicBezTo>
                  <a:cubicBezTo>
                    <a:pt x="169037" y="45339"/>
                    <a:pt x="171831" y="50546"/>
                    <a:pt x="174117" y="56007"/>
                  </a:cubicBezTo>
                  <a:cubicBezTo>
                    <a:pt x="176403" y="61468"/>
                    <a:pt x="178054" y="67183"/>
                    <a:pt x="179324" y="73025"/>
                  </a:cubicBezTo>
                  <a:cubicBezTo>
                    <a:pt x="180594" y="78867"/>
                    <a:pt x="181102" y="84709"/>
                    <a:pt x="181102" y="90678"/>
                  </a:cubicBezTo>
                  <a:close/>
                </a:path>
              </a:pathLst>
            </a:custGeom>
            <a:solidFill>
              <a:srgbClr val="00679B"/>
            </a:solidFill>
          </p:spPr>
        </p:sp>
      </p:grpSp>
      <p:sp>
        <p:nvSpPr>
          <p:cNvPr id="21" name="TextBox 21"/>
          <p:cNvSpPr txBox="1"/>
          <p:nvPr/>
        </p:nvSpPr>
        <p:spPr>
          <a:xfrm>
            <a:off x="1156649" y="1048445"/>
            <a:ext cx="12984461" cy="19438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139"/>
              </a:lnSpc>
            </a:pPr>
            <a:r>
              <a:rPr lang="en-US" sz="5100" b="1">
                <a:solidFill>
                  <a:srgbClr val="00679B"/>
                </a:solidFill>
                <a:latin typeface="Poppins Bold"/>
                <a:ea typeface="Poppins Bold"/>
                <a:cs typeface="Poppins Bold"/>
                <a:sym typeface="Poppins Bold"/>
              </a:rPr>
              <a:t>Major Contributions </a:t>
            </a:r>
          </a:p>
          <a:p>
            <a:pPr algn="l">
              <a:lnSpc>
                <a:spcPts val="5174"/>
              </a:lnSpc>
            </a:pPr>
            <a:r>
              <a:rPr lang="en-US" sz="4800">
                <a:solidFill>
                  <a:srgbClr val="00679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IEEE plays a role in technological development by :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2177606" y="3030388"/>
            <a:ext cx="10894724" cy="20032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74"/>
              </a:lnSpc>
            </a:pPr>
            <a:r>
              <a:rPr lang="en-US" sz="4800">
                <a:solidFill>
                  <a:srgbClr val="00679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Publishing millions of scientific papers Organizing hundreds of global conferences Creating over 1300 technical standards 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028700" y="6770684"/>
            <a:ext cx="14661909" cy="6888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74"/>
              </a:lnSpc>
            </a:pPr>
            <a:r>
              <a:rPr lang="en-US" sz="4800">
                <a:solidFill>
                  <a:srgbClr val="00679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Located inside universities, it helps students by providing: 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2049666" y="7427909"/>
            <a:ext cx="7027650" cy="26605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74"/>
              </a:lnSpc>
            </a:pPr>
            <a:r>
              <a:rPr lang="en-US" sz="4800" dirty="0">
                <a:solidFill>
                  <a:srgbClr val="00679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Technical workshop </a:t>
            </a:r>
          </a:p>
          <a:p>
            <a:pPr algn="l">
              <a:lnSpc>
                <a:spcPts val="5174"/>
              </a:lnSpc>
            </a:pPr>
            <a:r>
              <a:rPr lang="en-US" sz="4800" dirty="0">
                <a:solidFill>
                  <a:srgbClr val="00679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Soft skills training </a:t>
            </a:r>
          </a:p>
          <a:p>
            <a:pPr algn="l">
              <a:lnSpc>
                <a:spcPts val="5174"/>
              </a:lnSpc>
            </a:pPr>
            <a:r>
              <a:rPr lang="en-US" sz="4800" dirty="0">
                <a:solidFill>
                  <a:srgbClr val="00679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Hackathon and competition </a:t>
            </a:r>
          </a:p>
          <a:p>
            <a:pPr algn="l">
              <a:lnSpc>
                <a:spcPts val="5174"/>
              </a:lnSpc>
            </a:pPr>
            <a:r>
              <a:rPr lang="en-US" sz="4800" dirty="0">
                <a:solidFill>
                  <a:srgbClr val="00679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Networking opportunity 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028700" y="5316636"/>
            <a:ext cx="6202137" cy="8412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4800" b="1">
                <a:solidFill>
                  <a:srgbClr val="00679B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IEEE Student Branch: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314104" y="9387802"/>
            <a:ext cx="2375478" cy="703031"/>
            <a:chOff x="0" y="0"/>
            <a:chExt cx="3167304" cy="93737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167253" cy="937387"/>
            </a:xfrm>
            <a:custGeom>
              <a:avLst/>
              <a:gdLst/>
              <a:ahLst/>
              <a:cxnLst/>
              <a:rect l="l" t="t" r="r" b="b"/>
              <a:pathLst>
                <a:path w="3167253" h="937387">
                  <a:moveTo>
                    <a:pt x="0" y="0"/>
                  </a:moveTo>
                  <a:lnTo>
                    <a:pt x="3167253" y="0"/>
                  </a:lnTo>
                  <a:lnTo>
                    <a:pt x="3167253" y="937387"/>
                  </a:lnTo>
                  <a:lnTo>
                    <a:pt x="0" y="9373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1" b="1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5657" cy="2075878"/>
            <a:chOff x="0" y="0"/>
            <a:chExt cx="24380876" cy="276783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0825" cy="2767838"/>
            </a:xfrm>
            <a:custGeom>
              <a:avLst/>
              <a:gdLst/>
              <a:ahLst/>
              <a:cxnLst/>
              <a:rect l="l" t="t" r="r" b="b"/>
              <a:pathLst>
                <a:path w="24380825" h="2767838">
                  <a:moveTo>
                    <a:pt x="0" y="0"/>
                  </a:moveTo>
                  <a:lnTo>
                    <a:pt x="24380825" y="0"/>
                  </a:lnTo>
                  <a:lnTo>
                    <a:pt x="24380825" y="2767838"/>
                  </a:lnTo>
                  <a:lnTo>
                    <a:pt x="0" y="27678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sp>
        <p:nvSpPr>
          <p:cNvPr id="6" name="Freeform 6"/>
          <p:cNvSpPr/>
          <p:nvPr/>
        </p:nvSpPr>
        <p:spPr>
          <a:xfrm>
            <a:off x="360436" y="1602515"/>
            <a:ext cx="13025390" cy="38100"/>
          </a:xfrm>
          <a:custGeom>
            <a:avLst/>
            <a:gdLst/>
            <a:ahLst/>
            <a:cxnLst/>
            <a:rect l="l" t="t" r="r" b="b"/>
            <a:pathLst>
              <a:path w="13025390" h="38100">
                <a:moveTo>
                  <a:pt x="0" y="0"/>
                </a:moveTo>
                <a:lnTo>
                  <a:pt x="13025389" y="0"/>
                </a:lnTo>
                <a:lnTo>
                  <a:pt x="13025389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0" y="1640615"/>
            <a:ext cx="10258425" cy="8448675"/>
            <a:chOff x="0" y="0"/>
            <a:chExt cx="13677900" cy="112649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3677900" cy="11264900"/>
            </a:xfrm>
            <a:custGeom>
              <a:avLst/>
              <a:gdLst/>
              <a:ahLst/>
              <a:cxnLst/>
              <a:rect l="l" t="t" r="r" b="b"/>
              <a:pathLst>
                <a:path w="13677900" h="11264900">
                  <a:moveTo>
                    <a:pt x="0" y="0"/>
                  </a:moveTo>
                  <a:lnTo>
                    <a:pt x="13677900" y="0"/>
                  </a:lnTo>
                  <a:lnTo>
                    <a:pt x="13677900" y="11264900"/>
                  </a:lnTo>
                  <a:lnTo>
                    <a:pt x="0" y="11264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841" r="-4729"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>
            <a:off x="10256920" y="6725583"/>
            <a:ext cx="4191000" cy="1714500"/>
            <a:chOff x="0" y="0"/>
            <a:chExt cx="5588000" cy="22860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5588000" cy="2286000"/>
            </a:xfrm>
            <a:custGeom>
              <a:avLst/>
              <a:gdLst/>
              <a:ahLst/>
              <a:cxnLst/>
              <a:rect l="l" t="t" r="r" b="b"/>
              <a:pathLst>
                <a:path w="5588000" h="2286000">
                  <a:moveTo>
                    <a:pt x="0" y="0"/>
                  </a:moveTo>
                  <a:lnTo>
                    <a:pt x="5588000" y="0"/>
                  </a:lnTo>
                  <a:lnTo>
                    <a:pt x="5588000" y="2286000"/>
                  </a:lnTo>
                  <a:lnTo>
                    <a:pt x="0" y="228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</p:grpSp>
      <p:grpSp>
        <p:nvGrpSpPr>
          <p:cNvPr id="11" name="Group 11"/>
          <p:cNvGrpSpPr/>
          <p:nvPr/>
        </p:nvGrpSpPr>
        <p:grpSpPr>
          <a:xfrm>
            <a:off x="14255887" y="2273960"/>
            <a:ext cx="3276600" cy="5743575"/>
            <a:chOff x="0" y="0"/>
            <a:chExt cx="4368800" cy="76581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368800" cy="7658100"/>
            </a:xfrm>
            <a:custGeom>
              <a:avLst/>
              <a:gdLst/>
              <a:ahLst/>
              <a:cxnLst/>
              <a:rect l="l" t="t" r="r" b="b"/>
              <a:pathLst>
                <a:path w="4368800" h="7658100">
                  <a:moveTo>
                    <a:pt x="0" y="0"/>
                  </a:moveTo>
                  <a:lnTo>
                    <a:pt x="4368800" y="0"/>
                  </a:lnTo>
                  <a:lnTo>
                    <a:pt x="4368800" y="7658100"/>
                  </a:lnTo>
                  <a:lnTo>
                    <a:pt x="0" y="7658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</p:sp>
      </p:grpSp>
      <p:grpSp>
        <p:nvGrpSpPr>
          <p:cNvPr id="13" name="Group 13"/>
          <p:cNvGrpSpPr/>
          <p:nvPr/>
        </p:nvGrpSpPr>
        <p:grpSpPr>
          <a:xfrm>
            <a:off x="360436" y="1602515"/>
            <a:ext cx="13025390" cy="38100"/>
            <a:chOff x="0" y="0"/>
            <a:chExt cx="13025387" cy="381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3025369" cy="38100"/>
            </a:xfrm>
            <a:custGeom>
              <a:avLst/>
              <a:gdLst/>
              <a:ahLst/>
              <a:cxnLst/>
              <a:rect l="l" t="t" r="r" b="b"/>
              <a:pathLst>
                <a:path w="13025369" h="38100">
                  <a:moveTo>
                    <a:pt x="0" y="38100"/>
                  </a:moveTo>
                  <a:lnTo>
                    <a:pt x="13025369" y="38100"/>
                  </a:lnTo>
                  <a:lnTo>
                    <a:pt x="1302536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id="15" name="TextBox 15"/>
          <p:cNvSpPr txBox="1"/>
          <p:nvPr/>
        </p:nvSpPr>
        <p:spPr>
          <a:xfrm>
            <a:off x="360436" y="622573"/>
            <a:ext cx="5025580" cy="9964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39"/>
              </a:lnSpc>
            </a:pPr>
            <a:r>
              <a:rPr lang="en-US" sz="5599" b="1">
                <a:solidFill>
                  <a:srgbClr val="00679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Points System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314104" y="9387802"/>
            <a:ext cx="2375478" cy="703031"/>
            <a:chOff x="0" y="0"/>
            <a:chExt cx="3167304" cy="93737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167253" cy="937387"/>
            </a:xfrm>
            <a:custGeom>
              <a:avLst/>
              <a:gdLst/>
              <a:ahLst/>
              <a:cxnLst/>
              <a:rect l="l" t="t" r="r" b="b"/>
              <a:pathLst>
                <a:path w="3167253" h="937387">
                  <a:moveTo>
                    <a:pt x="0" y="0"/>
                  </a:moveTo>
                  <a:lnTo>
                    <a:pt x="3167253" y="0"/>
                  </a:lnTo>
                  <a:lnTo>
                    <a:pt x="3167253" y="937387"/>
                  </a:lnTo>
                  <a:lnTo>
                    <a:pt x="0" y="9373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1" b="1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5657" cy="2075878"/>
            <a:chOff x="0" y="0"/>
            <a:chExt cx="24380876" cy="276783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0825" cy="2767838"/>
            </a:xfrm>
            <a:custGeom>
              <a:avLst/>
              <a:gdLst/>
              <a:ahLst/>
              <a:cxnLst/>
              <a:rect l="l" t="t" r="r" b="b"/>
              <a:pathLst>
                <a:path w="24380825" h="2767838">
                  <a:moveTo>
                    <a:pt x="0" y="0"/>
                  </a:moveTo>
                  <a:lnTo>
                    <a:pt x="24380825" y="0"/>
                  </a:lnTo>
                  <a:lnTo>
                    <a:pt x="24380825" y="2767838"/>
                  </a:lnTo>
                  <a:lnTo>
                    <a:pt x="0" y="27678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sp>
        <p:nvSpPr>
          <p:cNvPr id="6" name="Freeform 6"/>
          <p:cNvSpPr/>
          <p:nvPr/>
        </p:nvSpPr>
        <p:spPr>
          <a:xfrm>
            <a:off x="290465" y="1691830"/>
            <a:ext cx="13954716" cy="38100"/>
          </a:xfrm>
          <a:custGeom>
            <a:avLst/>
            <a:gdLst/>
            <a:ahLst/>
            <a:cxnLst/>
            <a:rect l="l" t="t" r="r" b="b"/>
            <a:pathLst>
              <a:path w="13954716" h="38100">
                <a:moveTo>
                  <a:pt x="0" y="0"/>
                </a:moveTo>
                <a:lnTo>
                  <a:pt x="13954715" y="0"/>
                </a:lnTo>
                <a:lnTo>
                  <a:pt x="13954715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824589" y="3709245"/>
            <a:ext cx="161925" cy="161925"/>
            <a:chOff x="0" y="0"/>
            <a:chExt cx="161925" cy="16192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61925" cy="161925"/>
            </a:xfrm>
            <a:custGeom>
              <a:avLst/>
              <a:gdLst/>
              <a:ahLst/>
              <a:cxnLst/>
              <a:rect l="l" t="t" r="r" b="b"/>
              <a:pathLst>
                <a:path w="161925" h="161925">
                  <a:moveTo>
                    <a:pt x="161925" y="81026"/>
                  </a:moveTo>
                  <a:cubicBezTo>
                    <a:pt x="161925" y="86360"/>
                    <a:pt x="161417" y="91567"/>
                    <a:pt x="160401" y="96774"/>
                  </a:cubicBezTo>
                  <a:cubicBezTo>
                    <a:pt x="159385" y="101981"/>
                    <a:pt x="157861" y="107061"/>
                    <a:pt x="155829" y="112014"/>
                  </a:cubicBezTo>
                  <a:cubicBezTo>
                    <a:pt x="153797" y="116967"/>
                    <a:pt x="151257" y="121539"/>
                    <a:pt x="148336" y="125984"/>
                  </a:cubicBezTo>
                  <a:cubicBezTo>
                    <a:pt x="145415" y="130429"/>
                    <a:pt x="141986" y="134493"/>
                    <a:pt x="138303" y="138303"/>
                  </a:cubicBezTo>
                  <a:cubicBezTo>
                    <a:pt x="134620" y="142113"/>
                    <a:pt x="130429" y="145415"/>
                    <a:pt x="125984" y="148336"/>
                  </a:cubicBezTo>
                  <a:cubicBezTo>
                    <a:pt x="121539" y="151257"/>
                    <a:pt x="116840" y="153797"/>
                    <a:pt x="112014" y="155829"/>
                  </a:cubicBezTo>
                  <a:cubicBezTo>
                    <a:pt x="107188" y="157861"/>
                    <a:pt x="101981" y="159385"/>
                    <a:pt x="96774" y="160401"/>
                  </a:cubicBezTo>
                  <a:cubicBezTo>
                    <a:pt x="91567" y="161417"/>
                    <a:pt x="86233" y="161925"/>
                    <a:pt x="81026" y="161925"/>
                  </a:cubicBezTo>
                  <a:cubicBezTo>
                    <a:pt x="75819" y="161925"/>
                    <a:pt x="70485" y="161417"/>
                    <a:pt x="65278" y="160401"/>
                  </a:cubicBezTo>
                  <a:cubicBezTo>
                    <a:pt x="60071" y="159385"/>
                    <a:pt x="54991" y="157861"/>
                    <a:pt x="50038" y="155829"/>
                  </a:cubicBezTo>
                  <a:cubicBezTo>
                    <a:pt x="45085" y="153797"/>
                    <a:pt x="40513" y="151257"/>
                    <a:pt x="36068" y="148336"/>
                  </a:cubicBezTo>
                  <a:cubicBezTo>
                    <a:pt x="31623" y="145415"/>
                    <a:pt x="27559" y="141986"/>
                    <a:pt x="23749" y="138303"/>
                  </a:cubicBezTo>
                  <a:cubicBezTo>
                    <a:pt x="19939" y="134620"/>
                    <a:pt x="16637" y="130429"/>
                    <a:pt x="13716" y="125984"/>
                  </a:cubicBezTo>
                  <a:cubicBezTo>
                    <a:pt x="10795" y="121539"/>
                    <a:pt x="8255" y="116840"/>
                    <a:pt x="6223" y="111887"/>
                  </a:cubicBezTo>
                  <a:cubicBezTo>
                    <a:pt x="4191" y="106934"/>
                    <a:pt x="2540" y="101981"/>
                    <a:pt x="1524" y="96774"/>
                  </a:cubicBezTo>
                  <a:cubicBezTo>
                    <a:pt x="508" y="91567"/>
                    <a:pt x="0" y="86233"/>
                    <a:pt x="0" y="81026"/>
                  </a:cubicBezTo>
                  <a:cubicBezTo>
                    <a:pt x="0" y="75819"/>
                    <a:pt x="508" y="70358"/>
                    <a:pt x="1524" y="65151"/>
                  </a:cubicBezTo>
                  <a:cubicBezTo>
                    <a:pt x="2540" y="59944"/>
                    <a:pt x="4064" y="54864"/>
                    <a:pt x="6096" y="49911"/>
                  </a:cubicBezTo>
                  <a:cubicBezTo>
                    <a:pt x="8128" y="44958"/>
                    <a:pt x="10668" y="40386"/>
                    <a:pt x="13589" y="35941"/>
                  </a:cubicBezTo>
                  <a:cubicBezTo>
                    <a:pt x="16510" y="31496"/>
                    <a:pt x="19939" y="27432"/>
                    <a:pt x="23622" y="23622"/>
                  </a:cubicBezTo>
                  <a:cubicBezTo>
                    <a:pt x="27305" y="19812"/>
                    <a:pt x="31496" y="16510"/>
                    <a:pt x="35941" y="13589"/>
                  </a:cubicBezTo>
                  <a:cubicBezTo>
                    <a:pt x="40386" y="10668"/>
                    <a:pt x="45085" y="8128"/>
                    <a:pt x="49911" y="6096"/>
                  </a:cubicBezTo>
                  <a:cubicBezTo>
                    <a:pt x="54737" y="4064"/>
                    <a:pt x="59944" y="2540"/>
                    <a:pt x="65151" y="1524"/>
                  </a:cubicBezTo>
                  <a:cubicBezTo>
                    <a:pt x="70358" y="508"/>
                    <a:pt x="75692" y="0"/>
                    <a:pt x="81026" y="0"/>
                  </a:cubicBezTo>
                  <a:cubicBezTo>
                    <a:pt x="86360" y="0"/>
                    <a:pt x="91567" y="508"/>
                    <a:pt x="96774" y="1524"/>
                  </a:cubicBezTo>
                  <a:cubicBezTo>
                    <a:pt x="101981" y="2540"/>
                    <a:pt x="107061" y="4064"/>
                    <a:pt x="112014" y="6096"/>
                  </a:cubicBezTo>
                  <a:cubicBezTo>
                    <a:pt x="116967" y="8128"/>
                    <a:pt x="121539" y="10668"/>
                    <a:pt x="125984" y="13589"/>
                  </a:cubicBezTo>
                  <a:cubicBezTo>
                    <a:pt x="130429" y="16510"/>
                    <a:pt x="134493" y="19939"/>
                    <a:pt x="138303" y="23622"/>
                  </a:cubicBezTo>
                  <a:cubicBezTo>
                    <a:pt x="142113" y="27305"/>
                    <a:pt x="145415" y="31496"/>
                    <a:pt x="148336" y="35941"/>
                  </a:cubicBezTo>
                  <a:cubicBezTo>
                    <a:pt x="151257" y="40386"/>
                    <a:pt x="153797" y="45085"/>
                    <a:pt x="155829" y="49911"/>
                  </a:cubicBezTo>
                  <a:cubicBezTo>
                    <a:pt x="157861" y="54737"/>
                    <a:pt x="159385" y="59944"/>
                    <a:pt x="160401" y="65151"/>
                  </a:cubicBezTo>
                  <a:cubicBezTo>
                    <a:pt x="161417" y="70358"/>
                    <a:pt x="161925" y="75692"/>
                    <a:pt x="161925" y="80899"/>
                  </a:cubicBezTo>
                  <a:close/>
                </a:path>
              </a:pathLst>
            </a:custGeom>
            <a:solidFill>
              <a:srgbClr val="00679B"/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824589" y="4985595"/>
            <a:ext cx="161925" cy="161925"/>
            <a:chOff x="0" y="0"/>
            <a:chExt cx="161925" cy="16192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61925" cy="161925"/>
            </a:xfrm>
            <a:custGeom>
              <a:avLst/>
              <a:gdLst/>
              <a:ahLst/>
              <a:cxnLst/>
              <a:rect l="l" t="t" r="r" b="b"/>
              <a:pathLst>
                <a:path w="161925" h="161925">
                  <a:moveTo>
                    <a:pt x="161925" y="81026"/>
                  </a:moveTo>
                  <a:cubicBezTo>
                    <a:pt x="161925" y="86360"/>
                    <a:pt x="161417" y="91567"/>
                    <a:pt x="160401" y="96774"/>
                  </a:cubicBezTo>
                  <a:cubicBezTo>
                    <a:pt x="159385" y="101981"/>
                    <a:pt x="157861" y="107061"/>
                    <a:pt x="155829" y="112014"/>
                  </a:cubicBezTo>
                  <a:cubicBezTo>
                    <a:pt x="153797" y="116967"/>
                    <a:pt x="151257" y="121539"/>
                    <a:pt x="148336" y="125984"/>
                  </a:cubicBezTo>
                  <a:cubicBezTo>
                    <a:pt x="145415" y="130429"/>
                    <a:pt x="141986" y="134493"/>
                    <a:pt x="138303" y="138303"/>
                  </a:cubicBezTo>
                  <a:cubicBezTo>
                    <a:pt x="134620" y="142113"/>
                    <a:pt x="130429" y="145415"/>
                    <a:pt x="125984" y="148336"/>
                  </a:cubicBezTo>
                  <a:cubicBezTo>
                    <a:pt x="121539" y="151257"/>
                    <a:pt x="116840" y="153797"/>
                    <a:pt x="112014" y="155829"/>
                  </a:cubicBezTo>
                  <a:cubicBezTo>
                    <a:pt x="107188" y="157861"/>
                    <a:pt x="101981" y="159385"/>
                    <a:pt x="96774" y="160401"/>
                  </a:cubicBezTo>
                  <a:cubicBezTo>
                    <a:pt x="91567" y="161417"/>
                    <a:pt x="86233" y="161925"/>
                    <a:pt x="81026" y="161925"/>
                  </a:cubicBezTo>
                  <a:cubicBezTo>
                    <a:pt x="75819" y="161925"/>
                    <a:pt x="70485" y="161417"/>
                    <a:pt x="65278" y="160401"/>
                  </a:cubicBezTo>
                  <a:cubicBezTo>
                    <a:pt x="60071" y="159385"/>
                    <a:pt x="54991" y="157861"/>
                    <a:pt x="50038" y="155829"/>
                  </a:cubicBezTo>
                  <a:cubicBezTo>
                    <a:pt x="45085" y="153797"/>
                    <a:pt x="40513" y="151257"/>
                    <a:pt x="36068" y="148336"/>
                  </a:cubicBezTo>
                  <a:cubicBezTo>
                    <a:pt x="31623" y="145415"/>
                    <a:pt x="27559" y="141986"/>
                    <a:pt x="23749" y="138303"/>
                  </a:cubicBezTo>
                  <a:cubicBezTo>
                    <a:pt x="19939" y="134620"/>
                    <a:pt x="16637" y="130429"/>
                    <a:pt x="13716" y="125984"/>
                  </a:cubicBezTo>
                  <a:cubicBezTo>
                    <a:pt x="10795" y="121539"/>
                    <a:pt x="8255" y="116840"/>
                    <a:pt x="6223" y="111887"/>
                  </a:cubicBezTo>
                  <a:cubicBezTo>
                    <a:pt x="4191" y="106934"/>
                    <a:pt x="2540" y="101981"/>
                    <a:pt x="1524" y="96774"/>
                  </a:cubicBezTo>
                  <a:cubicBezTo>
                    <a:pt x="508" y="91567"/>
                    <a:pt x="0" y="86233"/>
                    <a:pt x="0" y="81026"/>
                  </a:cubicBezTo>
                  <a:cubicBezTo>
                    <a:pt x="0" y="75819"/>
                    <a:pt x="508" y="70358"/>
                    <a:pt x="1524" y="65151"/>
                  </a:cubicBezTo>
                  <a:cubicBezTo>
                    <a:pt x="2540" y="59944"/>
                    <a:pt x="4064" y="54864"/>
                    <a:pt x="6096" y="49911"/>
                  </a:cubicBezTo>
                  <a:cubicBezTo>
                    <a:pt x="8128" y="44958"/>
                    <a:pt x="10668" y="40386"/>
                    <a:pt x="13589" y="35941"/>
                  </a:cubicBezTo>
                  <a:cubicBezTo>
                    <a:pt x="16510" y="31496"/>
                    <a:pt x="19939" y="27432"/>
                    <a:pt x="23622" y="23622"/>
                  </a:cubicBezTo>
                  <a:cubicBezTo>
                    <a:pt x="27305" y="19812"/>
                    <a:pt x="31496" y="16510"/>
                    <a:pt x="35941" y="13589"/>
                  </a:cubicBezTo>
                  <a:cubicBezTo>
                    <a:pt x="40386" y="10668"/>
                    <a:pt x="45085" y="8128"/>
                    <a:pt x="49911" y="6096"/>
                  </a:cubicBezTo>
                  <a:cubicBezTo>
                    <a:pt x="54737" y="4064"/>
                    <a:pt x="59944" y="2540"/>
                    <a:pt x="65151" y="1524"/>
                  </a:cubicBezTo>
                  <a:cubicBezTo>
                    <a:pt x="70358" y="508"/>
                    <a:pt x="75692" y="0"/>
                    <a:pt x="81026" y="0"/>
                  </a:cubicBezTo>
                  <a:cubicBezTo>
                    <a:pt x="86360" y="0"/>
                    <a:pt x="91567" y="508"/>
                    <a:pt x="96774" y="1524"/>
                  </a:cubicBezTo>
                  <a:cubicBezTo>
                    <a:pt x="101981" y="2540"/>
                    <a:pt x="107061" y="4064"/>
                    <a:pt x="112014" y="6096"/>
                  </a:cubicBezTo>
                  <a:cubicBezTo>
                    <a:pt x="116967" y="8128"/>
                    <a:pt x="121539" y="10668"/>
                    <a:pt x="125984" y="13589"/>
                  </a:cubicBezTo>
                  <a:cubicBezTo>
                    <a:pt x="130429" y="16510"/>
                    <a:pt x="134493" y="19939"/>
                    <a:pt x="138303" y="23622"/>
                  </a:cubicBezTo>
                  <a:cubicBezTo>
                    <a:pt x="142113" y="27305"/>
                    <a:pt x="145415" y="31496"/>
                    <a:pt x="148336" y="35941"/>
                  </a:cubicBezTo>
                  <a:cubicBezTo>
                    <a:pt x="151257" y="40386"/>
                    <a:pt x="153797" y="45085"/>
                    <a:pt x="155829" y="49911"/>
                  </a:cubicBezTo>
                  <a:cubicBezTo>
                    <a:pt x="157861" y="54737"/>
                    <a:pt x="159385" y="59944"/>
                    <a:pt x="160401" y="65151"/>
                  </a:cubicBezTo>
                  <a:cubicBezTo>
                    <a:pt x="161417" y="70358"/>
                    <a:pt x="161925" y="75692"/>
                    <a:pt x="161925" y="80899"/>
                  </a:cubicBezTo>
                  <a:close/>
                </a:path>
              </a:pathLst>
            </a:custGeom>
            <a:solidFill>
              <a:srgbClr val="00679B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824589" y="6261945"/>
            <a:ext cx="161925" cy="161925"/>
            <a:chOff x="0" y="0"/>
            <a:chExt cx="161925" cy="161925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61925" cy="161925"/>
            </a:xfrm>
            <a:custGeom>
              <a:avLst/>
              <a:gdLst/>
              <a:ahLst/>
              <a:cxnLst/>
              <a:rect l="l" t="t" r="r" b="b"/>
              <a:pathLst>
                <a:path w="161925" h="161925">
                  <a:moveTo>
                    <a:pt x="161925" y="81026"/>
                  </a:moveTo>
                  <a:cubicBezTo>
                    <a:pt x="161925" y="86360"/>
                    <a:pt x="161417" y="91567"/>
                    <a:pt x="160401" y="96774"/>
                  </a:cubicBezTo>
                  <a:cubicBezTo>
                    <a:pt x="159385" y="101981"/>
                    <a:pt x="157861" y="107061"/>
                    <a:pt x="155829" y="112014"/>
                  </a:cubicBezTo>
                  <a:cubicBezTo>
                    <a:pt x="153797" y="116967"/>
                    <a:pt x="151257" y="121539"/>
                    <a:pt x="148336" y="125984"/>
                  </a:cubicBezTo>
                  <a:cubicBezTo>
                    <a:pt x="145415" y="130429"/>
                    <a:pt x="141986" y="134493"/>
                    <a:pt x="138303" y="138303"/>
                  </a:cubicBezTo>
                  <a:cubicBezTo>
                    <a:pt x="134620" y="142113"/>
                    <a:pt x="130429" y="145415"/>
                    <a:pt x="125984" y="148336"/>
                  </a:cubicBezTo>
                  <a:cubicBezTo>
                    <a:pt x="121539" y="151257"/>
                    <a:pt x="116840" y="153797"/>
                    <a:pt x="112014" y="155829"/>
                  </a:cubicBezTo>
                  <a:cubicBezTo>
                    <a:pt x="107188" y="157861"/>
                    <a:pt x="101981" y="159385"/>
                    <a:pt x="96774" y="160401"/>
                  </a:cubicBezTo>
                  <a:cubicBezTo>
                    <a:pt x="91567" y="161417"/>
                    <a:pt x="86233" y="161925"/>
                    <a:pt x="81026" y="161925"/>
                  </a:cubicBezTo>
                  <a:cubicBezTo>
                    <a:pt x="75819" y="161925"/>
                    <a:pt x="70485" y="161417"/>
                    <a:pt x="65278" y="160401"/>
                  </a:cubicBezTo>
                  <a:cubicBezTo>
                    <a:pt x="60071" y="159385"/>
                    <a:pt x="54991" y="157861"/>
                    <a:pt x="50038" y="155829"/>
                  </a:cubicBezTo>
                  <a:cubicBezTo>
                    <a:pt x="45085" y="153797"/>
                    <a:pt x="40513" y="151257"/>
                    <a:pt x="36068" y="148336"/>
                  </a:cubicBezTo>
                  <a:cubicBezTo>
                    <a:pt x="31623" y="145415"/>
                    <a:pt x="27559" y="141986"/>
                    <a:pt x="23749" y="138303"/>
                  </a:cubicBezTo>
                  <a:cubicBezTo>
                    <a:pt x="19939" y="134620"/>
                    <a:pt x="16637" y="130429"/>
                    <a:pt x="13716" y="125984"/>
                  </a:cubicBezTo>
                  <a:cubicBezTo>
                    <a:pt x="10795" y="121539"/>
                    <a:pt x="8255" y="116840"/>
                    <a:pt x="6223" y="111887"/>
                  </a:cubicBezTo>
                  <a:cubicBezTo>
                    <a:pt x="4191" y="106934"/>
                    <a:pt x="2540" y="101981"/>
                    <a:pt x="1524" y="96774"/>
                  </a:cubicBezTo>
                  <a:cubicBezTo>
                    <a:pt x="508" y="91567"/>
                    <a:pt x="0" y="86233"/>
                    <a:pt x="0" y="81026"/>
                  </a:cubicBezTo>
                  <a:cubicBezTo>
                    <a:pt x="0" y="75819"/>
                    <a:pt x="508" y="70358"/>
                    <a:pt x="1524" y="65151"/>
                  </a:cubicBezTo>
                  <a:cubicBezTo>
                    <a:pt x="2540" y="59944"/>
                    <a:pt x="4064" y="54864"/>
                    <a:pt x="6096" y="49911"/>
                  </a:cubicBezTo>
                  <a:cubicBezTo>
                    <a:pt x="8128" y="44958"/>
                    <a:pt x="10668" y="40386"/>
                    <a:pt x="13589" y="35941"/>
                  </a:cubicBezTo>
                  <a:cubicBezTo>
                    <a:pt x="16510" y="31496"/>
                    <a:pt x="19939" y="27432"/>
                    <a:pt x="23622" y="23622"/>
                  </a:cubicBezTo>
                  <a:cubicBezTo>
                    <a:pt x="27305" y="19812"/>
                    <a:pt x="31496" y="16510"/>
                    <a:pt x="35941" y="13589"/>
                  </a:cubicBezTo>
                  <a:cubicBezTo>
                    <a:pt x="40386" y="10668"/>
                    <a:pt x="45085" y="8128"/>
                    <a:pt x="49911" y="6096"/>
                  </a:cubicBezTo>
                  <a:cubicBezTo>
                    <a:pt x="54737" y="4064"/>
                    <a:pt x="59944" y="2540"/>
                    <a:pt x="65151" y="1524"/>
                  </a:cubicBezTo>
                  <a:cubicBezTo>
                    <a:pt x="70358" y="508"/>
                    <a:pt x="75692" y="0"/>
                    <a:pt x="81026" y="0"/>
                  </a:cubicBezTo>
                  <a:cubicBezTo>
                    <a:pt x="86360" y="0"/>
                    <a:pt x="91567" y="508"/>
                    <a:pt x="96774" y="1524"/>
                  </a:cubicBezTo>
                  <a:cubicBezTo>
                    <a:pt x="101981" y="2540"/>
                    <a:pt x="107061" y="4064"/>
                    <a:pt x="112014" y="6096"/>
                  </a:cubicBezTo>
                  <a:cubicBezTo>
                    <a:pt x="116967" y="8128"/>
                    <a:pt x="121539" y="10668"/>
                    <a:pt x="125984" y="13589"/>
                  </a:cubicBezTo>
                  <a:cubicBezTo>
                    <a:pt x="130429" y="16510"/>
                    <a:pt x="134493" y="19939"/>
                    <a:pt x="138303" y="23622"/>
                  </a:cubicBezTo>
                  <a:cubicBezTo>
                    <a:pt x="142113" y="27305"/>
                    <a:pt x="145415" y="31496"/>
                    <a:pt x="148336" y="35941"/>
                  </a:cubicBezTo>
                  <a:cubicBezTo>
                    <a:pt x="151257" y="40386"/>
                    <a:pt x="153797" y="45085"/>
                    <a:pt x="155829" y="49911"/>
                  </a:cubicBezTo>
                  <a:cubicBezTo>
                    <a:pt x="157861" y="54737"/>
                    <a:pt x="159385" y="59944"/>
                    <a:pt x="160401" y="65151"/>
                  </a:cubicBezTo>
                  <a:cubicBezTo>
                    <a:pt x="161417" y="70358"/>
                    <a:pt x="161925" y="75692"/>
                    <a:pt x="161925" y="80899"/>
                  </a:cubicBezTo>
                  <a:close/>
                </a:path>
              </a:pathLst>
            </a:custGeom>
            <a:solidFill>
              <a:srgbClr val="00679B"/>
            </a:solidFill>
          </p:spPr>
        </p:sp>
      </p:grpSp>
      <p:grpSp>
        <p:nvGrpSpPr>
          <p:cNvPr id="13" name="Group 13"/>
          <p:cNvGrpSpPr/>
          <p:nvPr/>
        </p:nvGrpSpPr>
        <p:grpSpPr>
          <a:xfrm>
            <a:off x="14501736" y="3343446"/>
            <a:ext cx="3190875" cy="5505450"/>
            <a:chOff x="0" y="0"/>
            <a:chExt cx="4254500" cy="73406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4254500" cy="7340600"/>
            </a:xfrm>
            <a:custGeom>
              <a:avLst/>
              <a:gdLst/>
              <a:ahLst/>
              <a:cxnLst/>
              <a:rect l="l" t="t" r="r" b="b"/>
              <a:pathLst>
                <a:path w="4254500" h="7340600">
                  <a:moveTo>
                    <a:pt x="0" y="0"/>
                  </a:moveTo>
                  <a:lnTo>
                    <a:pt x="4254500" y="0"/>
                  </a:lnTo>
                  <a:lnTo>
                    <a:pt x="4254500" y="7340600"/>
                  </a:lnTo>
                  <a:lnTo>
                    <a:pt x="0" y="7340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</p:grpSp>
      <p:grpSp>
        <p:nvGrpSpPr>
          <p:cNvPr id="15" name="Group 15"/>
          <p:cNvGrpSpPr/>
          <p:nvPr/>
        </p:nvGrpSpPr>
        <p:grpSpPr>
          <a:xfrm>
            <a:off x="290465" y="1691830"/>
            <a:ext cx="13954716" cy="38100"/>
            <a:chOff x="0" y="0"/>
            <a:chExt cx="13954709" cy="381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3954758" cy="38100"/>
            </a:xfrm>
            <a:custGeom>
              <a:avLst/>
              <a:gdLst/>
              <a:ahLst/>
              <a:cxnLst/>
              <a:rect l="l" t="t" r="r" b="b"/>
              <a:pathLst>
                <a:path w="13954758" h="38100">
                  <a:moveTo>
                    <a:pt x="0" y="38100"/>
                  </a:moveTo>
                  <a:lnTo>
                    <a:pt x="13954758" y="38100"/>
                  </a:lnTo>
                  <a:lnTo>
                    <a:pt x="1395475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id="17" name="TextBox 17"/>
          <p:cNvSpPr txBox="1"/>
          <p:nvPr/>
        </p:nvSpPr>
        <p:spPr>
          <a:xfrm>
            <a:off x="290465" y="711889"/>
            <a:ext cx="5025580" cy="23468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39"/>
              </a:lnSpc>
            </a:pPr>
            <a:r>
              <a:rPr lang="en-US" sz="5599" b="1">
                <a:solidFill>
                  <a:srgbClr val="00679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Points System</a:t>
            </a:r>
          </a:p>
          <a:p>
            <a:pPr algn="l">
              <a:lnSpc>
                <a:spcPts val="6719"/>
              </a:lnSpc>
            </a:pPr>
            <a:r>
              <a:rPr lang="en-US" sz="4800" b="1">
                <a:solidFill>
                  <a:srgbClr val="00679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Termination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201722" y="3394091"/>
            <a:ext cx="13300015" cy="31679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25"/>
              </a:lnSpc>
            </a:pPr>
            <a:r>
              <a:rPr lang="en-US" sz="3600">
                <a:solidFill>
                  <a:srgbClr val="00679B"/>
                </a:solidFill>
                <a:latin typeface="Canva Sans"/>
                <a:ea typeface="Canva Sans"/>
                <a:cs typeface="Canva Sans"/>
                <a:sym typeface="Canva Sans"/>
              </a:rPr>
              <a:t>If you didn’t attend the meetings 3 times without excuse mail before the meeting within 24 hours.</a:t>
            </a:r>
          </a:p>
          <a:p>
            <a:pPr algn="l">
              <a:lnSpc>
                <a:spcPts val="5025"/>
              </a:lnSpc>
            </a:pPr>
            <a:r>
              <a:rPr lang="en-US" sz="3600">
                <a:solidFill>
                  <a:srgbClr val="00679B"/>
                </a:solidFill>
                <a:latin typeface="Canva Sans"/>
                <a:ea typeface="Canva Sans"/>
                <a:cs typeface="Canva Sans"/>
                <a:sym typeface="Canva Sans"/>
              </a:rPr>
              <a:t> If you didn’t reply repeatedly without an excuse through a communication channel. </a:t>
            </a:r>
          </a:p>
          <a:p>
            <a:pPr algn="l">
              <a:lnSpc>
                <a:spcPts val="5025"/>
              </a:lnSpc>
            </a:pPr>
            <a:r>
              <a:rPr lang="en-US" sz="3600">
                <a:solidFill>
                  <a:srgbClr val="00679B"/>
                </a:solidFill>
                <a:latin typeface="Canva Sans"/>
                <a:ea typeface="Canva Sans"/>
                <a:cs typeface="Canva Sans"/>
                <a:sym typeface="Canva Sans"/>
              </a:rPr>
              <a:t>According to the action you made.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314104" y="9387802"/>
            <a:ext cx="2375478" cy="703031"/>
            <a:chOff x="0" y="0"/>
            <a:chExt cx="3167304" cy="93737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167253" cy="937387"/>
            </a:xfrm>
            <a:custGeom>
              <a:avLst/>
              <a:gdLst/>
              <a:ahLst/>
              <a:cxnLst/>
              <a:rect l="l" t="t" r="r" b="b"/>
              <a:pathLst>
                <a:path w="3167253" h="937387">
                  <a:moveTo>
                    <a:pt x="0" y="0"/>
                  </a:moveTo>
                  <a:lnTo>
                    <a:pt x="3167253" y="0"/>
                  </a:lnTo>
                  <a:lnTo>
                    <a:pt x="3167253" y="937387"/>
                  </a:lnTo>
                  <a:lnTo>
                    <a:pt x="0" y="9373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1" b="1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5657" cy="2075878"/>
            <a:chOff x="0" y="0"/>
            <a:chExt cx="24380876" cy="276783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0825" cy="2767838"/>
            </a:xfrm>
            <a:custGeom>
              <a:avLst/>
              <a:gdLst/>
              <a:ahLst/>
              <a:cxnLst/>
              <a:rect l="l" t="t" r="r" b="b"/>
              <a:pathLst>
                <a:path w="24380825" h="2767838">
                  <a:moveTo>
                    <a:pt x="0" y="0"/>
                  </a:moveTo>
                  <a:lnTo>
                    <a:pt x="24380825" y="0"/>
                  </a:lnTo>
                  <a:lnTo>
                    <a:pt x="24380825" y="2767838"/>
                  </a:lnTo>
                  <a:lnTo>
                    <a:pt x="0" y="27678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244612" y="3174997"/>
            <a:ext cx="5247675" cy="5903528"/>
            <a:chOff x="0" y="0"/>
            <a:chExt cx="5247678" cy="5903532"/>
          </a:xfrm>
        </p:grpSpPr>
        <p:sp>
          <p:nvSpPr>
            <p:cNvPr id="7" name="Freeform 7"/>
            <p:cNvSpPr/>
            <p:nvPr/>
          </p:nvSpPr>
          <p:spPr>
            <a:xfrm>
              <a:off x="68199" y="4035683"/>
              <a:ext cx="1152526" cy="1800227"/>
            </a:xfrm>
            <a:custGeom>
              <a:avLst/>
              <a:gdLst/>
              <a:ahLst/>
              <a:cxnLst/>
              <a:rect l="l" t="t" r="r" b="b"/>
              <a:pathLst>
                <a:path w="1152526" h="1800227">
                  <a:moveTo>
                    <a:pt x="201803" y="1755523"/>
                  </a:moveTo>
                  <a:lnTo>
                    <a:pt x="140970" y="1800227"/>
                  </a:lnTo>
                  <a:lnTo>
                    <a:pt x="128143" y="1726821"/>
                  </a:lnTo>
                  <a:lnTo>
                    <a:pt x="390652" y="1088391"/>
                  </a:lnTo>
                  <a:lnTo>
                    <a:pt x="464312" y="1117094"/>
                  </a:lnTo>
                  <a:lnTo>
                    <a:pt x="201803" y="1755523"/>
                  </a:lnTo>
                  <a:close/>
                  <a:moveTo>
                    <a:pt x="909194" y="1225678"/>
                  </a:moveTo>
                  <a:lnTo>
                    <a:pt x="521843" y="1069214"/>
                  </a:lnTo>
                  <a:lnTo>
                    <a:pt x="387350" y="1014985"/>
                  </a:lnTo>
                  <a:lnTo>
                    <a:pt x="0" y="855346"/>
                  </a:lnTo>
                  <a:lnTo>
                    <a:pt x="44831" y="750063"/>
                  </a:lnTo>
                  <a:lnTo>
                    <a:pt x="499491" y="935229"/>
                  </a:lnTo>
                  <a:lnTo>
                    <a:pt x="774828" y="1046989"/>
                  </a:lnTo>
                  <a:lnTo>
                    <a:pt x="954025" y="1120395"/>
                  </a:lnTo>
                  <a:lnTo>
                    <a:pt x="909194" y="1225678"/>
                  </a:lnTo>
                  <a:close/>
                  <a:moveTo>
                    <a:pt x="765176" y="970282"/>
                  </a:moveTo>
                  <a:lnTo>
                    <a:pt x="278638" y="772415"/>
                  </a:lnTo>
                  <a:lnTo>
                    <a:pt x="512318" y="201042"/>
                  </a:lnTo>
                  <a:lnTo>
                    <a:pt x="755651" y="299974"/>
                  </a:lnTo>
                  <a:lnTo>
                    <a:pt x="998983" y="398908"/>
                  </a:lnTo>
                  <a:lnTo>
                    <a:pt x="765302" y="970281"/>
                  </a:lnTo>
                  <a:close/>
                  <a:moveTo>
                    <a:pt x="1110997" y="373380"/>
                  </a:moveTo>
                  <a:lnTo>
                    <a:pt x="781177" y="239396"/>
                  </a:lnTo>
                  <a:lnTo>
                    <a:pt x="505841" y="127635"/>
                  </a:lnTo>
                  <a:lnTo>
                    <a:pt x="451485" y="105283"/>
                  </a:lnTo>
                  <a:lnTo>
                    <a:pt x="496316" y="0"/>
                  </a:lnTo>
                  <a:lnTo>
                    <a:pt x="1152526" y="268098"/>
                  </a:lnTo>
                  <a:lnTo>
                    <a:pt x="1110870" y="37338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" name="Freeform 8"/>
            <p:cNvSpPr/>
            <p:nvPr/>
          </p:nvSpPr>
          <p:spPr>
            <a:xfrm>
              <a:off x="1323722" y="318135"/>
              <a:ext cx="3857500" cy="3860296"/>
            </a:xfrm>
            <a:custGeom>
              <a:avLst/>
              <a:gdLst/>
              <a:ahLst/>
              <a:cxnLst/>
              <a:rect l="l" t="t" r="r" b="b"/>
              <a:pathLst>
                <a:path w="3857500" h="3860296">
                  <a:moveTo>
                    <a:pt x="232918" y="127"/>
                  </a:moveTo>
                  <a:cubicBezTo>
                    <a:pt x="225298" y="127"/>
                    <a:pt x="217678" y="508"/>
                    <a:pt x="210185" y="1270"/>
                  </a:cubicBezTo>
                  <a:cubicBezTo>
                    <a:pt x="202692" y="2032"/>
                    <a:pt x="195072" y="3175"/>
                    <a:pt x="187579" y="4572"/>
                  </a:cubicBezTo>
                  <a:cubicBezTo>
                    <a:pt x="180086" y="5969"/>
                    <a:pt x="172720" y="7874"/>
                    <a:pt x="165354" y="10160"/>
                  </a:cubicBezTo>
                  <a:cubicBezTo>
                    <a:pt x="157988" y="12446"/>
                    <a:pt x="150876" y="14986"/>
                    <a:pt x="143764" y="17907"/>
                  </a:cubicBezTo>
                  <a:cubicBezTo>
                    <a:pt x="136652" y="20828"/>
                    <a:pt x="129794" y="24130"/>
                    <a:pt x="123063" y="27686"/>
                  </a:cubicBezTo>
                  <a:cubicBezTo>
                    <a:pt x="116332" y="31242"/>
                    <a:pt x="109855" y="35179"/>
                    <a:pt x="103505" y="39497"/>
                  </a:cubicBezTo>
                  <a:cubicBezTo>
                    <a:pt x="97155" y="43815"/>
                    <a:pt x="91059" y="48260"/>
                    <a:pt x="85090" y="53086"/>
                  </a:cubicBezTo>
                  <a:cubicBezTo>
                    <a:pt x="79121" y="57912"/>
                    <a:pt x="73533" y="63119"/>
                    <a:pt x="68199" y="68453"/>
                  </a:cubicBezTo>
                  <a:cubicBezTo>
                    <a:pt x="62865" y="73787"/>
                    <a:pt x="57658" y="79502"/>
                    <a:pt x="52832" y="85471"/>
                  </a:cubicBezTo>
                  <a:cubicBezTo>
                    <a:pt x="48006" y="91440"/>
                    <a:pt x="43434" y="97536"/>
                    <a:pt x="39243" y="103886"/>
                  </a:cubicBezTo>
                  <a:cubicBezTo>
                    <a:pt x="35052" y="110236"/>
                    <a:pt x="31115" y="116840"/>
                    <a:pt x="27559" y="123571"/>
                  </a:cubicBezTo>
                  <a:cubicBezTo>
                    <a:pt x="24003" y="130303"/>
                    <a:pt x="20701" y="137160"/>
                    <a:pt x="17780" y="144272"/>
                  </a:cubicBezTo>
                  <a:cubicBezTo>
                    <a:pt x="14859" y="151384"/>
                    <a:pt x="12319" y="158496"/>
                    <a:pt x="10033" y="165863"/>
                  </a:cubicBezTo>
                  <a:cubicBezTo>
                    <a:pt x="7747" y="173229"/>
                    <a:pt x="5969" y="180595"/>
                    <a:pt x="4445" y="188088"/>
                  </a:cubicBezTo>
                  <a:cubicBezTo>
                    <a:pt x="2921" y="195581"/>
                    <a:pt x="1905" y="203074"/>
                    <a:pt x="1143" y="210694"/>
                  </a:cubicBezTo>
                  <a:cubicBezTo>
                    <a:pt x="381" y="218314"/>
                    <a:pt x="0" y="225934"/>
                    <a:pt x="0" y="233554"/>
                  </a:cubicBezTo>
                  <a:lnTo>
                    <a:pt x="0" y="3627378"/>
                  </a:lnTo>
                  <a:cubicBezTo>
                    <a:pt x="0" y="3634999"/>
                    <a:pt x="381" y="3642619"/>
                    <a:pt x="1143" y="3650238"/>
                  </a:cubicBezTo>
                  <a:cubicBezTo>
                    <a:pt x="1905" y="3657858"/>
                    <a:pt x="3048" y="3665351"/>
                    <a:pt x="4572" y="3672844"/>
                  </a:cubicBezTo>
                  <a:cubicBezTo>
                    <a:pt x="6096" y="3680338"/>
                    <a:pt x="7874" y="3687703"/>
                    <a:pt x="10160" y="3695069"/>
                  </a:cubicBezTo>
                  <a:cubicBezTo>
                    <a:pt x="12446" y="3702435"/>
                    <a:pt x="14986" y="3709547"/>
                    <a:pt x="17907" y="3716532"/>
                  </a:cubicBezTo>
                  <a:cubicBezTo>
                    <a:pt x="20828" y="3723518"/>
                    <a:pt x="24130" y="3730502"/>
                    <a:pt x="27686" y="3737233"/>
                  </a:cubicBezTo>
                  <a:cubicBezTo>
                    <a:pt x="31242" y="3743964"/>
                    <a:pt x="35179" y="3750441"/>
                    <a:pt x="39497" y="3756791"/>
                  </a:cubicBezTo>
                  <a:cubicBezTo>
                    <a:pt x="43815" y="3763141"/>
                    <a:pt x="48260" y="3769238"/>
                    <a:pt x="53086" y="3775207"/>
                  </a:cubicBezTo>
                  <a:cubicBezTo>
                    <a:pt x="57912" y="3781175"/>
                    <a:pt x="62992" y="3786763"/>
                    <a:pt x="68453" y="3792097"/>
                  </a:cubicBezTo>
                  <a:cubicBezTo>
                    <a:pt x="73914" y="3797432"/>
                    <a:pt x="79502" y="3802638"/>
                    <a:pt x="85344" y="3807464"/>
                  </a:cubicBezTo>
                  <a:cubicBezTo>
                    <a:pt x="91186" y="3812290"/>
                    <a:pt x="97409" y="3816863"/>
                    <a:pt x="103759" y="3821053"/>
                  </a:cubicBezTo>
                  <a:cubicBezTo>
                    <a:pt x="110109" y="3825244"/>
                    <a:pt x="116586" y="3829182"/>
                    <a:pt x="123317" y="3832738"/>
                  </a:cubicBezTo>
                  <a:cubicBezTo>
                    <a:pt x="130048" y="3836294"/>
                    <a:pt x="136906" y="3839595"/>
                    <a:pt x="144018" y="3842516"/>
                  </a:cubicBezTo>
                  <a:cubicBezTo>
                    <a:pt x="151130" y="3845438"/>
                    <a:pt x="158242" y="3847977"/>
                    <a:pt x="165481" y="3850263"/>
                  </a:cubicBezTo>
                  <a:cubicBezTo>
                    <a:pt x="172720" y="3852550"/>
                    <a:pt x="180213" y="3854327"/>
                    <a:pt x="187706" y="3855851"/>
                  </a:cubicBezTo>
                  <a:cubicBezTo>
                    <a:pt x="195199" y="3857375"/>
                    <a:pt x="202692" y="3858391"/>
                    <a:pt x="210312" y="3859153"/>
                  </a:cubicBezTo>
                  <a:cubicBezTo>
                    <a:pt x="217932" y="3859916"/>
                    <a:pt x="225425" y="3860296"/>
                    <a:pt x="232918" y="3860296"/>
                  </a:cubicBezTo>
                  <a:lnTo>
                    <a:pt x="3624709" y="3860296"/>
                  </a:lnTo>
                  <a:cubicBezTo>
                    <a:pt x="3632329" y="3860296"/>
                    <a:pt x="3639822" y="3859916"/>
                    <a:pt x="3647315" y="3859153"/>
                  </a:cubicBezTo>
                  <a:cubicBezTo>
                    <a:pt x="3654808" y="3858391"/>
                    <a:pt x="3662428" y="3857249"/>
                    <a:pt x="3669921" y="3855851"/>
                  </a:cubicBezTo>
                  <a:cubicBezTo>
                    <a:pt x="3677414" y="3854454"/>
                    <a:pt x="3684780" y="3852550"/>
                    <a:pt x="3692019" y="3850263"/>
                  </a:cubicBezTo>
                  <a:cubicBezTo>
                    <a:pt x="3699258" y="3847977"/>
                    <a:pt x="3706497" y="3845438"/>
                    <a:pt x="3713482" y="3842516"/>
                  </a:cubicBezTo>
                  <a:cubicBezTo>
                    <a:pt x="3720467" y="3839595"/>
                    <a:pt x="3727452" y="3836294"/>
                    <a:pt x="3734183" y="3832738"/>
                  </a:cubicBezTo>
                  <a:cubicBezTo>
                    <a:pt x="3740914" y="3829182"/>
                    <a:pt x="3747391" y="3825244"/>
                    <a:pt x="3753741" y="3821053"/>
                  </a:cubicBezTo>
                  <a:cubicBezTo>
                    <a:pt x="3760091" y="3816863"/>
                    <a:pt x="3766187" y="3812290"/>
                    <a:pt x="3772156" y="3807464"/>
                  </a:cubicBezTo>
                  <a:cubicBezTo>
                    <a:pt x="3778125" y="3802638"/>
                    <a:pt x="3783713" y="3797558"/>
                    <a:pt x="3789047" y="3792097"/>
                  </a:cubicBezTo>
                  <a:cubicBezTo>
                    <a:pt x="3794381" y="3786637"/>
                    <a:pt x="3799588" y="3781049"/>
                    <a:pt x="3804414" y="3775207"/>
                  </a:cubicBezTo>
                  <a:cubicBezTo>
                    <a:pt x="3809240" y="3769364"/>
                    <a:pt x="3813812" y="3763141"/>
                    <a:pt x="3818003" y="3756791"/>
                  </a:cubicBezTo>
                  <a:cubicBezTo>
                    <a:pt x="3822194" y="3750441"/>
                    <a:pt x="3826131" y="3743964"/>
                    <a:pt x="3829814" y="3737233"/>
                  </a:cubicBezTo>
                  <a:cubicBezTo>
                    <a:pt x="3833497" y="3730502"/>
                    <a:pt x="3836672" y="3723644"/>
                    <a:pt x="3839593" y="3716532"/>
                  </a:cubicBezTo>
                  <a:cubicBezTo>
                    <a:pt x="3842514" y="3709420"/>
                    <a:pt x="3845054" y="3702308"/>
                    <a:pt x="3847340" y="3695069"/>
                  </a:cubicBezTo>
                  <a:cubicBezTo>
                    <a:pt x="3849626" y="3687831"/>
                    <a:pt x="3851404" y="3680338"/>
                    <a:pt x="3852928" y="3672844"/>
                  </a:cubicBezTo>
                  <a:cubicBezTo>
                    <a:pt x="3854452" y="3665351"/>
                    <a:pt x="3855595" y="3657858"/>
                    <a:pt x="3856357" y="3650238"/>
                  </a:cubicBezTo>
                  <a:cubicBezTo>
                    <a:pt x="3857119" y="3642619"/>
                    <a:pt x="3857500" y="3634999"/>
                    <a:pt x="3857500" y="3627378"/>
                  </a:cubicBezTo>
                  <a:lnTo>
                    <a:pt x="3857500" y="233427"/>
                  </a:lnTo>
                  <a:cubicBezTo>
                    <a:pt x="3857500" y="225807"/>
                    <a:pt x="3857119" y="218187"/>
                    <a:pt x="3856357" y="210567"/>
                  </a:cubicBezTo>
                  <a:cubicBezTo>
                    <a:pt x="3855595" y="202947"/>
                    <a:pt x="3854452" y="195454"/>
                    <a:pt x="3853055" y="187961"/>
                  </a:cubicBezTo>
                  <a:cubicBezTo>
                    <a:pt x="3851658" y="180468"/>
                    <a:pt x="3849753" y="173102"/>
                    <a:pt x="3847467" y="165736"/>
                  </a:cubicBezTo>
                  <a:cubicBezTo>
                    <a:pt x="3845181" y="158369"/>
                    <a:pt x="3842641" y="151257"/>
                    <a:pt x="3839720" y="144146"/>
                  </a:cubicBezTo>
                  <a:cubicBezTo>
                    <a:pt x="3836799" y="137033"/>
                    <a:pt x="3833497" y="130175"/>
                    <a:pt x="3829941" y="123444"/>
                  </a:cubicBezTo>
                  <a:cubicBezTo>
                    <a:pt x="3826385" y="116714"/>
                    <a:pt x="3822448" y="110109"/>
                    <a:pt x="3818257" y="103759"/>
                  </a:cubicBezTo>
                  <a:cubicBezTo>
                    <a:pt x="3814066" y="97409"/>
                    <a:pt x="3809494" y="91313"/>
                    <a:pt x="3804668" y="85344"/>
                  </a:cubicBezTo>
                  <a:cubicBezTo>
                    <a:pt x="3799842" y="79375"/>
                    <a:pt x="3794762" y="73787"/>
                    <a:pt x="3789301" y="68326"/>
                  </a:cubicBezTo>
                  <a:cubicBezTo>
                    <a:pt x="3783840" y="62865"/>
                    <a:pt x="3778252" y="57785"/>
                    <a:pt x="3772410" y="52959"/>
                  </a:cubicBezTo>
                  <a:cubicBezTo>
                    <a:pt x="3766568" y="48133"/>
                    <a:pt x="3760345" y="43561"/>
                    <a:pt x="3753995" y="39370"/>
                  </a:cubicBezTo>
                  <a:cubicBezTo>
                    <a:pt x="3747645" y="35179"/>
                    <a:pt x="3741168" y="31242"/>
                    <a:pt x="3734437" y="27559"/>
                  </a:cubicBezTo>
                  <a:cubicBezTo>
                    <a:pt x="3727706" y="23876"/>
                    <a:pt x="3720848" y="20701"/>
                    <a:pt x="3713736" y="17780"/>
                  </a:cubicBezTo>
                  <a:cubicBezTo>
                    <a:pt x="3706624" y="14859"/>
                    <a:pt x="3699512" y="12319"/>
                    <a:pt x="3692146" y="10033"/>
                  </a:cubicBezTo>
                  <a:cubicBezTo>
                    <a:pt x="3684780" y="7747"/>
                    <a:pt x="3677414" y="5969"/>
                    <a:pt x="3669921" y="4445"/>
                  </a:cubicBezTo>
                  <a:cubicBezTo>
                    <a:pt x="3662428" y="2921"/>
                    <a:pt x="3654935" y="1778"/>
                    <a:pt x="3647315" y="1143"/>
                  </a:cubicBezTo>
                  <a:cubicBezTo>
                    <a:pt x="3639695" y="508"/>
                    <a:pt x="3632202" y="0"/>
                    <a:pt x="3624582" y="0"/>
                  </a:cubicBezTo>
                  <a:cubicBezTo>
                    <a:pt x="3624582" y="0"/>
                    <a:pt x="3624582" y="0"/>
                    <a:pt x="3624455" y="0"/>
                  </a:cubicBezTo>
                  <a:lnTo>
                    <a:pt x="233045" y="0"/>
                  </a:lnTo>
                  <a:cubicBezTo>
                    <a:pt x="233045" y="0"/>
                    <a:pt x="233045" y="0"/>
                    <a:pt x="232918" y="0"/>
                  </a:cubicBezTo>
                  <a:close/>
                </a:path>
              </a:pathLst>
            </a:custGeom>
            <a:solidFill>
              <a:srgbClr val="98D7E5"/>
            </a:solidFill>
          </p:spPr>
        </p:sp>
        <p:sp>
          <p:nvSpPr>
            <p:cNvPr id="9" name="Freeform 9"/>
            <p:cNvSpPr/>
            <p:nvPr/>
          </p:nvSpPr>
          <p:spPr>
            <a:xfrm>
              <a:off x="1780287" y="63500"/>
              <a:ext cx="295148" cy="533401"/>
            </a:xfrm>
            <a:custGeom>
              <a:avLst/>
              <a:gdLst/>
              <a:ahLst/>
              <a:cxnLst/>
              <a:rect l="l" t="t" r="r" b="b"/>
              <a:pathLst>
                <a:path w="295148" h="533401">
                  <a:moveTo>
                    <a:pt x="147828" y="533401"/>
                  </a:moveTo>
                  <a:cubicBezTo>
                    <a:pt x="138176" y="533401"/>
                    <a:pt x="128524" y="532512"/>
                    <a:pt x="119126" y="530607"/>
                  </a:cubicBezTo>
                  <a:cubicBezTo>
                    <a:pt x="109728" y="528702"/>
                    <a:pt x="100457" y="525908"/>
                    <a:pt x="91440" y="522225"/>
                  </a:cubicBezTo>
                  <a:cubicBezTo>
                    <a:pt x="82423" y="518542"/>
                    <a:pt x="74041" y="513970"/>
                    <a:pt x="65913" y="508636"/>
                  </a:cubicBezTo>
                  <a:cubicBezTo>
                    <a:pt x="57785" y="503302"/>
                    <a:pt x="50419" y="497206"/>
                    <a:pt x="43561" y="490348"/>
                  </a:cubicBezTo>
                  <a:cubicBezTo>
                    <a:pt x="36703" y="483490"/>
                    <a:pt x="30607" y="476124"/>
                    <a:pt x="25146" y="467996"/>
                  </a:cubicBezTo>
                  <a:cubicBezTo>
                    <a:pt x="19685" y="459868"/>
                    <a:pt x="15240" y="451486"/>
                    <a:pt x="11430" y="442469"/>
                  </a:cubicBezTo>
                  <a:cubicBezTo>
                    <a:pt x="7620" y="433452"/>
                    <a:pt x="4953" y="424308"/>
                    <a:pt x="2921" y="414783"/>
                  </a:cubicBezTo>
                  <a:cubicBezTo>
                    <a:pt x="889" y="405257"/>
                    <a:pt x="0" y="395732"/>
                    <a:pt x="0" y="385953"/>
                  </a:cubicBezTo>
                  <a:lnTo>
                    <a:pt x="0" y="147701"/>
                  </a:lnTo>
                  <a:cubicBezTo>
                    <a:pt x="0" y="138049"/>
                    <a:pt x="889" y="128397"/>
                    <a:pt x="2794" y="118872"/>
                  </a:cubicBezTo>
                  <a:cubicBezTo>
                    <a:pt x="4699" y="109347"/>
                    <a:pt x="7493" y="100076"/>
                    <a:pt x="11176" y="91186"/>
                  </a:cubicBezTo>
                  <a:cubicBezTo>
                    <a:pt x="14859" y="82296"/>
                    <a:pt x="19431" y="73660"/>
                    <a:pt x="24765" y="65659"/>
                  </a:cubicBezTo>
                  <a:cubicBezTo>
                    <a:pt x="30099" y="57658"/>
                    <a:pt x="36322" y="50165"/>
                    <a:pt x="43180" y="43307"/>
                  </a:cubicBezTo>
                  <a:cubicBezTo>
                    <a:pt x="50038" y="36449"/>
                    <a:pt x="57531" y="30353"/>
                    <a:pt x="65532" y="24892"/>
                  </a:cubicBezTo>
                  <a:cubicBezTo>
                    <a:pt x="73533" y="19431"/>
                    <a:pt x="82042" y="14986"/>
                    <a:pt x="91059" y="11176"/>
                  </a:cubicBezTo>
                  <a:cubicBezTo>
                    <a:pt x="100076" y="7366"/>
                    <a:pt x="109220" y="4699"/>
                    <a:pt x="118745" y="2794"/>
                  </a:cubicBezTo>
                  <a:cubicBezTo>
                    <a:pt x="128270" y="889"/>
                    <a:pt x="137795" y="0"/>
                    <a:pt x="147574" y="0"/>
                  </a:cubicBezTo>
                  <a:cubicBezTo>
                    <a:pt x="157353" y="0"/>
                    <a:pt x="166878" y="889"/>
                    <a:pt x="176403" y="2794"/>
                  </a:cubicBezTo>
                  <a:cubicBezTo>
                    <a:pt x="185928" y="4699"/>
                    <a:pt x="195199" y="7493"/>
                    <a:pt x="204089" y="11176"/>
                  </a:cubicBezTo>
                  <a:cubicBezTo>
                    <a:pt x="212979" y="14859"/>
                    <a:pt x="221615" y="19431"/>
                    <a:pt x="229616" y="24892"/>
                  </a:cubicBezTo>
                  <a:cubicBezTo>
                    <a:pt x="237617" y="30353"/>
                    <a:pt x="245110" y="36449"/>
                    <a:pt x="251968" y="43307"/>
                  </a:cubicBezTo>
                  <a:cubicBezTo>
                    <a:pt x="258826" y="50165"/>
                    <a:pt x="264922" y="57658"/>
                    <a:pt x="270383" y="65659"/>
                  </a:cubicBezTo>
                  <a:cubicBezTo>
                    <a:pt x="275844" y="73660"/>
                    <a:pt x="280289" y="82296"/>
                    <a:pt x="283972" y="91186"/>
                  </a:cubicBezTo>
                  <a:cubicBezTo>
                    <a:pt x="287655" y="100076"/>
                    <a:pt x="290449" y="109347"/>
                    <a:pt x="292354" y="118872"/>
                  </a:cubicBezTo>
                  <a:cubicBezTo>
                    <a:pt x="294259" y="128397"/>
                    <a:pt x="295148" y="138049"/>
                    <a:pt x="295148" y="147701"/>
                  </a:cubicBezTo>
                  <a:lnTo>
                    <a:pt x="295148" y="385953"/>
                  </a:lnTo>
                  <a:cubicBezTo>
                    <a:pt x="295148" y="395605"/>
                    <a:pt x="294132" y="405257"/>
                    <a:pt x="292227" y="414783"/>
                  </a:cubicBezTo>
                  <a:cubicBezTo>
                    <a:pt x="290322" y="424308"/>
                    <a:pt x="287528" y="433452"/>
                    <a:pt x="283718" y="442469"/>
                  </a:cubicBezTo>
                  <a:cubicBezTo>
                    <a:pt x="279908" y="451486"/>
                    <a:pt x="275463" y="459868"/>
                    <a:pt x="270002" y="467996"/>
                  </a:cubicBezTo>
                  <a:cubicBezTo>
                    <a:pt x="264541" y="476124"/>
                    <a:pt x="258445" y="483490"/>
                    <a:pt x="251587" y="490348"/>
                  </a:cubicBezTo>
                  <a:cubicBezTo>
                    <a:pt x="244729" y="497206"/>
                    <a:pt x="237236" y="503302"/>
                    <a:pt x="229235" y="508636"/>
                  </a:cubicBezTo>
                  <a:cubicBezTo>
                    <a:pt x="221234" y="513970"/>
                    <a:pt x="212725" y="518542"/>
                    <a:pt x="203708" y="522225"/>
                  </a:cubicBezTo>
                  <a:cubicBezTo>
                    <a:pt x="194691" y="525908"/>
                    <a:pt x="185547" y="528702"/>
                    <a:pt x="176022" y="530607"/>
                  </a:cubicBezTo>
                  <a:cubicBezTo>
                    <a:pt x="166497" y="532512"/>
                    <a:pt x="156972" y="533401"/>
                    <a:pt x="147320" y="533401"/>
                  </a:cubicBezTo>
                  <a:close/>
                </a:path>
              </a:pathLst>
            </a:custGeom>
            <a:solidFill>
              <a:srgbClr val="40403F"/>
            </a:solidFill>
          </p:spPr>
        </p:sp>
        <p:sp>
          <p:nvSpPr>
            <p:cNvPr id="10" name="Freeform 10"/>
            <p:cNvSpPr/>
            <p:nvPr/>
          </p:nvSpPr>
          <p:spPr>
            <a:xfrm>
              <a:off x="2212468" y="63500"/>
              <a:ext cx="295148" cy="533401"/>
            </a:xfrm>
            <a:custGeom>
              <a:avLst/>
              <a:gdLst/>
              <a:ahLst/>
              <a:cxnLst/>
              <a:rect l="l" t="t" r="r" b="b"/>
              <a:pathLst>
                <a:path w="295148" h="533401">
                  <a:moveTo>
                    <a:pt x="147828" y="533401"/>
                  </a:moveTo>
                  <a:cubicBezTo>
                    <a:pt x="138177" y="533401"/>
                    <a:pt x="128524" y="532512"/>
                    <a:pt x="119127" y="530607"/>
                  </a:cubicBezTo>
                  <a:cubicBezTo>
                    <a:pt x="109728" y="528702"/>
                    <a:pt x="100457" y="525908"/>
                    <a:pt x="91440" y="522225"/>
                  </a:cubicBezTo>
                  <a:cubicBezTo>
                    <a:pt x="82424" y="518542"/>
                    <a:pt x="74041" y="513970"/>
                    <a:pt x="65913" y="508636"/>
                  </a:cubicBezTo>
                  <a:cubicBezTo>
                    <a:pt x="57785" y="503302"/>
                    <a:pt x="50419" y="497206"/>
                    <a:pt x="43561" y="490348"/>
                  </a:cubicBezTo>
                  <a:cubicBezTo>
                    <a:pt x="36703" y="483490"/>
                    <a:pt x="30607" y="476124"/>
                    <a:pt x="25146" y="467996"/>
                  </a:cubicBezTo>
                  <a:cubicBezTo>
                    <a:pt x="19685" y="459868"/>
                    <a:pt x="15240" y="451486"/>
                    <a:pt x="11430" y="442469"/>
                  </a:cubicBezTo>
                  <a:cubicBezTo>
                    <a:pt x="7620" y="433452"/>
                    <a:pt x="4953" y="424308"/>
                    <a:pt x="2921" y="414783"/>
                  </a:cubicBezTo>
                  <a:cubicBezTo>
                    <a:pt x="889" y="405257"/>
                    <a:pt x="0" y="395732"/>
                    <a:pt x="0" y="385953"/>
                  </a:cubicBezTo>
                  <a:lnTo>
                    <a:pt x="0" y="147701"/>
                  </a:lnTo>
                  <a:cubicBezTo>
                    <a:pt x="0" y="138049"/>
                    <a:pt x="889" y="128397"/>
                    <a:pt x="2794" y="118872"/>
                  </a:cubicBezTo>
                  <a:cubicBezTo>
                    <a:pt x="4699" y="109347"/>
                    <a:pt x="7493" y="100076"/>
                    <a:pt x="11176" y="91186"/>
                  </a:cubicBezTo>
                  <a:cubicBezTo>
                    <a:pt x="14859" y="82296"/>
                    <a:pt x="19431" y="73660"/>
                    <a:pt x="24765" y="65659"/>
                  </a:cubicBezTo>
                  <a:cubicBezTo>
                    <a:pt x="30099" y="57658"/>
                    <a:pt x="36322" y="50165"/>
                    <a:pt x="43180" y="43307"/>
                  </a:cubicBezTo>
                  <a:cubicBezTo>
                    <a:pt x="50038" y="36449"/>
                    <a:pt x="57531" y="30353"/>
                    <a:pt x="65532" y="24892"/>
                  </a:cubicBezTo>
                  <a:cubicBezTo>
                    <a:pt x="73533" y="19431"/>
                    <a:pt x="82043" y="14986"/>
                    <a:pt x="91059" y="11176"/>
                  </a:cubicBezTo>
                  <a:cubicBezTo>
                    <a:pt x="100077" y="7366"/>
                    <a:pt x="109221" y="4699"/>
                    <a:pt x="118746" y="2794"/>
                  </a:cubicBezTo>
                  <a:cubicBezTo>
                    <a:pt x="128271" y="889"/>
                    <a:pt x="137796" y="0"/>
                    <a:pt x="147574" y="0"/>
                  </a:cubicBezTo>
                  <a:cubicBezTo>
                    <a:pt x="157353" y="0"/>
                    <a:pt x="166878" y="889"/>
                    <a:pt x="176403" y="2794"/>
                  </a:cubicBezTo>
                  <a:cubicBezTo>
                    <a:pt x="185928" y="4699"/>
                    <a:pt x="195199" y="7493"/>
                    <a:pt x="204090" y="11176"/>
                  </a:cubicBezTo>
                  <a:cubicBezTo>
                    <a:pt x="212979" y="14859"/>
                    <a:pt x="221615" y="19431"/>
                    <a:pt x="229616" y="24892"/>
                  </a:cubicBezTo>
                  <a:cubicBezTo>
                    <a:pt x="237618" y="30353"/>
                    <a:pt x="245110" y="36449"/>
                    <a:pt x="251968" y="43307"/>
                  </a:cubicBezTo>
                  <a:cubicBezTo>
                    <a:pt x="258827" y="50165"/>
                    <a:pt x="264922" y="57658"/>
                    <a:pt x="270383" y="65659"/>
                  </a:cubicBezTo>
                  <a:cubicBezTo>
                    <a:pt x="275844" y="73660"/>
                    <a:pt x="280290" y="82296"/>
                    <a:pt x="283972" y="91186"/>
                  </a:cubicBezTo>
                  <a:cubicBezTo>
                    <a:pt x="287655" y="100076"/>
                    <a:pt x="290449" y="109347"/>
                    <a:pt x="292354" y="118872"/>
                  </a:cubicBezTo>
                  <a:cubicBezTo>
                    <a:pt x="294259" y="128397"/>
                    <a:pt x="295149" y="138049"/>
                    <a:pt x="295149" y="147701"/>
                  </a:cubicBezTo>
                  <a:lnTo>
                    <a:pt x="295149" y="385953"/>
                  </a:lnTo>
                  <a:cubicBezTo>
                    <a:pt x="295149" y="395605"/>
                    <a:pt x="294132" y="405257"/>
                    <a:pt x="292227" y="414783"/>
                  </a:cubicBezTo>
                  <a:cubicBezTo>
                    <a:pt x="290322" y="424308"/>
                    <a:pt x="287528" y="433452"/>
                    <a:pt x="283718" y="442469"/>
                  </a:cubicBezTo>
                  <a:cubicBezTo>
                    <a:pt x="279908" y="451486"/>
                    <a:pt x="275463" y="459868"/>
                    <a:pt x="270002" y="467996"/>
                  </a:cubicBezTo>
                  <a:cubicBezTo>
                    <a:pt x="264541" y="476124"/>
                    <a:pt x="258446" y="483490"/>
                    <a:pt x="251587" y="490348"/>
                  </a:cubicBezTo>
                  <a:cubicBezTo>
                    <a:pt x="244729" y="497206"/>
                    <a:pt x="237236" y="503302"/>
                    <a:pt x="229235" y="508636"/>
                  </a:cubicBezTo>
                  <a:cubicBezTo>
                    <a:pt x="221234" y="513970"/>
                    <a:pt x="212725" y="518542"/>
                    <a:pt x="203708" y="522225"/>
                  </a:cubicBezTo>
                  <a:cubicBezTo>
                    <a:pt x="194691" y="525908"/>
                    <a:pt x="185547" y="528702"/>
                    <a:pt x="176022" y="530607"/>
                  </a:cubicBezTo>
                  <a:cubicBezTo>
                    <a:pt x="166497" y="532512"/>
                    <a:pt x="156972" y="533401"/>
                    <a:pt x="147321" y="533401"/>
                  </a:cubicBezTo>
                  <a:close/>
                </a:path>
              </a:pathLst>
            </a:custGeom>
            <a:solidFill>
              <a:srgbClr val="40403F"/>
            </a:solidFill>
          </p:spPr>
        </p:sp>
        <p:sp>
          <p:nvSpPr>
            <p:cNvPr id="11" name="Freeform 11"/>
            <p:cNvSpPr/>
            <p:nvPr/>
          </p:nvSpPr>
          <p:spPr>
            <a:xfrm>
              <a:off x="1599439" y="1084073"/>
              <a:ext cx="3306320" cy="2799845"/>
            </a:xfrm>
            <a:custGeom>
              <a:avLst/>
              <a:gdLst/>
              <a:ahLst/>
              <a:cxnLst/>
              <a:rect l="l" t="t" r="r" b="b"/>
              <a:pathLst>
                <a:path w="3306320" h="2799845">
                  <a:moveTo>
                    <a:pt x="0" y="0"/>
                  </a:moveTo>
                  <a:lnTo>
                    <a:pt x="3306320" y="0"/>
                  </a:lnTo>
                  <a:lnTo>
                    <a:pt x="3306320" y="2799845"/>
                  </a:lnTo>
                  <a:lnTo>
                    <a:pt x="0" y="2799845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2" name="Freeform 12"/>
            <p:cNvSpPr/>
            <p:nvPr/>
          </p:nvSpPr>
          <p:spPr>
            <a:xfrm>
              <a:off x="1599439" y="1084073"/>
              <a:ext cx="3306320" cy="2799845"/>
            </a:xfrm>
            <a:custGeom>
              <a:avLst/>
              <a:gdLst/>
              <a:ahLst/>
              <a:cxnLst/>
              <a:rect l="l" t="t" r="r" b="b"/>
              <a:pathLst>
                <a:path w="3306320" h="2799845">
                  <a:moveTo>
                    <a:pt x="3306320" y="2115314"/>
                  </a:moveTo>
                  <a:lnTo>
                    <a:pt x="3306320" y="2799845"/>
                  </a:lnTo>
                  <a:lnTo>
                    <a:pt x="0" y="2799845"/>
                  </a:lnTo>
                  <a:lnTo>
                    <a:pt x="0" y="0"/>
                  </a:lnTo>
                  <a:lnTo>
                    <a:pt x="593471" y="0"/>
                  </a:lnTo>
                  <a:cubicBezTo>
                    <a:pt x="617220" y="573279"/>
                    <a:pt x="886460" y="2329945"/>
                    <a:pt x="3306320" y="2115314"/>
                  </a:cubicBezTo>
                  <a:close/>
                </a:path>
              </a:pathLst>
            </a:custGeom>
            <a:solidFill>
              <a:srgbClr val="EEF0F4"/>
            </a:solidFill>
          </p:spPr>
        </p:sp>
        <p:sp>
          <p:nvSpPr>
            <p:cNvPr id="13" name="Freeform 13"/>
            <p:cNvSpPr/>
            <p:nvPr/>
          </p:nvSpPr>
          <p:spPr>
            <a:xfrm>
              <a:off x="1323722" y="63500"/>
              <a:ext cx="3860421" cy="4114805"/>
            </a:xfrm>
            <a:custGeom>
              <a:avLst/>
              <a:gdLst/>
              <a:ahLst/>
              <a:cxnLst/>
              <a:rect l="l" t="t" r="r" b="b"/>
              <a:pathLst>
                <a:path w="3860421" h="4114805">
                  <a:moveTo>
                    <a:pt x="0" y="4114805"/>
                  </a:moveTo>
                  <a:lnTo>
                    <a:pt x="3860421" y="4114805"/>
                  </a:lnTo>
                  <a:lnTo>
                    <a:pt x="386042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4" name="Freeform 14"/>
            <p:cNvSpPr/>
            <p:nvPr/>
          </p:nvSpPr>
          <p:spPr>
            <a:xfrm>
              <a:off x="63500" y="4035683"/>
              <a:ext cx="1161289" cy="1804291"/>
            </a:xfrm>
            <a:custGeom>
              <a:avLst/>
              <a:gdLst/>
              <a:ahLst/>
              <a:cxnLst/>
              <a:rect l="l" t="t" r="r" b="b"/>
              <a:pathLst>
                <a:path w="1161289" h="1804291">
                  <a:moveTo>
                    <a:pt x="0" y="1804291"/>
                  </a:moveTo>
                  <a:lnTo>
                    <a:pt x="1161289" y="1804291"/>
                  </a:lnTo>
                  <a:lnTo>
                    <a:pt x="116128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id="15" name="Group 15"/>
          <p:cNvGrpSpPr/>
          <p:nvPr/>
        </p:nvGrpSpPr>
        <p:grpSpPr>
          <a:xfrm>
            <a:off x="4180208" y="974446"/>
            <a:ext cx="7702801" cy="1955797"/>
            <a:chOff x="0" y="0"/>
            <a:chExt cx="7702804" cy="1955800"/>
          </a:xfrm>
        </p:grpSpPr>
        <p:sp>
          <p:nvSpPr>
            <p:cNvPr id="16" name="Freeform 16"/>
            <p:cNvSpPr/>
            <p:nvPr/>
          </p:nvSpPr>
          <p:spPr>
            <a:xfrm>
              <a:off x="63627" y="63500"/>
              <a:ext cx="7572124" cy="1828800"/>
            </a:xfrm>
            <a:custGeom>
              <a:avLst/>
              <a:gdLst/>
              <a:ahLst/>
              <a:cxnLst/>
              <a:rect l="l" t="t" r="r" b="b"/>
              <a:pathLst>
                <a:path w="7572124" h="1828800">
                  <a:moveTo>
                    <a:pt x="7473699" y="1730375"/>
                  </a:moveTo>
                  <a:cubicBezTo>
                    <a:pt x="7557900" y="1646174"/>
                    <a:pt x="7572124" y="1496568"/>
                    <a:pt x="7572124" y="1193038"/>
                  </a:cubicBezTo>
                  <a:lnTo>
                    <a:pt x="7572124" y="743331"/>
                  </a:lnTo>
                  <a:cubicBezTo>
                    <a:pt x="7572124" y="439801"/>
                    <a:pt x="7557900" y="290195"/>
                    <a:pt x="7473699" y="205867"/>
                  </a:cubicBezTo>
                  <a:cubicBezTo>
                    <a:pt x="7454903" y="187071"/>
                    <a:pt x="7432932" y="171831"/>
                    <a:pt x="7406770" y="159385"/>
                  </a:cubicBezTo>
                  <a:lnTo>
                    <a:pt x="7406516" y="159258"/>
                  </a:lnTo>
                  <a:lnTo>
                    <a:pt x="7179567" y="51943"/>
                  </a:lnTo>
                  <a:lnTo>
                    <a:pt x="7179312" y="51816"/>
                  </a:lnTo>
                  <a:cubicBezTo>
                    <a:pt x="7087872" y="8509"/>
                    <a:pt x="6944997" y="0"/>
                    <a:pt x="6709412" y="0"/>
                  </a:cubicBezTo>
                  <a:lnTo>
                    <a:pt x="635381" y="0"/>
                  </a:lnTo>
                  <a:cubicBezTo>
                    <a:pt x="332105" y="0"/>
                    <a:pt x="182499" y="14224"/>
                    <a:pt x="98298" y="98425"/>
                  </a:cubicBezTo>
                  <a:cubicBezTo>
                    <a:pt x="85471" y="111379"/>
                    <a:pt x="74168" y="125730"/>
                    <a:pt x="64389" y="141986"/>
                  </a:cubicBezTo>
                  <a:cubicBezTo>
                    <a:pt x="10160" y="232029"/>
                    <a:pt x="0" y="378714"/>
                    <a:pt x="0" y="635762"/>
                  </a:cubicBezTo>
                  <a:lnTo>
                    <a:pt x="0" y="1085342"/>
                  </a:lnTo>
                  <a:cubicBezTo>
                    <a:pt x="0" y="1388872"/>
                    <a:pt x="14224" y="1538478"/>
                    <a:pt x="98425" y="1622679"/>
                  </a:cubicBezTo>
                  <a:cubicBezTo>
                    <a:pt x="117094" y="1641348"/>
                    <a:pt x="139065" y="1656588"/>
                    <a:pt x="165100" y="1669034"/>
                  </a:cubicBezTo>
                  <a:cubicBezTo>
                    <a:pt x="165227" y="1669034"/>
                    <a:pt x="165227" y="1669161"/>
                    <a:pt x="165354" y="1669161"/>
                  </a:cubicBezTo>
                  <a:lnTo>
                    <a:pt x="391287" y="1776603"/>
                  </a:lnTo>
                  <a:lnTo>
                    <a:pt x="391541" y="1776730"/>
                  </a:lnTo>
                  <a:lnTo>
                    <a:pt x="391795" y="1776857"/>
                  </a:lnTo>
                  <a:cubicBezTo>
                    <a:pt x="483235" y="1820164"/>
                    <a:pt x="626110" y="1828800"/>
                    <a:pt x="861949" y="1828800"/>
                  </a:cubicBezTo>
                  <a:lnTo>
                    <a:pt x="6936615" y="1828800"/>
                  </a:lnTo>
                  <a:cubicBezTo>
                    <a:pt x="7240019" y="1828800"/>
                    <a:pt x="7389498" y="1814576"/>
                    <a:pt x="7473699" y="1730375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" name="Freeform 17"/>
            <p:cNvSpPr/>
            <p:nvPr/>
          </p:nvSpPr>
          <p:spPr>
            <a:xfrm>
              <a:off x="75311" y="75311"/>
              <a:ext cx="7321426" cy="1697482"/>
            </a:xfrm>
            <a:custGeom>
              <a:avLst/>
              <a:gdLst/>
              <a:ahLst/>
              <a:cxnLst/>
              <a:rect l="l" t="t" r="r" b="b"/>
              <a:pathLst>
                <a:path w="7321426" h="1697482">
                  <a:moveTo>
                    <a:pt x="6697728" y="0"/>
                  </a:moveTo>
                  <a:cubicBezTo>
                    <a:pt x="7276087" y="0"/>
                    <a:pt x="7321426" y="45339"/>
                    <a:pt x="7321426" y="623951"/>
                  </a:cubicBezTo>
                  <a:lnTo>
                    <a:pt x="7321426" y="1073531"/>
                  </a:lnTo>
                  <a:cubicBezTo>
                    <a:pt x="7321426" y="1652270"/>
                    <a:pt x="7276214" y="1697482"/>
                    <a:pt x="6697728" y="1697482"/>
                  </a:cubicBezTo>
                  <a:lnTo>
                    <a:pt x="623697" y="1697482"/>
                  </a:lnTo>
                  <a:cubicBezTo>
                    <a:pt x="45339" y="1697482"/>
                    <a:pt x="0" y="1652143"/>
                    <a:pt x="0" y="1073531"/>
                  </a:cubicBezTo>
                  <a:lnTo>
                    <a:pt x="0" y="623951"/>
                  </a:lnTo>
                  <a:cubicBezTo>
                    <a:pt x="127" y="45339"/>
                    <a:pt x="45339" y="0"/>
                    <a:pt x="623697" y="0"/>
                  </a:cubicBezTo>
                  <a:lnTo>
                    <a:pt x="6697728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8" name="Freeform 18"/>
            <p:cNvSpPr/>
            <p:nvPr/>
          </p:nvSpPr>
          <p:spPr>
            <a:xfrm>
              <a:off x="67183" y="67183"/>
              <a:ext cx="7337682" cy="1713738"/>
            </a:xfrm>
            <a:custGeom>
              <a:avLst/>
              <a:gdLst/>
              <a:ahLst/>
              <a:cxnLst/>
              <a:rect l="l" t="t" r="r" b="b"/>
              <a:pathLst>
                <a:path w="7337682" h="1713738">
                  <a:moveTo>
                    <a:pt x="6705856" y="0"/>
                  </a:moveTo>
                  <a:cubicBezTo>
                    <a:pt x="7288787" y="0"/>
                    <a:pt x="7337682" y="48895"/>
                    <a:pt x="7337682" y="632079"/>
                  </a:cubicBezTo>
                  <a:lnTo>
                    <a:pt x="7329554" y="632079"/>
                  </a:lnTo>
                  <a:lnTo>
                    <a:pt x="7337682" y="632079"/>
                  </a:lnTo>
                  <a:lnTo>
                    <a:pt x="7337682" y="1081659"/>
                  </a:lnTo>
                  <a:lnTo>
                    <a:pt x="7329554" y="1081659"/>
                  </a:lnTo>
                  <a:lnTo>
                    <a:pt x="7337682" y="1081659"/>
                  </a:lnTo>
                  <a:cubicBezTo>
                    <a:pt x="7337682" y="1664843"/>
                    <a:pt x="7288787" y="1713738"/>
                    <a:pt x="6705856" y="1713738"/>
                  </a:cubicBezTo>
                  <a:lnTo>
                    <a:pt x="6705856" y="1705610"/>
                  </a:lnTo>
                  <a:lnTo>
                    <a:pt x="6705856" y="1713738"/>
                  </a:lnTo>
                  <a:lnTo>
                    <a:pt x="631825" y="1713738"/>
                  </a:lnTo>
                  <a:lnTo>
                    <a:pt x="631825" y="1705610"/>
                  </a:lnTo>
                  <a:lnTo>
                    <a:pt x="631825" y="1713738"/>
                  </a:lnTo>
                  <a:cubicBezTo>
                    <a:pt x="48895" y="1713738"/>
                    <a:pt x="0" y="1664843"/>
                    <a:pt x="0" y="1081659"/>
                  </a:cubicBezTo>
                  <a:lnTo>
                    <a:pt x="8128" y="1081659"/>
                  </a:lnTo>
                  <a:lnTo>
                    <a:pt x="127" y="1081659"/>
                  </a:lnTo>
                  <a:lnTo>
                    <a:pt x="127" y="632079"/>
                  </a:lnTo>
                  <a:lnTo>
                    <a:pt x="8255" y="632079"/>
                  </a:lnTo>
                  <a:lnTo>
                    <a:pt x="127" y="632079"/>
                  </a:lnTo>
                  <a:cubicBezTo>
                    <a:pt x="127" y="48895"/>
                    <a:pt x="49022" y="0"/>
                    <a:pt x="631825" y="0"/>
                  </a:cubicBezTo>
                  <a:lnTo>
                    <a:pt x="631825" y="8128"/>
                  </a:lnTo>
                  <a:lnTo>
                    <a:pt x="631825" y="0"/>
                  </a:lnTo>
                  <a:lnTo>
                    <a:pt x="6705856" y="0"/>
                  </a:lnTo>
                  <a:lnTo>
                    <a:pt x="6705856" y="8128"/>
                  </a:lnTo>
                  <a:lnTo>
                    <a:pt x="6705856" y="0"/>
                  </a:lnTo>
                  <a:moveTo>
                    <a:pt x="6705856" y="16256"/>
                  </a:moveTo>
                  <a:lnTo>
                    <a:pt x="631825" y="16256"/>
                  </a:lnTo>
                  <a:cubicBezTo>
                    <a:pt x="58039" y="16256"/>
                    <a:pt x="16383" y="57912"/>
                    <a:pt x="16383" y="632079"/>
                  </a:cubicBezTo>
                  <a:lnTo>
                    <a:pt x="16383" y="1081659"/>
                  </a:lnTo>
                  <a:cubicBezTo>
                    <a:pt x="16383" y="1655826"/>
                    <a:pt x="58039" y="1697482"/>
                    <a:pt x="631952" y="1697482"/>
                  </a:cubicBezTo>
                  <a:lnTo>
                    <a:pt x="6705856" y="1697482"/>
                  </a:lnTo>
                  <a:cubicBezTo>
                    <a:pt x="7279770" y="1697482"/>
                    <a:pt x="7321426" y="1655826"/>
                    <a:pt x="7321426" y="1081659"/>
                  </a:cubicBezTo>
                  <a:lnTo>
                    <a:pt x="7321426" y="632079"/>
                  </a:lnTo>
                  <a:cubicBezTo>
                    <a:pt x="7321426" y="57912"/>
                    <a:pt x="7279770" y="16256"/>
                    <a:pt x="6705856" y="16256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" name="Freeform 19"/>
            <p:cNvSpPr/>
            <p:nvPr/>
          </p:nvSpPr>
          <p:spPr>
            <a:xfrm>
              <a:off x="63500" y="63500"/>
              <a:ext cx="7575807" cy="1828673"/>
            </a:xfrm>
            <a:custGeom>
              <a:avLst/>
              <a:gdLst/>
              <a:ahLst/>
              <a:cxnLst/>
              <a:rect l="l" t="t" r="r" b="b"/>
              <a:pathLst>
                <a:path w="7575807" h="1828673">
                  <a:moveTo>
                    <a:pt x="0" y="1828673"/>
                  </a:moveTo>
                  <a:lnTo>
                    <a:pt x="7575807" y="1828673"/>
                  </a:lnTo>
                  <a:lnTo>
                    <a:pt x="757580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id="20" name="Group 20"/>
          <p:cNvGrpSpPr/>
          <p:nvPr/>
        </p:nvGrpSpPr>
        <p:grpSpPr>
          <a:xfrm>
            <a:off x="6802745" y="3174997"/>
            <a:ext cx="3987432" cy="4241797"/>
            <a:chOff x="0" y="0"/>
            <a:chExt cx="3987432" cy="4241800"/>
          </a:xfrm>
        </p:grpSpPr>
        <p:sp>
          <p:nvSpPr>
            <p:cNvPr id="21" name="Freeform 21"/>
            <p:cNvSpPr/>
            <p:nvPr/>
          </p:nvSpPr>
          <p:spPr>
            <a:xfrm>
              <a:off x="63500" y="318135"/>
              <a:ext cx="3857499" cy="3860292"/>
            </a:xfrm>
            <a:custGeom>
              <a:avLst/>
              <a:gdLst/>
              <a:ahLst/>
              <a:cxnLst/>
              <a:rect l="l" t="t" r="r" b="b"/>
              <a:pathLst>
                <a:path w="3857499" h="3860292">
                  <a:moveTo>
                    <a:pt x="232918" y="127"/>
                  </a:moveTo>
                  <a:cubicBezTo>
                    <a:pt x="225298" y="127"/>
                    <a:pt x="217678" y="508"/>
                    <a:pt x="210185" y="1270"/>
                  </a:cubicBezTo>
                  <a:cubicBezTo>
                    <a:pt x="202692" y="2032"/>
                    <a:pt x="195072" y="3175"/>
                    <a:pt x="187579" y="4572"/>
                  </a:cubicBezTo>
                  <a:cubicBezTo>
                    <a:pt x="180086" y="5969"/>
                    <a:pt x="172720" y="7874"/>
                    <a:pt x="165354" y="10160"/>
                  </a:cubicBezTo>
                  <a:cubicBezTo>
                    <a:pt x="157988" y="12446"/>
                    <a:pt x="150876" y="14986"/>
                    <a:pt x="143764" y="17907"/>
                  </a:cubicBezTo>
                  <a:cubicBezTo>
                    <a:pt x="136652" y="20828"/>
                    <a:pt x="129794" y="24130"/>
                    <a:pt x="123063" y="27686"/>
                  </a:cubicBezTo>
                  <a:cubicBezTo>
                    <a:pt x="116332" y="31242"/>
                    <a:pt x="109855" y="35179"/>
                    <a:pt x="103505" y="39497"/>
                  </a:cubicBezTo>
                  <a:cubicBezTo>
                    <a:pt x="97155" y="43815"/>
                    <a:pt x="91059" y="48260"/>
                    <a:pt x="85090" y="53086"/>
                  </a:cubicBezTo>
                  <a:cubicBezTo>
                    <a:pt x="79121" y="57912"/>
                    <a:pt x="73533" y="63119"/>
                    <a:pt x="68199" y="68453"/>
                  </a:cubicBezTo>
                  <a:cubicBezTo>
                    <a:pt x="62865" y="73787"/>
                    <a:pt x="57658" y="79502"/>
                    <a:pt x="52832" y="85471"/>
                  </a:cubicBezTo>
                  <a:cubicBezTo>
                    <a:pt x="48006" y="91440"/>
                    <a:pt x="43434" y="97536"/>
                    <a:pt x="39243" y="103886"/>
                  </a:cubicBezTo>
                  <a:cubicBezTo>
                    <a:pt x="35052" y="110236"/>
                    <a:pt x="31115" y="116840"/>
                    <a:pt x="27559" y="123571"/>
                  </a:cubicBezTo>
                  <a:cubicBezTo>
                    <a:pt x="24003" y="130302"/>
                    <a:pt x="20701" y="137160"/>
                    <a:pt x="17780" y="144272"/>
                  </a:cubicBezTo>
                  <a:cubicBezTo>
                    <a:pt x="14859" y="151384"/>
                    <a:pt x="12319" y="158496"/>
                    <a:pt x="10033" y="165862"/>
                  </a:cubicBezTo>
                  <a:cubicBezTo>
                    <a:pt x="7747" y="173228"/>
                    <a:pt x="5969" y="180594"/>
                    <a:pt x="4445" y="188087"/>
                  </a:cubicBezTo>
                  <a:cubicBezTo>
                    <a:pt x="2921" y="195580"/>
                    <a:pt x="1905" y="203073"/>
                    <a:pt x="1143" y="210693"/>
                  </a:cubicBezTo>
                  <a:cubicBezTo>
                    <a:pt x="381" y="218313"/>
                    <a:pt x="0" y="225933"/>
                    <a:pt x="0" y="233553"/>
                  </a:cubicBezTo>
                  <a:lnTo>
                    <a:pt x="0" y="3627374"/>
                  </a:lnTo>
                  <a:cubicBezTo>
                    <a:pt x="0" y="3634994"/>
                    <a:pt x="381" y="3642614"/>
                    <a:pt x="1143" y="3650234"/>
                  </a:cubicBezTo>
                  <a:cubicBezTo>
                    <a:pt x="1905" y="3657854"/>
                    <a:pt x="3048" y="3665347"/>
                    <a:pt x="4572" y="3672840"/>
                  </a:cubicBezTo>
                  <a:cubicBezTo>
                    <a:pt x="6096" y="3680333"/>
                    <a:pt x="7874" y="3687699"/>
                    <a:pt x="10160" y="3695065"/>
                  </a:cubicBezTo>
                  <a:cubicBezTo>
                    <a:pt x="12446" y="3702431"/>
                    <a:pt x="14986" y="3709543"/>
                    <a:pt x="17907" y="3716528"/>
                  </a:cubicBezTo>
                  <a:cubicBezTo>
                    <a:pt x="20828" y="3723513"/>
                    <a:pt x="24130" y="3730498"/>
                    <a:pt x="27686" y="3737229"/>
                  </a:cubicBezTo>
                  <a:cubicBezTo>
                    <a:pt x="31242" y="3743960"/>
                    <a:pt x="35179" y="3750437"/>
                    <a:pt x="39497" y="3756787"/>
                  </a:cubicBezTo>
                  <a:cubicBezTo>
                    <a:pt x="43815" y="3763137"/>
                    <a:pt x="48260" y="3769233"/>
                    <a:pt x="53086" y="3775202"/>
                  </a:cubicBezTo>
                  <a:cubicBezTo>
                    <a:pt x="57912" y="3781171"/>
                    <a:pt x="62992" y="3786759"/>
                    <a:pt x="68453" y="3792093"/>
                  </a:cubicBezTo>
                  <a:cubicBezTo>
                    <a:pt x="73914" y="3797427"/>
                    <a:pt x="79502" y="3802634"/>
                    <a:pt x="85344" y="3807460"/>
                  </a:cubicBezTo>
                  <a:cubicBezTo>
                    <a:pt x="91186" y="3812286"/>
                    <a:pt x="97409" y="3816858"/>
                    <a:pt x="103759" y="3821049"/>
                  </a:cubicBezTo>
                  <a:cubicBezTo>
                    <a:pt x="110109" y="3825240"/>
                    <a:pt x="116586" y="3829177"/>
                    <a:pt x="123317" y="3832733"/>
                  </a:cubicBezTo>
                  <a:cubicBezTo>
                    <a:pt x="130048" y="3836289"/>
                    <a:pt x="136906" y="3839591"/>
                    <a:pt x="144018" y="3842512"/>
                  </a:cubicBezTo>
                  <a:cubicBezTo>
                    <a:pt x="151130" y="3845433"/>
                    <a:pt x="158242" y="3847973"/>
                    <a:pt x="165481" y="3850259"/>
                  </a:cubicBezTo>
                  <a:cubicBezTo>
                    <a:pt x="172720" y="3852545"/>
                    <a:pt x="180213" y="3854323"/>
                    <a:pt x="187579" y="3855847"/>
                  </a:cubicBezTo>
                  <a:cubicBezTo>
                    <a:pt x="194945" y="3857371"/>
                    <a:pt x="202565" y="3858387"/>
                    <a:pt x="210185" y="3859149"/>
                  </a:cubicBezTo>
                  <a:cubicBezTo>
                    <a:pt x="217805" y="3859911"/>
                    <a:pt x="225298" y="3860292"/>
                    <a:pt x="232791" y="3860292"/>
                  </a:cubicBezTo>
                  <a:lnTo>
                    <a:pt x="3624708" y="3860292"/>
                  </a:lnTo>
                  <a:cubicBezTo>
                    <a:pt x="3632328" y="3860292"/>
                    <a:pt x="3639821" y="3859911"/>
                    <a:pt x="3647314" y="3859149"/>
                  </a:cubicBezTo>
                  <a:cubicBezTo>
                    <a:pt x="3654807" y="3858387"/>
                    <a:pt x="3662428" y="3857244"/>
                    <a:pt x="3669920" y="3855847"/>
                  </a:cubicBezTo>
                  <a:cubicBezTo>
                    <a:pt x="3677414" y="3854450"/>
                    <a:pt x="3684780" y="3852545"/>
                    <a:pt x="3692018" y="3850259"/>
                  </a:cubicBezTo>
                  <a:cubicBezTo>
                    <a:pt x="3699258" y="3847973"/>
                    <a:pt x="3706497" y="3845433"/>
                    <a:pt x="3713481" y="3842512"/>
                  </a:cubicBezTo>
                  <a:cubicBezTo>
                    <a:pt x="3720467" y="3839591"/>
                    <a:pt x="3727452" y="3836289"/>
                    <a:pt x="3734183" y="3832733"/>
                  </a:cubicBezTo>
                  <a:cubicBezTo>
                    <a:pt x="3740914" y="3829177"/>
                    <a:pt x="3747391" y="3825240"/>
                    <a:pt x="3753741" y="3821049"/>
                  </a:cubicBezTo>
                  <a:cubicBezTo>
                    <a:pt x="3760091" y="3816858"/>
                    <a:pt x="3766187" y="3812286"/>
                    <a:pt x="3772155" y="3807460"/>
                  </a:cubicBezTo>
                  <a:cubicBezTo>
                    <a:pt x="3778124" y="3802634"/>
                    <a:pt x="3783712" y="3797554"/>
                    <a:pt x="3789047" y="3792093"/>
                  </a:cubicBezTo>
                  <a:cubicBezTo>
                    <a:pt x="3794380" y="3786632"/>
                    <a:pt x="3799587" y="3781044"/>
                    <a:pt x="3804414" y="3775202"/>
                  </a:cubicBezTo>
                  <a:cubicBezTo>
                    <a:pt x="3809240" y="3769360"/>
                    <a:pt x="3813812" y="3763137"/>
                    <a:pt x="3818003" y="3756787"/>
                  </a:cubicBezTo>
                  <a:cubicBezTo>
                    <a:pt x="3822193" y="3750437"/>
                    <a:pt x="3826130" y="3743960"/>
                    <a:pt x="3829814" y="3737229"/>
                  </a:cubicBezTo>
                  <a:cubicBezTo>
                    <a:pt x="3833497" y="3730498"/>
                    <a:pt x="3836672" y="3723640"/>
                    <a:pt x="3839593" y="3716528"/>
                  </a:cubicBezTo>
                  <a:cubicBezTo>
                    <a:pt x="3842514" y="3709416"/>
                    <a:pt x="3845054" y="3702304"/>
                    <a:pt x="3847340" y="3695065"/>
                  </a:cubicBezTo>
                  <a:cubicBezTo>
                    <a:pt x="3849625" y="3687826"/>
                    <a:pt x="3851404" y="3680333"/>
                    <a:pt x="3852928" y="3672840"/>
                  </a:cubicBezTo>
                  <a:cubicBezTo>
                    <a:pt x="3854452" y="3665347"/>
                    <a:pt x="3855595" y="3657854"/>
                    <a:pt x="3856356" y="3650234"/>
                  </a:cubicBezTo>
                  <a:cubicBezTo>
                    <a:pt x="3857118" y="3642614"/>
                    <a:pt x="3857499" y="3634994"/>
                    <a:pt x="3857499" y="3627374"/>
                  </a:cubicBezTo>
                  <a:lnTo>
                    <a:pt x="3857499" y="233426"/>
                  </a:lnTo>
                  <a:cubicBezTo>
                    <a:pt x="3857499" y="225806"/>
                    <a:pt x="3857118" y="218186"/>
                    <a:pt x="3856356" y="210566"/>
                  </a:cubicBezTo>
                  <a:cubicBezTo>
                    <a:pt x="3855595" y="202946"/>
                    <a:pt x="3854452" y="195453"/>
                    <a:pt x="3853055" y="187960"/>
                  </a:cubicBezTo>
                  <a:cubicBezTo>
                    <a:pt x="3851658" y="180467"/>
                    <a:pt x="3849753" y="173101"/>
                    <a:pt x="3847467" y="165735"/>
                  </a:cubicBezTo>
                  <a:cubicBezTo>
                    <a:pt x="3845180" y="158369"/>
                    <a:pt x="3842641" y="151257"/>
                    <a:pt x="3839720" y="144145"/>
                  </a:cubicBezTo>
                  <a:cubicBezTo>
                    <a:pt x="3836799" y="137033"/>
                    <a:pt x="3833497" y="130175"/>
                    <a:pt x="3829941" y="123444"/>
                  </a:cubicBezTo>
                  <a:cubicBezTo>
                    <a:pt x="3826385" y="116713"/>
                    <a:pt x="3822448" y="110109"/>
                    <a:pt x="3818256" y="103759"/>
                  </a:cubicBezTo>
                  <a:cubicBezTo>
                    <a:pt x="3814066" y="97409"/>
                    <a:pt x="3809493" y="91313"/>
                    <a:pt x="3804668" y="85344"/>
                  </a:cubicBezTo>
                  <a:cubicBezTo>
                    <a:pt x="3799842" y="79375"/>
                    <a:pt x="3794762" y="73787"/>
                    <a:pt x="3789300" y="68326"/>
                  </a:cubicBezTo>
                  <a:cubicBezTo>
                    <a:pt x="3783840" y="62865"/>
                    <a:pt x="3778252" y="57785"/>
                    <a:pt x="3772410" y="52959"/>
                  </a:cubicBezTo>
                  <a:cubicBezTo>
                    <a:pt x="3766568" y="48133"/>
                    <a:pt x="3760345" y="43561"/>
                    <a:pt x="3753995" y="39370"/>
                  </a:cubicBezTo>
                  <a:cubicBezTo>
                    <a:pt x="3747645" y="35179"/>
                    <a:pt x="3741168" y="31242"/>
                    <a:pt x="3734437" y="27559"/>
                  </a:cubicBezTo>
                  <a:cubicBezTo>
                    <a:pt x="3727705" y="23876"/>
                    <a:pt x="3720848" y="20701"/>
                    <a:pt x="3713736" y="17780"/>
                  </a:cubicBezTo>
                  <a:cubicBezTo>
                    <a:pt x="3706624" y="14859"/>
                    <a:pt x="3699512" y="12319"/>
                    <a:pt x="3692146" y="10033"/>
                  </a:cubicBezTo>
                  <a:cubicBezTo>
                    <a:pt x="3684780" y="7747"/>
                    <a:pt x="3677414" y="5969"/>
                    <a:pt x="3669920" y="4445"/>
                  </a:cubicBezTo>
                  <a:cubicBezTo>
                    <a:pt x="3662428" y="2921"/>
                    <a:pt x="3654934" y="1778"/>
                    <a:pt x="3647314" y="1143"/>
                  </a:cubicBezTo>
                  <a:cubicBezTo>
                    <a:pt x="3639694" y="508"/>
                    <a:pt x="3632201" y="0"/>
                    <a:pt x="3624581" y="0"/>
                  </a:cubicBezTo>
                  <a:cubicBezTo>
                    <a:pt x="3624581" y="0"/>
                    <a:pt x="3624581" y="0"/>
                    <a:pt x="3624454" y="0"/>
                  </a:cubicBezTo>
                  <a:lnTo>
                    <a:pt x="233045" y="0"/>
                  </a:lnTo>
                  <a:cubicBezTo>
                    <a:pt x="233045" y="0"/>
                    <a:pt x="233045" y="0"/>
                    <a:pt x="232918" y="0"/>
                  </a:cubicBezTo>
                  <a:close/>
                </a:path>
              </a:pathLst>
            </a:custGeom>
            <a:solidFill>
              <a:srgbClr val="98D7E5"/>
            </a:solidFill>
          </p:spPr>
        </p:sp>
        <p:sp>
          <p:nvSpPr>
            <p:cNvPr id="22" name="Freeform 22"/>
            <p:cNvSpPr/>
            <p:nvPr/>
          </p:nvSpPr>
          <p:spPr>
            <a:xfrm>
              <a:off x="520065" y="63500"/>
              <a:ext cx="295402" cy="533400"/>
            </a:xfrm>
            <a:custGeom>
              <a:avLst/>
              <a:gdLst/>
              <a:ahLst/>
              <a:cxnLst/>
              <a:rect l="l" t="t" r="r" b="b"/>
              <a:pathLst>
                <a:path w="295402" h="533400">
                  <a:moveTo>
                    <a:pt x="147828" y="533400"/>
                  </a:moveTo>
                  <a:cubicBezTo>
                    <a:pt x="138176" y="533400"/>
                    <a:pt x="128524" y="532511"/>
                    <a:pt x="119126" y="530606"/>
                  </a:cubicBezTo>
                  <a:cubicBezTo>
                    <a:pt x="109728" y="528701"/>
                    <a:pt x="100457" y="525907"/>
                    <a:pt x="91440" y="522224"/>
                  </a:cubicBezTo>
                  <a:cubicBezTo>
                    <a:pt x="82423" y="518541"/>
                    <a:pt x="74041" y="513969"/>
                    <a:pt x="65913" y="508635"/>
                  </a:cubicBezTo>
                  <a:cubicBezTo>
                    <a:pt x="57785" y="503301"/>
                    <a:pt x="50419" y="497205"/>
                    <a:pt x="43561" y="490347"/>
                  </a:cubicBezTo>
                  <a:cubicBezTo>
                    <a:pt x="36703" y="483489"/>
                    <a:pt x="30607" y="476123"/>
                    <a:pt x="25146" y="467995"/>
                  </a:cubicBezTo>
                  <a:cubicBezTo>
                    <a:pt x="19685" y="459867"/>
                    <a:pt x="15240" y="451485"/>
                    <a:pt x="11430" y="442468"/>
                  </a:cubicBezTo>
                  <a:cubicBezTo>
                    <a:pt x="7620" y="433451"/>
                    <a:pt x="4953" y="424307"/>
                    <a:pt x="2921" y="414782"/>
                  </a:cubicBezTo>
                  <a:cubicBezTo>
                    <a:pt x="889" y="405257"/>
                    <a:pt x="0" y="395732"/>
                    <a:pt x="0" y="385953"/>
                  </a:cubicBezTo>
                  <a:lnTo>
                    <a:pt x="0" y="147701"/>
                  </a:lnTo>
                  <a:cubicBezTo>
                    <a:pt x="0" y="138049"/>
                    <a:pt x="889" y="128397"/>
                    <a:pt x="2794" y="118872"/>
                  </a:cubicBezTo>
                  <a:cubicBezTo>
                    <a:pt x="4699" y="109347"/>
                    <a:pt x="7493" y="100076"/>
                    <a:pt x="11176" y="91186"/>
                  </a:cubicBezTo>
                  <a:cubicBezTo>
                    <a:pt x="14859" y="82296"/>
                    <a:pt x="19431" y="73660"/>
                    <a:pt x="24765" y="65659"/>
                  </a:cubicBezTo>
                  <a:cubicBezTo>
                    <a:pt x="30099" y="57658"/>
                    <a:pt x="36322" y="50165"/>
                    <a:pt x="43180" y="43307"/>
                  </a:cubicBezTo>
                  <a:cubicBezTo>
                    <a:pt x="50038" y="36449"/>
                    <a:pt x="57531" y="30353"/>
                    <a:pt x="65532" y="24892"/>
                  </a:cubicBezTo>
                  <a:cubicBezTo>
                    <a:pt x="73533" y="19431"/>
                    <a:pt x="82042" y="14986"/>
                    <a:pt x="91059" y="11176"/>
                  </a:cubicBezTo>
                  <a:cubicBezTo>
                    <a:pt x="100076" y="7366"/>
                    <a:pt x="109220" y="4699"/>
                    <a:pt x="118745" y="2794"/>
                  </a:cubicBezTo>
                  <a:cubicBezTo>
                    <a:pt x="128270" y="889"/>
                    <a:pt x="138049" y="0"/>
                    <a:pt x="147828" y="0"/>
                  </a:cubicBezTo>
                  <a:cubicBezTo>
                    <a:pt x="157607" y="0"/>
                    <a:pt x="167132" y="889"/>
                    <a:pt x="176657" y="2794"/>
                  </a:cubicBezTo>
                  <a:cubicBezTo>
                    <a:pt x="186182" y="4699"/>
                    <a:pt x="195453" y="7493"/>
                    <a:pt x="204343" y="11176"/>
                  </a:cubicBezTo>
                  <a:cubicBezTo>
                    <a:pt x="213233" y="14859"/>
                    <a:pt x="221869" y="19431"/>
                    <a:pt x="229870" y="24892"/>
                  </a:cubicBezTo>
                  <a:cubicBezTo>
                    <a:pt x="237871" y="30353"/>
                    <a:pt x="245364" y="36449"/>
                    <a:pt x="252222" y="43307"/>
                  </a:cubicBezTo>
                  <a:cubicBezTo>
                    <a:pt x="259080" y="50165"/>
                    <a:pt x="265176" y="57658"/>
                    <a:pt x="270637" y="65659"/>
                  </a:cubicBezTo>
                  <a:cubicBezTo>
                    <a:pt x="276098" y="73660"/>
                    <a:pt x="280543" y="82296"/>
                    <a:pt x="284226" y="91186"/>
                  </a:cubicBezTo>
                  <a:cubicBezTo>
                    <a:pt x="287909" y="100076"/>
                    <a:pt x="290703" y="109347"/>
                    <a:pt x="292608" y="118872"/>
                  </a:cubicBezTo>
                  <a:cubicBezTo>
                    <a:pt x="294513" y="128397"/>
                    <a:pt x="295402" y="138049"/>
                    <a:pt x="295402" y="147701"/>
                  </a:cubicBezTo>
                  <a:lnTo>
                    <a:pt x="295402" y="385953"/>
                  </a:lnTo>
                  <a:cubicBezTo>
                    <a:pt x="295402" y="395605"/>
                    <a:pt x="294386" y="405257"/>
                    <a:pt x="292481" y="414782"/>
                  </a:cubicBezTo>
                  <a:cubicBezTo>
                    <a:pt x="290576" y="424307"/>
                    <a:pt x="287782" y="433451"/>
                    <a:pt x="283972" y="442468"/>
                  </a:cubicBezTo>
                  <a:cubicBezTo>
                    <a:pt x="280162" y="451485"/>
                    <a:pt x="275717" y="459867"/>
                    <a:pt x="270256" y="467995"/>
                  </a:cubicBezTo>
                  <a:cubicBezTo>
                    <a:pt x="264795" y="476123"/>
                    <a:pt x="258699" y="483489"/>
                    <a:pt x="251841" y="490347"/>
                  </a:cubicBezTo>
                  <a:cubicBezTo>
                    <a:pt x="244983" y="497205"/>
                    <a:pt x="237490" y="503301"/>
                    <a:pt x="229489" y="508635"/>
                  </a:cubicBezTo>
                  <a:cubicBezTo>
                    <a:pt x="221488" y="513969"/>
                    <a:pt x="212979" y="518541"/>
                    <a:pt x="203962" y="522224"/>
                  </a:cubicBezTo>
                  <a:cubicBezTo>
                    <a:pt x="194945" y="525907"/>
                    <a:pt x="185801" y="528701"/>
                    <a:pt x="176276" y="530606"/>
                  </a:cubicBezTo>
                  <a:cubicBezTo>
                    <a:pt x="166751" y="532511"/>
                    <a:pt x="157226" y="533400"/>
                    <a:pt x="147574" y="533400"/>
                  </a:cubicBezTo>
                  <a:close/>
                </a:path>
              </a:pathLst>
            </a:custGeom>
            <a:solidFill>
              <a:srgbClr val="40403F"/>
            </a:solidFill>
          </p:spPr>
        </p:sp>
        <p:sp>
          <p:nvSpPr>
            <p:cNvPr id="23" name="Freeform 23"/>
            <p:cNvSpPr/>
            <p:nvPr/>
          </p:nvSpPr>
          <p:spPr>
            <a:xfrm>
              <a:off x="952246" y="63500"/>
              <a:ext cx="295402" cy="533400"/>
            </a:xfrm>
            <a:custGeom>
              <a:avLst/>
              <a:gdLst/>
              <a:ahLst/>
              <a:cxnLst/>
              <a:rect l="l" t="t" r="r" b="b"/>
              <a:pathLst>
                <a:path w="295402" h="533400">
                  <a:moveTo>
                    <a:pt x="147828" y="533400"/>
                  </a:moveTo>
                  <a:cubicBezTo>
                    <a:pt x="138176" y="533400"/>
                    <a:pt x="128524" y="532511"/>
                    <a:pt x="119126" y="530606"/>
                  </a:cubicBezTo>
                  <a:cubicBezTo>
                    <a:pt x="109728" y="528701"/>
                    <a:pt x="100457" y="525907"/>
                    <a:pt x="91440" y="522224"/>
                  </a:cubicBezTo>
                  <a:cubicBezTo>
                    <a:pt x="82423" y="518541"/>
                    <a:pt x="74041" y="513969"/>
                    <a:pt x="65913" y="508635"/>
                  </a:cubicBezTo>
                  <a:cubicBezTo>
                    <a:pt x="57785" y="503301"/>
                    <a:pt x="50419" y="497205"/>
                    <a:pt x="43561" y="490347"/>
                  </a:cubicBezTo>
                  <a:cubicBezTo>
                    <a:pt x="36703" y="483489"/>
                    <a:pt x="30607" y="476123"/>
                    <a:pt x="25146" y="467995"/>
                  </a:cubicBezTo>
                  <a:cubicBezTo>
                    <a:pt x="19685" y="459867"/>
                    <a:pt x="15240" y="451485"/>
                    <a:pt x="11430" y="442468"/>
                  </a:cubicBezTo>
                  <a:cubicBezTo>
                    <a:pt x="7620" y="433451"/>
                    <a:pt x="4953" y="424307"/>
                    <a:pt x="2921" y="414782"/>
                  </a:cubicBezTo>
                  <a:cubicBezTo>
                    <a:pt x="889" y="405257"/>
                    <a:pt x="0" y="395732"/>
                    <a:pt x="0" y="385953"/>
                  </a:cubicBezTo>
                  <a:lnTo>
                    <a:pt x="0" y="147701"/>
                  </a:lnTo>
                  <a:cubicBezTo>
                    <a:pt x="0" y="138049"/>
                    <a:pt x="889" y="128397"/>
                    <a:pt x="2794" y="118872"/>
                  </a:cubicBezTo>
                  <a:cubicBezTo>
                    <a:pt x="4699" y="109347"/>
                    <a:pt x="7493" y="100076"/>
                    <a:pt x="11176" y="91186"/>
                  </a:cubicBezTo>
                  <a:cubicBezTo>
                    <a:pt x="14859" y="82296"/>
                    <a:pt x="19431" y="73660"/>
                    <a:pt x="24765" y="65659"/>
                  </a:cubicBezTo>
                  <a:cubicBezTo>
                    <a:pt x="30099" y="57658"/>
                    <a:pt x="36322" y="50165"/>
                    <a:pt x="43180" y="43307"/>
                  </a:cubicBezTo>
                  <a:cubicBezTo>
                    <a:pt x="50038" y="36449"/>
                    <a:pt x="57531" y="30353"/>
                    <a:pt x="65532" y="24892"/>
                  </a:cubicBezTo>
                  <a:cubicBezTo>
                    <a:pt x="73533" y="19431"/>
                    <a:pt x="82042" y="14986"/>
                    <a:pt x="91059" y="11176"/>
                  </a:cubicBezTo>
                  <a:cubicBezTo>
                    <a:pt x="100076" y="7366"/>
                    <a:pt x="109220" y="4699"/>
                    <a:pt x="118745" y="2794"/>
                  </a:cubicBezTo>
                  <a:cubicBezTo>
                    <a:pt x="128270" y="889"/>
                    <a:pt x="138049" y="0"/>
                    <a:pt x="147828" y="0"/>
                  </a:cubicBezTo>
                  <a:cubicBezTo>
                    <a:pt x="157607" y="0"/>
                    <a:pt x="167132" y="889"/>
                    <a:pt x="176657" y="2794"/>
                  </a:cubicBezTo>
                  <a:cubicBezTo>
                    <a:pt x="186182" y="4699"/>
                    <a:pt x="195453" y="7493"/>
                    <a:pt x="204343" y="11176"/>
                  </a:cubicBezTo>
                  <a:cubicBezTo>
                    <a:pt x="213233" y="14859"/>
                    <a:pt x="221869" y="19431"/>
                    <a:pt x="229870" y="24892"/>
                  </a:cubicBezTo>
                  <a:cubicBezTo>
                    <a:pt x="237871" y="30353"/>
                    <a:pt x="245364" y="36449"/>
                    <a:pt x="252223" y="43307"/>
                  </a:cubicBezTo>
                  <a:cubicBezTo>
                    <a:pt x="259081" y="50165"/>
                    <a:pt x="265176" y="57658"/>
                    <a:pt x="270637" y="65659"/>
                  </a:cubicBezTo>
                  <a:cubicBezTo>
                    <a:pt x="276098" y="73660"/>
                    <a:pt x="280543" y="82296"/>
                    <a:pt x="284226" y="91186"/>
                  </a:cubicBezTo>
                  <a:cubicBezTo>
                    <a:pt x="287910" y="100076"/>
                    <a:pt x="290704" y="109347"/>
                    <a:pt x="292609" y="118872"/>
                  </a:cubicBezTo>
                  <a:cubicBezTo>
                    <a:pt x="294514" y="128397"/>
                    <a:pt x="295403" y="138049"/>
                    <a:pt x="295403" y="147701"/>
                  </a:cubicBezTo>
                  <a:lnTo>
                    <a:pt x="295403" y="385953"/>
                  </a:lnTo>
                  <a:cubicBezTo>
                    <a:pt x="295403" y="395605"/>
                    <a:pt x="294387" y="405257"/>
                    <a:pt x="292482" y="414782"/>
                  </a:cubicBezTo>
                  <a:cubicBezTo>
                    <a:pt x="290576" y="424307"/>
                    <a:pt x="287782" y="433451"/>
                    <a:pt x="283973" y="442468"/>
                  </a:cubicBezTo>
                  <a:cubicBezTo>
                    <a:pt x="280162" y="451485"/>
                    <a:pt x="275718" y="459867"/>
                    <a:pt x="270257" y="467995"/>
                  </a:cubicBezTo>
                  <a:cubicBezTo>
                    <a:pt x="264796" y="476123"/>
                    <a:pt x="258700" y="483489"/>
                    <a:pt x="251842" y="490347"/>
                  </a:cubicBezTo>
                  <a:cubicBezTo>
                    <a:pt x="244983" y="497205"/>
                    <a:pt x="237490" y="503301"/>
                    <a:pt x="229489" y="508635"/>
                  </a:cubicBezTo>
                  <a:cubicBezTo>
                    <a:pt x="221488" y="513969"/>
                    <a:pt x="212979" y="518541"/>
                    <a:pt x="203962" y="522224"/>
                  </a:cubicBezTo>
                  <a:cubicBezTo>
                    <a:pt x="194945" y="525907"/>
                    <a:pt x="185801" y="528701"/>
                    <a:pt x="176276" y="530606"/>
                  </a:cubicBezTo>
                  <a:cubicBezTo>
                    <a:pt x="166751" y="532511"/>
                    <a:pt x="157226" y="533400"/>
                    <a:pt x="147574" y="533400"/>
                  </a:cubicBezTo>
                  <a:close/>
                </a:path>
              </a:pathLst>
            </a:custGeom>
            <a:solidFill>
              <a:srgbClr val="40403F"/>
            </a:solidFill>
          </p:spPr>
        </p:sp>
        <p:sp>
          <p:nvSpPr>
            <p:cNvPr id="24" name="Freeform 24"/>
            <p:cNvSpPr/>
            <p:nvPr/>
          </p:nvSpPr>
          <p:spPr>
            <a:xfrm>
              <a:off x="339217" y="1084072"/>
              <a:ext cx="3306319" cy="2799842"/>
            </a:xfrm>
            <a:custGeom>
              <a:avLst/>
              <a:gdLst/>
              <a:ahLst/>
              <a:cxnLst/>
              <a:rect l="l" t="t" r="r" b="b"/>
              <a:pathLst>
                <a:path w="3306319" h="2799842">
                  <a:moveTo>
                    <a:pt x="0" y="0"/>
                  </a:moveTo>
                  <a:lnTo>
                    <a:pt x="3306319" y="0"/>
                  </a:lnTo>
                  <a:lnTo>
                    <a:pt x="3306319" y="2799842"/>
                  </a:lnTo>
                  <a:lnTo>
                    <a:pt x="0" y="279984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5" name="Freeform 25"/>
            <p:cNvSpPr/>
            <p:nvPr/>
          </p:nvSpPr>
          <p:spPr>
            <a:xfrm>
              <a:off x="339217" y="1084072"/>
              <a:ext cx="3306319" cy="2799842"/>
            </a:xfrm>
            <a:custGeom>
              <a:avLst/>
              <a:gdLst/>
              <a:ahLst/>
              <a:cxnLst/>
              <a:rect l="l" t="t" r="r" b="b"/>
              <a:pathLst>
                <a:path w="3306319" h="2799842">
                  <a:moveTo>
                    <a:pt x="3306319" y="2115312"/>
                  </a:moveTo>
                  <a:lnTo>
                    <a:pt x="3306319" y="2799842"/>
                  </a:lnTo>
                  <a:lnTo>
                    <a:pt x="0" y="2799842"/>
                  </a:lnTo>
                  <a:lnTo>
                    <a:pt x="0" y="0"/>
                  </a:lnTo>
                  <a:lnTo>
                    <a:pt x="593471" y="0"/>
                  </a:lnTo>
                  <a:cubicBezTo>
                    <a:pt x="617220" y="573278"/>
                    <a:pt x="886461" y="2329942"/>
                    <a:pt x="3306319" y="2115312"/>
                  </a:cubicBezTo>
                  <a:close/>
                </a:path>
              </a:pathLst>
            </a:custGeom>
            <a:solidFill>
              <a:srgbClr val="EEF0F4"/>
            </a:solidFill>
          </p:spPr>
        </p:sp>
        <p:sp>
          <p:nvSpPr>
            <p:cNvPr id="26" name="Freeform 26"/>
            <p:cNvSpPr/>
            <p:nvPr/>
          </p:nvSpPr>
          <p:spPr>
            <a:xfrm>
              <a:off x="63500" y="63500"/>
              <a:ext cx="3860421" cy="4114800"/>
            </a:xfrm>
            <a:custGeom>
              <a:avLst/>
              <a:gdLst/>
              <a:ahLst/>
              <a:cxnLst/>
              <a:rect l="l" t="t" r="r" b="b"/>
              <a:pathLst>
                <a:path w="3860421" h="4114800">
                  <a:moveTo>
                    <a:pt x="0" y="4114800"/>
                  </a:moveTo>
                  <a:lnTo>
                    <a:pt x="3860421" y="4114800"/>
                  </a:lnTo>
                  <a:lnTo>
                    <a:pt x="386042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id="27" name="Group 27"/>
          <p:cNvGrpSpPr/>
          <p:nvPr/>
        </p:nvGrpSpPr>
        <p:grpSpPr>
          <a:xfrm>
            <a:off x="12578201" y="3221393"/>
            <a:ext cx="3987432" cy="4241797"/>
            <a:chOff x="0" y="0"/>
            <a:chExt cx="3987432" cy="4241800"/>
          </a:xfrm>
        </p:grpSpPr>
        <p:sp>
          <p:nvSpPr>
            <p:cNvPr id="28" name="Freeform 28"/>
            <p:cNvSpPr/>
            <p:nvPr/>
          </p:nvSpPr>
          <p:spPr>
            <a:xfrm>
              <a:off x="63500" y="318135"/>
              <a:ext cx="3857499" cy="3860292"/>
            </a:xfrm>
            <a:custGeom>
              <a:avLst/>
              <a:gdLst/>
              <a:ahLst/>
              <a:cxnLst/>
              <a:rect l="l" t="t" r="r" b="b"/>
              <a:pathLst>
                <a:path w="3857499" h="3860292">
                  <a:moveTo>
                    <a:pt x="232918" y="127"/>
                  </a:moveTo>
                  <a:cubicBezTo>
                    <a:pt x="225298" y="127"/>
                    <a:pt x="217678" y="508"/>
                    <a:pt x="210185" y="1270"/>
                  </a:cubicBezTo>
                  <a:cubicBezTo>
                    <a:pt x="202692" y="2032"/>
                    <a:pt x="195072" y="3175"/>
                    <a:pt x="187579" y="4572"/>
                  </a:cubicBezTo>
                  <a:cubicBezTo>
                    <a:pt x="180086" y="5969"/>
                    <a:pt x="172720" y="7874"/>
                    <a:pt x="165354" y="10160"/>
                  </a:cubicBezTo>
                  <a:cubicBezTo>
                    <a:pt x="157988" y="12446"/>
                    <a:pt x="150876" y="14986"/>
                    <a:pt x="143764" y="17907"/>
                  </a:cubicBezTo>
                  <a:cubicBezTo>
                    <a:pt x="136652" y="20828"/>
                    <a:pt x="129794" y="24130"/>
                    <a:pt x="123063" y="27686"/>
                  </a:cubicBezTo>
                  <a:cubicBezTo>
                    <a:pt x="116332" y="31242"/>
                    <a:pt x="109855" y="35179"/>
                    <a:pt x="103505" y="39497"/>
                  </a:cubicBezTo>
                  <a:cubicBezTo>
                    <a:pt x="97155" y="43815"/>
                    <a:pt x="91059" y="48260"/>
                    <a:pt x="85090" y="53086"/>
                  </a:cubicBezTo>
                  <a:cubicBezTo>
                    <a:pt x="79121" y="57912"/>
                    <a:pt x="73533" y="63119"/>
                    <a:pt x="68199" y="68453"/>
                  </a:cubicBezTo>
                  <a:cubicBezTo>
                    <a:pt x="62865" y="73787"/>
                    <a:pt x="57658" y="79502"/>
                    <a:pt x="52832" y="85471"/>
                  </a:cubicBezTo>
                  <a:cubicBezTo>
                    <a:pt x="48006" y="91440"/>
                    <a:pt x="43434" y="97536"/>
                    <a:pt x="39243" y="103886"/>
                  </a:cubicBezTo>
                  <a:cubicBezTo>
                    <a:pt x="35052" y="110236"/>
                    <a:pt x="31115" y="116840"/>
                    <a:pt x="27559" y="123571"/>
                  </a:cubicBezTo>
                  <a:cubicBezTo>
                    <a:pt x="24003" y="130302"/>
                    <a:pt x="20701" y="137160"/>
                    <a:pt x="17780" y="144272"/>
                  </a:cubicBezTo>
                  <a:cubicBezTo>
                    <a:pt x="14859" y="151384"/>
                    <a:pt x="12319" y="158496"/>
                    <a:pt x="10033" y="165862"/>
                  </a:cubicBezTo>
                  <a:cubicBezTo>
                    <a:pt x="7747" y="173228"/>
                    <a:pt x="5969" y="180594"/>
                    <a:pt x="4445" y="188087"/>
                  </a:cubicBezTo>
                  <a:cubicBezTo>
                    <a:pt x="2921" y="195580"/>
                    <a:pt x="1905" y="203073"/>
                    <a:pt x="1143" y="210693"/>
                  </a:cubicBezTo>
                  <a:cubicBezTo>
                    <a:pt x="381" y="218313"/>
                    <a:pt x="0" y="225933"/>
                    <a:pt x="0" y="233553"/>
                  </a:cubicBezTo>
                  <a:lnTo>
                    <a:pt x="0" y="3627374"/>
                  </a:lnTo>
                  <a:cubicBezTo>
                    <a:pt x="0" y="3634994"/>
                    <a:pt x="381" y="3642614"/>
                    <a:pt x="1143" y="3650234"/>
                  </a:cubicBezTo>
                  <a:cubicBezTo>
                    <a:pt x="1905" y="3657854"/>
                    <a:pt x="3048" y="3665347"/>
                    <a:pt x="4572" y="3672840"/>
                  </a:cubicBezTo>
                  <a:cubicBezTo>
                    <a:pt x="6096" y="3680333"/>
                    <a:pt x="7874" y="3687699"/>
                    <a:pt x="10160" y="3695065"/>
                  </a:cubicBezTo>
                  <a:cubicBezTo>
                    <a:pt x="12446" y="3702431"/>
                    <a:pt x="14986" y="3709543"/>
                    <a:pt x="17907" y="3716528"/>
                  </a:cubicBezTo>
                  <a:cubicBezTo>
                    <a:pt x="20828" y="3723513"/>
                    <a:pt x="24130" y="3730498"/>
                    <a:pt x="27686" y="3737229"/>
                  </a:cubicBezTo>
                  <a:cubicBezTo>
                    <a:pt x="31242" y="3743960"/>
                    <a:pt x="35179" y="3750437"/>
                    <a:pt x="39497" y="3756787"/>
                  </a:cubicBezTo>
                  <a:cubicBezTo>
                    <a:pt x="43815" y="3763137"/>
                    <a:pt x="48260" y="3769233"/>
                    <a:pt x="53086" y="3775202"/>
                  </a:cubicBezTo>
                  <a:cubicBezTo>
                    <a:pt x="57912" y="3781171"/>
                    <a:pt x="62992" y="3786759"/>
                    <a:pt x="68453" y="3792093"/>
                  </a:cubicBezTo>
                  <a:cubicBezTo>
                    <a:pt x="73914" y="3797427"/>
                    <a:pt x="79502" y="3802634"/>
                    <a:pt x="85344" y="3807460"/>
                  </a:cubicBezTo>
                  <a:cubicBezTo>
                    <a:pt x="91186" y="3812286"/>
                    <a:pt x="97409" y="3816858"/>
                    <a:pt x="103759" y="3821049"/>
                  </a:cubicBezTo>
                  <a:cubicBezTo>
                    <a:pt x="110109" y="3825240"/>
                    <a:pt x="116586" y="3829177"/>
                    <a:pt x="123317" y="3832733"/>
                  </a:cubicBezTo>
                  <a:cubicBezTo>
                    <a:pt x="130048" y="3836289"/>
                    <a:pt x="136906" y="3839591"/>
                    <a:pt x="144018" y="3842512"/>
                  </a:cubicBezTo>
                  <a:cubicBezTo>
                    <a:pt x="151130" y="3845433"/>
                    <a:pt x="158242" y="3847973"/>
                    <a:pt x="165481" y="3850259"/>
                  </a:cubicBezTo>
                  <a:cubicBezTo>
                    <a:pt x="172720" y="3852545"/>
                    <a:pt x="180213" y="3854323"/>
                    <a:pt x="187579" y="3855847"/>
                  </a:cubicBezTo>
                  <a:cubicBezTo>
                    <a:pt x="194945" y="3857371"/>
                    <a:pt x="202565" y="3858387"/>
                    <a:pt x="210185" y="3859149"/>
                  </a:cubicBezTo>
                  <a:cubicBezTo>
                    <a:pt x="217805" y="3859911"/>
                    <a:pt x="225298" y="3860292"/>
                    <a:pt x="232791" y="3860292"/>
                  </a:cubicBezTo>
                  <a:lnTo>
                    <a:pt x="3624708" y="3860292"/>
                  </a:lnTo>
                  <a:cubicBezTo>
                    <a:pt x="3632328" y="3860292"/>
                    <a:pt x="3639821" y="3859911"/>
                    <a:pt x="3647314" y="3859149"/>
                  </a:cubicBezTo>
                  <a:cubicBezTo>
                    <a:pt x="3654807" y="3858387"/>
                    <a:pt x="3662428" y="3857244"/>
                    <a:pt x="3669920" y="3855847"/>
                  </a:cubicBezTo>
                  <a:cubicBezTo>
                    <a:pt x="3677414" y="3854450"/>
                    <a:pt x="3684780" y="3852545"/>
                    <a:pt x="3692018" y="3850259"/>
                  </a:cubicBezTo>
                  <a:cubicBezTo>
                    <a:pt x="3699258" y="3847973"/>
                    <a:pt x="3706497" y="3845433"/>
                    <a:pt x="3713481" y="3842512"/>
                  </a:cubicBezTo>
                  <a:cubicBezTo>
                    <a:pt x="3720467" y="3839591"/>
                    <a:pt x="3727452" y="3836289"/>
                    <a:pt x="3734183" y="3832733"/>
                  </a:cubicBezTo>
                  <a:cubicBezTo>
                    <a:pt x="3740914" y="3829177"/>
                    <a:pt x="3747391" y="3825240"/>
                    <a:pt x="3753741" y="3821049"/>
                  </a:cubicBezTo>
                  <a:cubicBezTo>
                    <a:pt x="3760091" y="3816858"/>
                    <a:pt x="3766187" y="3812286"/>
                    <a:pt x="3772155" y="3807460"/>
                  </a:cubicBezTo>
                  <a:cubicBezTo>
                    <a:pt x="3778124" y="3802634"/>
                    <a:pt x="3783712" y="3797554"/>
                    <a:pt x="3789047" y="3792093"/>
                  </a:cubicBezTo>
                  <a:cubicBezTo>
                    <a:pt x="3794380" y="3786632"/>
                    <a:pt x="3799587" y="3781044"/>
                    <a:pt x="3804414" y="3775202"/>
                  </a:cubicBezTo>
                  <a:cubicBezTo>
                    <a:pt x="3809240" y="3769360"/>
                    <a:pt x="3813812" y="3763137"/>
                    <a:pt x="3818003" y="3756787"/>
                  </a:cubicBezTo>
                  <a:cubicBezTo>
                    <a:pt x="3822193" y="3750437"/>
                    <a:pt x="3826130" y="3743960"/>
                    <a:pt x="3829814" y="3737229"/>
                  </a:cubicBezTo>
                  <a:cubicBezTo>
                    <a:pt x="3833497" y="3730498"/>
                    <a:pt x="3836672" y="3723640"/>
                    <a:pt x="3839593" y="3716528"/>
                  </a:cubicBezTo>
                  <a:cubicBezTo>
                    <a:pt x="3842514" y="3709416"/>
                    <a:pt x="3845054" y="3702304"/>
                    <a:pt x="3847340" y="3695065"/>
                  </a:cubicBezTo>
                  <a:cubicBezTo>
                    <a:pt x="3849625" y="3687826"/>
                    <a:pt x="3851404" y="3680333"/>
                    <a:pt x="3852928" y="3672840"/>
                  </a:cubicBezTo>
                  <a:cubicBezTo>
                    <a:pt x="3854452" y="3665347"/>
                    <a:pt x="3855595" y="3657854"/>
                    <a:pt x="3856356" y="3650234"/>
                  </a:cubicBezTo>
                  <a:cubicBezTo>
                    <a:pt x="3857118" y="3642614"/>
                    <a:pt x="3857499" y="3634994"/>
                    <a:pt x="3857499" y="3627374"/>
                  </a:cubicBezTo>
                  <a:lnTo>
                    <a:pt x="3857499" y="233426"/>
                  </a:lnTo>
                  <a:cubicBezTo>
                    <a:pt x="3857499" y="225806"/>
                    <a:pt x="3857118" y="218186"/>
                    <a:pt x="3856356" y="210566"/>
                  </a:cubicBezTo>
                  <a:cubicBezTo>
                    <a:pt x="3855595" y="202946"/>
                    <a:pt x="3854452" y="195453"/>
                    <a:pt x="3853055" y="187960"/>
                  </a:cubicBezTo>
                  <a:cubicBezTo>
                    <a:pt x="3851658" y="180467"/>
                    <a:pt x="3849753" y="173101"/>
                    <a:pt x="3847467" y="165735"/>
                  </a:cubicBezTo>
                  <a:cubicBezTo>
                    <a:pt x="3845180" y="158369"/>
                    <a:pt x="3842641" y="151257"/>
                    <a:pt x="3839847" y="144145"/>
                  </a:cubicBezTo>
                  <a:cubicBezTo>
                    <a:pt x="3837053" y="137033"/>
                    <a:pt x="3833624" y="130175"/>
                    <a:pt x="3830068" y="123444"/>
                  </a:cubicBezTo>
                  <a:cubicBezTo>
                    <a:pt x="3826512" y="116713"/>
                    <a:pt x="3822574" y="110109"/>
                    <a:pt x="3818384" y="103759"/>
                  </a:cubicBezTo>
                  <a:cubicBezTo>
                    <a:pt x="3814193" y="97409"/>
                    <a:pt x="3809621" y="91313"/>
                    <a:pt x="3804795" y="85344"/>
                  </a:cubicBezTo>
                  <a:cubicBezTo>
                    <a:pt x="3799968" y="79375"/>
                    <a:pt x="3794889" y="73787"/>
                    <a:pt x="3789428" y="68326"/>
                  </a:cubicBezTo>
                  <a:cubicBezTo>
                    <a:pt x="3783967" y="62865"/>
                    <a:pt x="3778379" y="57785"/>
                    <a:pt x="3772537" y="52959"/>
                  </a:cubicBezTo>
                  <a:cubicBezTo>
                    <a:pt x="3766695" y="48133"/>
                    <a:pt x="3760472" y="43561"/>
                    <a:pt x="3754122" y="39370"/>
                  </a:cubicBezTo>
                  <a:cubicBezTo>
                    <a:pt x="3747772" y="35179"/>
                    <a:pt x="3741295" y="31242"/>
                    <a:pt x="3734564" y="27559"/>
                  </a:cubicBezTo>
                  <a:cubicBezTo>
                    <a:pt x="3727833" y="23876"/>
                    <a:pt x="3720974" y="20701"/>
                    <a:pt x="3713862" y="17780"/>
                  </a:cubicBezTo>
                  <a:cubicBezTo>
                    <a:pt x="3706750" y="14859"/>
                    <a:pt x="3699639" y="12319"/>
                    <a:pt x="3692273" y="10033"/>
                  </a:cubicBezTo>
                  <a:cubicBezTo>
                    <a:pt x="3684906" y="7747"/>
                    <a:pt x="3677541" y="5969"/>
                    <a:pt x="3670048" y="4445"/>
                  </a:cubicBezTo>
                  <a:cubicBezTo>
                    <a:pt x="3662554" y="2921"/>
                    <a:pt x="3655061" y="1778"/>
                    <a:pt x="3647441" y="1143"/>
                  </a:cubicBezTo>
                  <a:cubicBezTo>
                    <a:pt x="3639821" y="508"/>
                    <a:pt x="3632328" y="0"/>
                    <a:pt x="3624708" y="0"/>
                  </a:cubicBezTo>
                  <a:cubicBezTo>
                    <a:pt x="3624708" y="0"/>
                    <a:pt x="3624708" y="0"/>
                    <a:pt x="3624581" y="0"/>
                  </a:cubicBezTo>
                  <a:lnTo>
                    <a:pt x="233045" y="0"/>
                  </a:lnTo>
                  <a:cubicBezTo>
                    <a:pt x="233045" y="0"/>
                    <a:pt x="233045" y="0"/>
                    <a:pt x="232918" y="0"/>
                  </a:cubicBezTo>
                  <a:close/>
                </a:path>
              </a:pathLst>
            </a:custGeom>
            <a:solidFill>
              <a:srgbClr val="98D7E5"/>
            </a:solidFill>
          </p:spPr>
        </p:sp>
        <p:sp>
          <p:nvSpPr>
            <p:cNvPr id="29" name="Freeform 29"/>
            <p:cNvSpPr/>
            <p:nvPr/>
          </p:nvSpPr>
          <p:spPr>
            <a:xfrm>
              <a:off x="520065" y="63500"/>
              <a:ext cx="295402" cy="533400"/>
            </a:xfrm>
            <a:custGeom>
              <a:avLst/>
              <a:gdLst/>
              <a:ahLst/>
              <a:cxnLst/>
              <a:rect l="l" t="t" r="r" b="b"/>
              <a:pathLst>
                <a:path w="295402" h="533400">
                  <a:moveTo>
                    <a:pt x="147828" y="533400"/>
                  </a:moveTo>
                  <a:cubicBezTo>
                    <a:pt x="138176" y="533400"/>
                    <a:pt x="128524" y="532511"/>
                    <a:pt x="119126" y="530606"/>
                  </a:cubicBezTo>
                  <a:cubicBezTo>
                    <a:pt x="109728" y="528701"/>
                    <a:pt x="100457" y="525907"/>
                    <a:pt x="91440" y="522224"/>
                  </a:cubicBezTo>
                  <a:cubicBezTo>
                    <a:pt x="82423" y="518541"/>
                    <a:pt x="74041" y="513969"/>
                    <a:pt x="65913" y="508635"/>
                  </a:cubicBezTo>
                  <a:cubicBezTo>
                    <a:pt x="57785" y="503301"/>
                    <a:pt x="50419" y="497205"/>
                    <a:pt x="43561" y="490347"/>
                  </a:cubicBezTo>
                  <a:cubicBezTo>
                    <a:pt x="36703" y="483489"/>
                    <a:pt x="30607" y="476123"/>
                    <a:pt x="25146" y="467995"/>
                  </a:cubicBezTo>
                  <a:cubicBezTo>
                    <a:pt x="19685" y="459867"/>
                    <a:pt x="15240" y="451485"/>
                    <a:pt x="11430" y="442468"/>
                  </a:cubicBezTo>
                  <a:cubicBezTo>
                    <a:pt x="7620" y="433451"/>
                    <a:pt x="4953" y="424307"/>
                    <a:pt x="2921" y="414782"/>
                  </a:cubicBezTo>
                  <a:cubicBezTo>
                    <a:pt x="889" y="405257"/>
                    <a:pt x="0" y="395732"/>
                    <a:pt x="0" y="385953"/>
                  </a:cubicBezTo>
                  <a:lnTo>
                    <a:pt x="0" y="147701"/>
                  </a:lnTo>
                  <a:cubicBezTo>
                    <a:pt x="0" y="138049"/>
                    <a:pt x="889" y="128397"/>
                    <a:pt x="2794" y="118872"/>
                  </a:cubicBezTo>
                  <a:cubicBezTo>
                    <a:pt x="4699" y="109347"/>
                    <a:pt x="7493" y="100076"/>
                    <a:pt x="11176" y="91186"/>
                  </a:cubicBezTo>
                  <a:cubicBezTo>
                    <a:pt x="14859" y="82296"/>
                    <a:pt x="19431" y="73660"/>
                    <a:pt x="24765" y="65659"/>
                  </a:cubicBezTo>
                  <a:cubicBezTo>
                    <a:pt x="30099" y="57658"/>
                    <a:pt x="36322" y="50165"/>
                    <a:pt x="43180" y="43307"/>
                  </a:cubicBezTo>
                  <a:cubicBezTo>
                    <a:pt x="50038" y="36449"/>
                    <a:pt x="57531" y="30353"/>
                    <a:pt x="65532" y="24892"/>
                  </a:cubicBezTo>
                  <a:cubicBezTo>
                    <a:pt x="73533" y="19431"/>
                    <a:pt x="82042" y="14986"/>
                    <a:pt x="91059" y="11176"/>
                  </a:cubicBezTo>
                  <a:cubicBezTo>
                    <a:pt x="100076" y="7366"/>
                    <a:pt x="109220" y="4699"/>
                    <a:pt x="118745" y="2794"/>
                  </a:cubicBezTo>
                  <a:cubicBezTo>
                    <a:pt x="128270" y="889"/>
                    <a:pt x="138049" y="0"/>
                    <a:pt x="147828" y="0"/>
                  </a:cubicBezTo>
                  <a:cubicBezTo>
                    <a:pt x="157607" y="0"/>
                    <a:pt x="167132" y="889"/>
                    <a:pt x="176657" y="2794"/>
                  </a:cubicBezTo>
                  <a:cubicBezTo>
                    <a:pt x="186182" y="4699"/>
                    <a:pt x="195453" y="7493"/>
                    <a:pt x="204343" y="11176"/>
                  </a:cubicBezTo>
                  <a:cubicBezTo>
                    <a:pt x="213233" y="14859"/>
                    <a:pt x="221869" y="19431"/>
                    <a:pt x="229870" y="24892"/>
                  </a:cubicBezTo>
                  <a:cubicBezTo>
                    <a:pt x="237871" y="30353"/>
                    <a:pt x="245364" y="36449"/>
                    <a:pt x="252222" y="43307"/>
                  </a:cubicBezTo>
                  <a:cubicBezTo>
                    <a:pt x="259080" y="50165"/>
                    <a:pt x="265176" y="57658"/>
                    <a:pt x="270637" y="65659"/>
                  </a:cubicBezTo>
                  <a:cubicBezTo>
                    <a:pt x="276098" y="73660"/>
                    <a:pt x="280543" y="82296"/>
                    <a:pt x="284226" y="91186"/>
                  </a:cubicBezTo>
                  <a:cubicBezTo>
                    <a:pt x="287909" y="100076"/>
                    <a:pt x="290703" y="109347"/>
                    <a:pt x="292608" y="118872"/>
                  </a:cubicBezTo>
                  <a:cubicBezTo>
                    <a:pt x="294513" y="128397"/>
                    <a:pt x="295402" y="138049"/>
                    <a:pt x="295402" y="147701"/>
                  </a:cubicBezTo>
                  <a:lnTo>
                    <a:pt x="295402" y="385953"/>
                  </a:lnTo>
                  <a:cubicBezTo>
                    <a:pt x="295402" y="395605"/>
                    <a:pt x="294386" y="405257"/>
                    <a:pt x="292481" y="414782"/>
                  </a:cubicBezTo>
                  <a:cubicBezTo>
                    <a:pt x="290576" y="424307"/>
                    <a:pt x="287782" y="433451"/>
                    <a:pt x="283972" y="442468"/>
                  </a:cubicBezTo>
                  <a:cubicBezTo>
                    <a:pt x="280162" y="451485"/>
                    <a:pt x="275717" y="459867"/>
                    <a:pt x="270256" y="467995"/>
                  </a:cubicBezTo>
                  <a:cubicBezTo>
                    <a:pt x="264795" y="476123"/>
                    <a:pt x="258699" y="483489"/>
                    <a:pt x="251841" y="490347"/>
                  </a:cubicBezTo>
                  <a:cubicBezTo>
                    <a:pt x="244983" y="497205"/>
                    <a:pt x="237490" y="503301"/>
                    <a:pt x="229489" y="508635"/>
                  </a:cubicBezTo>
                  <a:cubicBezTo>
                    <a:pt x="221488" y="513969"/>
                    <a:pt x="212979" y="518541"/>
                    <a:pt x="203962" y="522224"/>
                  </a:cubicBezTo>
                  <a:cubicBezTo>
                    <a:pt x="194945" y="525907"/>
                    <a:pt x="185801" y="528701"/>
                    <a:pt x="176276" y="530606"/>
                  </a:cubicBezTo>
                  <a:cubicBezTo>
                    <a:pt x="166751" y="532511"/>
                    <a:pt x="157226" y="533400"/>
                    <a:pt x="147574" y="533400"/>
                  </a:cubicBezTo>
                  <a:close/>
                </a:path>
              </a:pathLst>
            </a:custGeom>
            <a:solidFill>
              <a:srgbClr val="40403F"/>
            </a:solidFill>
          </p:spPr>
        </p:sp>
        <p:sp>
          <p:nvSpPr>
            <p:cNvPr id="30" name="Freeform 30"/>
            <p:cNvSpPr/>
            <p:nvPr/>
          </p:nvSpPr>
          <p:spPr>
            <a:xfrm>
              <a:off x="952246" y="63500"/>
              <a:ext cx="295402" cy="533400"/>
            </a:xfrm>
            <a:custGeom>
              <a:avLst/>
              <a:gdLst/>
              <a:ahLst/>
              <a:cxnLst/>
              <a:rect l="l" t="t" r="r" b="b"/>
              <a:pathLst>
                <a:path w="295402" h="533400">
                  <a:moveTo>
                    <a:pt x="147828" y="533400"/>
                  </a:moveTo>
                  <a:cubicBezTo>
                    <a:pt x="138176" y="533400"/>
                    <a:pt x="128524" y="532511"/>
                    <a:pt x="119126" y="530606"/>
                  </a:cubicBezTo>
                  <a:cubicBezTo>
                    <a:pt x="109728" y="528701"/>
                    <a:pt x="100457" y="525907"/>
                    <a:pt x="91440" y="522224"/>
                  </a:cubicBezTo>
                  <a:cubicBezTo>
                    <a:pt x="82423" y="518541"/>
                    <a:pt x="74041" y="513969"/>
                    <a:pt x="65913" y="508635"/>
                  </a:cubicBezTo>
                  <a:cubicBezTo>
                    <a:pt x="57785" y="503301"/>
                    <a:pt x="50419" y="497205"/>
                    <a:pt x="43561" y="490347"/>
                  </a:cubicBezTo>
                  <a:cubicBezTo>
                    <a:pt x="36703" y="483489"/>
                    <a:pt x="30607" y="476123"/>
                    <a:pt x="25146" y="467995"/>
                  </a:cubicBezTo>
                  <a:cubicBezTo>
                    <a:pt x="19685" y="459867"/>
                    <a:pt x="15240" y="451485"/>
                    <a:pt x="11430" y="442468"/>
                  </a:cubicBezTo>
                  <a:cubicBezTo>
                    <a:pt x="7620" y="433451"/>
                    <a:pt x="4953" y="424307"/>
                    <a:pt x="2921" y="414782"/>
                  </a:cubicBezTo>
                  <a:cubicBezTo>
                    <a:pt x="889" y="405257"/>
                    <a:pt x="0" y="395732"/>
                    <a:pt x="0" y="385953"/>
                  </a:cubicBezTo>
                  <a:lnTo>
                    <a:pt x="0" y="147701"/>
                  </a:lnTo>
                  <a:cubicBezTo>
                    <a:pt x="0" y="138049"/>
                    <a:pt x="889" y="128397"/>
                    <a:pt x="2794" y="118872"/>
                  </a:cubicBezTo>
                  <a:cubicBezTo>
                    <a:pt x="4699" y="109347"/>
                    <a:pt x="7493" y="100076"/>
                    <a:pt x="11176" y="91186"/>
                  </a:cubicBezTo>
                  <a:cubicBezTo>
                    <a:pt x="14859" y="82296"/>
                    <a:pt x="19431" y="73660"/>
                    <a:pt x="24765" y="65659"/>
                  </a:cubicBezTo>
                  <a:cubicBezTo>
                    <a:pt x="30099" y="57658"/>
                    <a:pt x="36322" y="50165"/>
                    <a:pt x="43180" y="43307"/>
                  </a:cubicBezTo>
                  <a:cubicBezTo>
                    <a:pt x="50038" y="36449"/>
                    <a:pt x="57531" y="30353"/>
                    <a:pt x="65532" y="24892"/>
                  </a:cubicBezTo>
                  <a:cubicBezTo>
                    <a:pt x="73533" y="19431"/>
                    <a:pt x="82042" y="14986"/>
                    <a:pt x="91059" y="11176"/>
                  </a:cubicBezTo>
                  <a:cubicBezTo>
                    <a:pt x="100076" y="7366"/>
                    <a:pt x="109220" y="4699"/>
                    <a:pt x="118745" y="2794"/>
                  </a:cubicBezTo>
                  <a:cubicBezTo>
                    <a:pt x="128270" y="889"/>
                    <a:pt x="138049" y="0"/>
                    <a:pt x="147828" y="0"/>
                  </a:cubicBezTo>
                  <a:cubicBezTo>
                    <a:pt x="157607" y="0"/>
                    <a:pt x="167132" y="889"/>
                    <a:pt x="176657" y="2794"/>
                  </a:cubicBezTo>
                  <a:cubicBezTo>
                    <a:pt x="186182" y="4699"/>
                    <a:pt x="195453" y="7493"/>
                    <a:pt x="204343" y="11176"/>
                  </a:cubicBezTo>
                  <a:cubicBezTo>
                    <a:pt x="213233" y="14859"/>
                    <a:pt x="221869" y="19431"/>
                    <a:pt x="229870" y="24892"/>
                  </a:cubicBezTo>
                  <a:cubicBezTo>
                    <a:pt x="237871" y="30353"/>
                    <a:pt x="245364" y="36449"/>
                    <a:pt x="252223" y="43307"/>
                  </a:cubicBezTo>
                  <a:cubicBezTo>
                    <a:pt x="259081" y="50165"/>
                    <a:pt x="265176" y="57658"/>
                    <a:pt x="270637" y="65659"/>
                  </a:cubicBezTo>
                  <a:cubicBezTo>
                    <a:pt x="276098" y="73660"/>
                    <a:pt x="280543" y="82296"/>
                    <a:pt x="284226" y="91186"/>
                  </a:cubicBezTo>
                  <a:cubicBezTo>
                    <a:pt x="287910" y="100076"/>
                    <a:pt x="290704" y="109347"/>
                    <a:pt x="292609" y="118872"/>
                  </a:cubicBezTo>
                  <a:cubicBezTo>
                    <a:pt x="294514" y="128397"/>
                    <a:pt x="295403" y="138049"/>
                    <a:pt x="295403" y="147701"/>
                  </a:cubicBezTo>
                  <a:lnTo>
                    <a:pt x="295403" y="385953"/>
                  </a:lnTo>
                  <a:cubicBezTo>
                    <a:pt x="295403" y="395605"/>
                    <a:pt x="294387" y="405257"/>
                    <a:pt x="292482" y="414782"/>
                  </a:cubicBezTo>
                  <a:cubicBezTo>
                    <a:pt x="290576" y="424307"/>
                    <a:pt x="287782" y="433451"/>
                    <a:pt x="283973" y="442468"/>
                  </a:cubicBezTo>
                  <a:cubicBezTo>
                    <a:pt x="280162" y="451485"/>
                    <a:pt x="275718" y="459867"/>
                    <a:pt x="270257" y="467995"/>
                  </a:cubicBezTo>
                  <a:cubicBezTo>
                    <a:pt x="264796" y="476123"/>
                    <a:pt x="258700" y="483489"/>
                    <a:pt x="251842" y="490347"/>
                  </a:cubicBezTo>
                  <a:cubicBezTo>
                    <a:pt x="244983" y="497205"/>
                    <a:pt x="237490" y="503301"/>
                    <a:pt x="229489" y="508635"/>
                  </a:cubicBezTo>
                  <a:cubicBezTo>
                    <a:pt x="221488" y="513969"/>
                    <a:pt x="212979" y="518541"/>
                    <a:pt x="203962" y="522224"/>
                  </a:cubicBezTo>
                  <a:cubicBezTo>
                    <a:pt x="194945" y="525907"/>
                    <a:pt x="185801" y="528701"/>
                    <a:pt x="176276" y="530606"/>
                  </a:cubicBezTo>
                  <a:cubicBezTo>
                    <a:pt x="166751" y="532511"/>
                    <a:pt x="157226" y="533400"/>
                    <a:pt x="147574" y="533400"/>
                  </a:cubicBezTo>
                  <a:close/>
                </a:path>
              </a:pathLst>
            </a:custGeom>
            <a:solidFill>
              <a:srgbClr val="40403F"/>
            </a:solidFill>
          </p:spPr>
        </p:sp>
        <p:sp>
          <p:nvSpPr>
            <p:cNvPr id="31" name="Freeform 31"/>
            <p:cNvSpPr/>
            <p:nvPr/>
          </p:nvSpPr>
          <p:spPr>
            <a:xfrm>
              <a:off x="339217" y="1084072"/>
              <a:ext cx="3306319" cy="2799842"/>
            </a:xfrm>
            <a:custGeom>
              <a:avLst/>
              <a:gdLst/>
              <a:ahLst/>
              <a:cxnLst/>
              <a:rect l="l" t="t" r="r" b="b"/>
              <a:pathLst>
                <a:path w="3306319" h="2799842">
                  <a:moveTo>
                    <a:pt x="0" y="0"/>
                  </a:moveTo>
                  <a:lnTo>
                    <a:pt x="3306319" y="0"/>
                  </a:lnTo>
                  <a:lnTo>
                    <a:pt x="3306319" y="2799842"/>
                  </a:lnTo>
                  <a:lnTo>
                    <a:pt x="0" y="279984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32" name="Freeform 32"/>
            <p:cNvSpPr/>
            <p:nvPr/>
          </p:nvSpPr>
          <p:spPr>
            <a:xfrm>
              <a:off x="339217" y="1084072"/>
              <a:ext cx="3306319" cy="2799842"/>
            </a:xfrm>
            <a:custGeom>
              <a:avLst/>
              <a:gdLst/>
              <a:ahLst/>
              <a:cxnLst/>
              <a:rect l="l" t="t" r="r" b="b"/>
              <a:pathLst>
                <a:path w="3306319" h="2799842">
                  <a:moveTo>
                    <a:pt x="3306319" y="2115312"/>
                  </a:moveTo>
                  <a:lnTo>
                    <a:pt x="3306319" y="2799842"/>
                  </a:lnTo>
                  <a:lnTo>
                    <a:pt x="0" y="2799842"/>
                  </a:lnTo>
                  <a:lnTo>
                    <a:pt x="0" y="0"/>
                  </a:lnTo>
                  <a:lnTo>
                    <a:pt x="593471" y="0"/>
                  </a:lnTo>
                  <a:cubicBezTo>
                    <a:pt x="617220" y="573278"/>
                    <a:pt x="886461" y="2329942"/>
                    <a:pt x="3306319" y="2115312"/>
                  </a:cubicBezTo>
                  <a:close/>
                </a:path>
              </a:pathLst>
            </a:custGeom>
            <a:solidFill>
              <a:srgbClr val="EEF0F4"/>
            </a:solidFill>
          </p:spPr>
        </p:sp>
        <p:sp>
          <p:nvSpPr>
            <p:cNvPr id="33" name="Freeform 33"/>
            <p:cNvSpPr/>
            <p:nvPr/>
          </p:nvSpPr>
          <p:spPr>
            <a:xfrm>
              <a:off x="63500" y="63500"/>
              <a:ext cx="3860421" cy="4114800"/>
            </a:xfrm>
            <a:custGeom>
              <a:avLst/>
              <a:gdLst/>
              <a:ahLst/>
              <a:cxnLst/>
              <a:rect l="l" t="t" r="r" b="b"/>
              <a:pathLst>
                <a:path w="3860421" h="4114800">
                  <a:moveTo>
                    <a:pt x="0" y="4114800"/>
                  </a:moveTo>
                  <a:lnTo>
                    <a:pt x="3860421" y="4114800"/>
                  </a:lnTo>
                  <a:lnTo>
                    <a:pt x="386042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id="34" name="TextBox 34"/>
          <p:cNvSpPr txBox="1"/>
          <p:nvPr/>
        </p:nvSpPr>
        <p:spPr>
          <a:xfrm>
            <a:off x="5684110" y="1512427"/>
            <a:ext cx="4788598" cy="10508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39"/>
              </a:lnSpc>
            </a:pPr>
            <a:r>
              <a:rPr lang="en-US" sz="5599" b="1">
                <a:solidFill>
                  <a:srgbClr val="00679B"/>
                </a:solidFill>
                <a:latin typeface="Poppins Bold"/>
                <a:ea typeface="Poppins Bold"/>
                <a:cs typeface="Poppins Bold"/>
                <a:sym typeface="Poppins Bold"/>
              </a:rPr>
              <a:t>Formal Mails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2978527" y="5221224"/>
            <a:ext cx="3250197" cy="10508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39"/>
              </a:lnSpc>
            </a:pPr>
            <a:r>
              <a:rPr lang="en-US" sz="5599" b="1">
                <a:solidFill>
                  <a:srgbClr val="00679B"/>
                </a:solidFill>
                <a:latin typeface="Poppins Bold"/>
                <a:ea typeface="Poppins Bold"/>
                <a:cs typeface="Poppins Bold"/>
                <a:sym typeface="Poppins Bold"/>
              </a:rPr>
              <a:t>Warning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888787" y="8565356"/>
            <a:ext cx="7497508" cy="9732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10"/>
              </a:lnSpc>
            </a:pPr>
            <a:r>
              <a:rPr lang="en-US" sz="2783" b="1">
                <a:solidFill>
                  <a:srgbClr val="00679B"/>
                </a:solidFill>
                <a:latin typeface="Poppins Bold"/>
                <a:ea typeface="Poppins Bold"/>
                <a:cs typeface="Poppins Bold"/>
                <a:sym typeface="Poppins Bold"/>
              </a:rPr>
              <a:t>from committee member to HR member </a:t>
            </a:r>
          </a:p>
          <a:p>
            <a:pPr algn="l">
              <a:lnSpc>
                <a:spcPts val="3874"/>
              </a:lnSpc>
            </a:pPr>
            <a:r>
              <a:rPr lang="en-US" sz="2767" b="1">
                <a:solidFill>
                  <a:srgbClr val="00679B"/>
                </a:solidFill>
                <a:latin typeface="Poppins Bold"/>
                <a:ea typeface="Poppins Bold"/>
                <a:cs typeface="Poppins Bold"/>
                <a:sym typeface="Poppins Bold"/>
              </a:rPr>
              <a:t>Embedded.HR.IEEE@gmail.com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2111121" y="5288318"/>
            <a:ext cx="2830306" cy="11397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539"/>
              </a:lnSpc>
            </a:pPr>
            <a:r>
              <a:rPr lang="en-US" sz="6099" b="1">
                <a:solidFill>
                  <a:srgbClr val="00679B"/>
                </a:solidFill>
                <a:latin typeface="Poppins Bold"/>
                <a:ea typeface="Poppins Bold"/>
                <a:cs typeface="Poppins Bold"/>
                <a:sym typeface="Poppins Bold"/>
              </a:rPr>
              <a:t>Excuse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7707706" y="5140223"/>
            <a:ext cx="2154393" cy="12794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519"/>
              </a:lnSpc>
            </a:pPr>
            <a:r>
              <a:rPr lang="en-US" sz="6799" b="1">
                <a:solidFill>
                  <a:srgbClr val="00679B"/>
                </a:solidFill>
                <a:latin typeface="Poppins Bold"/>
                <a:ea typeface="Poppins Bold"/>
                <a:cs typeface="Poppins Bold"/>
                <a:sym typeface="Poppins Bold"/>
              </a:rPr>
              <a:t>Task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314104" y="9387802"/>
            <a:ext cx="2375478" cy="703031"/>
            <a:chOff x="0" y="0"/>
            <a:chExt cx="3167304" cy="93737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167253" cy="937387"/>
            </a:xfrm>
            <a:custGeom>
              <a:avLst/>
              <a:gdLst/>
              <a:ahLst/>
              <a:cxnLst/>
              <a:rect l="l" t="t" r="r" b="b"/>
              <a:pathLst>
                <a:path w="3167253" h="937387">
                  <a:moveTo>
                    <a:pt x="0" y="0"/>
                  </a:moveTo>
                  <a:lnTo>
                    <a:pt x="3167253" y="0"/>
                  </a:lnTo>
                  <a:lnTo>
                    <a:pt x="3167253" y="937387"/>
                  </a:lnTo>
                  <a:lnTo>
                    <a:pt x="0" y="9373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1" b="1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5657" cy="2075878"/>
            <a:chOff x="0" y="0"/>
            <a:chExt cx="24380876" cy="276783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0825" cy="2767838"/>
            </a:xfrm>
            <a:custGeom>
              <a:avLst/>
              <a:gdLst/>
              <a:ahLst/>
              <a:cxnLst/>
              <a:rect l="l" t="t" r="r" b="b"/>
              <a:pathLst>
                <a:path w="24380825" h="2767838">
                  <a:moveTo>
                    <a:pt x="0" y="0"/>
                  </a:moveTo>
                  <a:lnTo>
                    <a:pt x="24380825" y="0"/>
                  </a:lnTo>
                  <a:lnTo>
                    <a:pt x="24380825" y="2767838"/>
                  </a:lnTo>
                  <a:lnTo>
                    <a:pt x="0" y="27678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4510468" y="965197"/>
            <a:ext cx="7041832" cy="1793872"/>
            <a:chOff x="0" y="0"/>
            <a:chExt cx="7041832" cy="1793875"/>
          </a:xfrm>
        </p:grpSpPr>
        <p:sp>
          <p:nvSpPr>
            <p:cNvPr id="7" name="Freeform 7"/>
            <p:cNvSpPr/>
            <p:nvPr/>
          </p:nvSpPr>
          <p:spPr>
            <a:xfrm>
              <a:off x="63500" y="63500"/>
              <a:ext cx="6914898" cy="1666875"/>
            </a:xfrm>
            <a:custGeom>
              <a:avLst/>
              <a:gdLst/>
              <a:ahLst/>
              <a:cxnLst/>
              <a:rect l="l" t="t" r="r" b="b"/>
              <a:pathLst>
                <a:path w="6914898" h="1666875">
                  <a:moveTo>
                    <a:pt x="6824982" y="1577086"/>
                  </a:moveTo>
                  <a:cubicBezTo>
                    <a:pt x="6901817" y="1500378"/>
                    <a:pt x="6914898" y="1363980"/>
                    <a:pt x="6914898" y="1087247"/>
                  </a:cubicBezTo>
                  <a:lnTo>
                    <a:pt x="6914898" y="677545"/>
                  </a:lnTo>
                  <a:cubicBezTo>
                    <a:pt x="6914898" y="400939"/>
                    <a:pt x="6901944" y="264541"/>
                    <a:pt x="6824982" y="187706"/>
                  </a:cubicBezTo>
                  <a:cubicBezTo>
                    <a:pt x="6807837" y="170561"/>
                    <a:pt x="6787771" y="156718"/>
                    <a:pt x="6763768" y="145288"/>
                  </a:cubicBezTo>
                  <a:lnTo>
                    <a:pt x="6763514" y="145161"/>
                  </a:lnTo>
                  <a:lnTo>
                    <a:pt x="6556250" y="47244"/>
                  </a:lnTo>
                  <a:lnTo>
                    <a:pt x="6555996" y="47117"/>
                  </a:lnTo>
                  <a:cubicBezTo>
                    <a:pt x="6472557" y="7874"/>
                    <a:pt x="6342128" y="0"/>
                    <a:pt x="6126990" y="0"/>
                  </a:cubicBezTo>
                  <a:lnTo>
                    <a:pt x="580263" y="0"/>
                  </a:lnTo>
                  <a:cubicBezTo>
                    <a:pt x="303276" y="0"/>
                    <a:pt x="166751" y="12954"/>
                    <a:pt x="89789" y="89662"/>
                  </a:cubicBezTo>
                  <a:cubicBezTo>
                    <a:pt x="77978" y="101473"/>
                    <a:pt x="67691" y="114554"/>
                    <a:pt x="58801" y="129413"/>
                  </a:cubicBezTo>
                  <a:cubicBezTo>
                    <a:pt x="9271" y="211582"/>
                    <a:pt x="0" y="345186"/>
                    <a:pt x="0" y="579501"/>
                  </a:cubicBezTo>
                  <a:lnTo>
                    <a:pt x="0" y="989203"/>
                  </a:lnTo>
                  <a:cubicBezTo>
                    <a:pt x="0" y="1265809"/>
                    <a:pt x="12954" y="1402207"/>
                    <a:pt x="89789" y="1478915"/>
                  </a:cubicBezTo>
                  <a:cubicBezTo>
                    <a:pt x="106807" y="1495933"/>
                    <a:pt x="126873" y="1509903"/>
                    <a:pt x="150749" y="1521206"/>
                  </a:cubicBezTo>
                  <a:cubicBezTo>
                    <a:pt x="150876" y="1521206"/>
                    <a:pt x="150876" y="1521333"/>
                    <a:pt x="151003" y="1521333"/>
                  </a:cubicBezTo>
                  <a:lnTo>
                    <a:pt x="357378" y="1619250"/>
                  </a:lnTo>
                  <a:lnTo>
                    <a:pt x="357632" y="1619377"/>
                  </a:lnTo>
                  <a:lnTo>
                    <a:pt x="357886" y="1619504"/>
                  </a:lnTo>
                  <a:cubicBezTo>
                    <a:pt x="441452" y="1659001"/>
                    <a:pt x="571881" y="1666875"/>
                    <a:pt x="787273" y="1666875"/>
                  </a:cubicBezTo>
                  <a:lnTo>
                    <a:pt x="6334508" y="1666875"/>
                  </a:lnTo>
                  <a:cubicBezTo>
                    <a:pt x="6611621" y="1666875"/>
                    <a:pt x="6748146" y="1653921"/>
                    <a:pt x="6824982" y="1577086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" name="Freeform 8"/>
            <p:cNvSpPr/>
            <p:nvPr/>
          </p:nvSpPr>
          <p:spPr>
            <a:xfrm>
              <a:off x="74295" y="74295"/>
              <a:ext cx="6685663" cy="1547114"/>
            </a:xfrm>
            <a:custGeom>
              <a:avLst/>
              <a:gdLst/>
              <a:ahLst/>
              <a:cxnLst/>
              <a:rect l="l" t="t" r="r" b="b"/>
              <a:pathLst>
                <a:path w="6685663" h="1547114">
                  <a:moveTo>
                    <a:pt x="6116195" y="0"/>
                  </a:moveTo>
                  <a:cubicBezTo>
                    <a:pt x="6644388" y="0"/>
                    <a:pt x="6685663" y="41275"/>
                    <a:pt x="6685663" y="568706"/>
                  </a:cubicBezTo>
                  <a:lnTo>
                    <a:pt x="6685663" y="978408"/>
                  </a:lnTo>
                  <a:cubicBezTo>
                    <a:pt x="6685663" y="1505839"/>
                    <a:pt x="6644388" y="1547114"/>
                    <a:pt x="6116195" y="1547114"/>
                  </a:cubicBezTo>
                  <a:lnTo>
                    <a:pt x="569468" y="1547114"/>
                  </a:lnTo>
                  <a:cubicBezTo>
                    <a:pt x="41275" y="1547114"/>
                    <a:pt x="0" y="1505839"/>
                    <a:pt x="0" y="978408"/>
                  </a:cubicBezTo>
                  <a:lnTo>
                    <a:pt x="0" y="568706"/>
                  </a:lnTo>
                  <a:cubicBezTo>
                    <a:pt x="0" y="41275"/>
                    <a:pt x="41275" y="0"/>
                    <a:pt x="569468" y="0"/>
                  </a:cubicBezTo>
                  <a:lnTo>
                    <a:pt x="611619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9" name="Freeform 9"/>
            <p:cNvSpPr/>
            <p:nvPr/>
          </p:nvSpPr>
          <p:spPr>
            <a:xfrm>
              <a:off x="66802" y="66802"/>
              <a:ext cx="6700648" cy="1562100"/>
            </a:xfrm>
            <a:custGeom>
              <a:avLst/>
              <a:gdLst/>
              <a:ahLst/>
              <a:cxnLst/>
              <a:rect l="l" t="t" r="r" b="b"/>
              <a:pathLst>
                <a:path w="6700648" h="1562100">
                  <a:moveTo>
                    <a:pt x="6123688" y="0"/>
                  </a:moveTo>
                  <a:cubicBezTo>
                    <a:pt x="6655944" y="0"/>
                    <a:pt x="6700648" y="44577"/>
                    <a:pt x="6700648" y="576199"/>
                  </a:cubicBezTo>
                  <a:lnTo>
                    <a:pt x="6693156" y="576199"/>
                  </a:lnTo>
                  <a:lnTo>
                    <a:pt x="6700648" y="576199"/>
                  </a:lnTo>
                  <a:lnTo>
                    <a:pt x="6700648" y="985901"/>
                  </a:lnTo>
                  <a:lnTo>
                    <a:pt x="6693156" y="985901"/>
                  </a:lnTo>
                  <a:lnTo>
                    <a:pt x="6700648" y="985901"/>
                  </a:lnTo>
                  <a:cubicBezTo>
                    <a:pt x="6700648" y="1517523"/>
                    <a:pt x="6655944" y="1562100"/>
                    <a:pt x="6123688" y="1562100"/>
                  </a:cubicBezTo>
                  <a:lnTo>
                    <a:pt x="6123688" y="1554607"/>
                  </a:lnTo>
                  <a:lnTo>
                    <a:pt x="6123688" y="1562100"/>
                  </a:lnTo>
                  <a:lnTo>
                    <a:pt x="576961" y="1562100"/>
                  </a:lnTo>
                  <a:lnTo>
                    <a:pt x="576961" y="1554607"/>
                  </a:lnTo>
                  <a:lnTo>
                    <a:pt x="576961" y="1562100"/>
                  </a:lnTo>
                  <a:cubicBezTo>
                    <a:pt x="44704" y="1562100"/>
                    <a:pt x="0" y="1517523"/>
                    <a:pt x="0" y="985901"/>
                  </a:cubicBezTo>
                  <a:lnTo>
                    <a:pt x="7493" y="985901"/>
                  </a:lnTo>
                  <a:lnTo>
                    <a:pt x="0" y="985901"/>
                  </a:lnTo>
                  <a:lnTo>
                    <a:pt x="0" y="576199"/>
                  </a:lnTo>
                  <a:lnTo>
                    <a:pt x="7493" y="576199"/>
                  </a:lnTo>
                  <a:lnTo>
                    <a:pt x="0" y="576199"/>
                  </a:lnTo>
                  <a:cubicBezTo>
                    <a:pt x="0" y="44577"/>
                    <a:pt x="44704" y="0"/>
                    <a:pt x="576961" y="0"/>
                  </a:cubicBezTo>
                  <a:lnTo>
                    <a:pt x="576961" y="7493"/>
                  </a:lnTo>
                  <a:lnTo>
                    <a:pt x="576961" y="0"/>
                  </a:lnTo>
                  <a:lnTo>
                    <a:pt x="6123688" y="0"/>
                  </a:lnTo>
                  <a:lnTo>
                    <a:pt x="6123688" y="7493"/>
                  </a:lnTo>
                  <a:lnTo>
                    <a:pt x="6123688" y="0"/>
                  </a:lnTo>
                  <a:moveTo>
                    <a:pt x="6123688" y="14859"/>
                  </a:moveTo>
                  <a:lnTo>
                    <a:pt x="576961" y="14859"/>
                  </a:lnTo>
                  <a:cubicBezTo>
                    <a:pt x="52959" y="14859"/>
                    <a:pt x="14859" y="52832"/>
                    <a:pt x="14859" y="576199"/>
                  </a:cubicBezTo>
                  <a:lnTo>
                    <a:pt x="14859" y="985901"/>
                  </a:lnTo>
                  <a:cubicBezTo>
                    <a:pt x="14859" y="1509268"/>
                    <a:pt x="52832" y="1547241"/>
                    <a:pt x="576961" y="1547241"/>
                  </a:cubicBezTo>
                  <a:lnTo>
                    <a:pt x="6123688" y="1547241"/>
                  </a:lnTo>
                  <a:cubicBezTo>
                    <a:pt x="6647817" y="1547241"/>
                    <a:pt x="6685790" y="1509268"/>
                    <a:pt x="6685790" y="985901"/>
                  </a:cubicBezTo>
                  <a:lnTo>
                    <a:pt x="6685790" y="576199"/>
                  </a:lnTo>
                  <a:cubicBezTo>
                    <a:pt x="6685790" y="52832"/>
                    <a:pt x="6647817" y="14859"/>
                    <a:pt x="6123688" y="14859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1028700" y="2866644"/>
            <a:ext cx="5838825" cy="7296150"/>
            <a:chOff x="0" y="0"/>
            <a:chExt cx="7785100" cy="97282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7785100" cy="9728200"/>
            </a:xfrm>
            <a:custGeom>
              <a:avLst/>
              <a:gdLst/>
              <a:ahLst/>
              <a:cxnLst/>
              <a:rect l="l" t="t" r="r" b="b"/>
              <a:pathLst>
                <a:path w="7785100" h="9728200">
                  <a:moveTo>
                    <a:pt x="0" y="0"/>
                  </a:moveTo>
                  <a:lnTo>
                    <a:pt x="7785100" y="0"/>
                  </a:lnTo>
                  <a:lnTo>
                    <a:pt x="7785100" y="9728200"/>
                  </a:lnTo>
                  <a:lnTo>
                    <a:pt x="0" y="9728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-32001"/>
              </a:stretch>
            </a:blipFill>
          </p:spPr>
        </p:sp>
      </p:grpSp>
      <p:grpSp>
        <p:nvGrpSpPr>
          <p:cNvPr id="12" name="Group 12"/>
          <p:cNvGrpSpPr/>
          <p:nvPr/>
        </p:nvGrpSpPr>
        <p:grpSpPr>
          <a:xfrm>
            <a:off x="9515370" y="2828544"/>
            <a:ext cx="5553075" cy="7420356"/>
            <a:chOff x="0" y="0"/>
            <a:chExt cx="7404100" cy="989380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7404100" cy="9893808"/>
            </a:xfrm>
            <a:custGeom>
              <a:avLst/>
              <a:gdLst/>
              <a:ahLst/>
              <a:cxnLst/>
              <a:rect l="l" t="t" r="r" b="b"/>
              <a:pathLst>
                <a:path w="7404100" h="9893808">
                  <a:moveTo>
                    <a:pt x="0" y="0"/>
                  </a:moveTo>
                  <a:lnTo>
                    <a:pt x="7404100" y="0"/>
                  </a:lnTo>
                  <a:lnTo>
                    <a:pt x="7404100" y="9893808"/>
                  </a:lnTo>
                  <a:lnTo>
                    <a:pt x="0" y="98938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b="-28198"/>
              </a:stretch>
            </a:blipFill>
          </p:spPr>
        </p:sp>
      </p:grpSp>
      <p:grpSp>
        <p:nvGrpSpPr>
          <p:cNvPr id="14" name="Group 14"/>
          <p:cNvGrpSpPr/>
          <p:nvPr/>
        </p:nvGrpSpPr>
        <p:grpSpPr>
          <a:xfrm>
            <a:off x="4573810" y="1028700"/>
            <a:ext cx="6915598" cy="1669332"/>
            <a:chOff x="0" y="0"/>
            <a:chExt cx="6915594" cy="166933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915654" cy="1669293"/>
            </a:xfrm>
            <a:custGeom>
              <a:avLst/>
              <a:gdLst/>
              <a:ahLst/>
              <a:cxnLst/>
              <a:rect l="l" t="t" r="r" b="b"/>
              <a:pathLst>
                <a:path w="6915654" h="1669293">
                  <a:moveTo>
                    <a:pt x="0" y="1669293"/>
                  </a:moveTo>
                  <a:lnTo>
                    <a:pt x="6915654" y="1669293"/>
                  </a:lnTo>
                  <a:lnTo>
                    <a:pt x="691565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id="16" name="TextBox 16"/>
          <p:cNvSpPr txBox="1"/>
          <p:nvPr/>
        </p:nvSpPr>
        <p:spPr>
          <a:xfrm>
            <a:off x="5904976" y="1423502"/>
            <a:ext cx="4338171" cy="10508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39"/>
              </a:lnSpc>
            </a:pPr>
            <a:r>
              <a:rPr lang="en-US" sz="5599" b="1">
                <a:solidFill>
                  <a:srgbClr val="00679B"/>
                </a:solidFill>
                <a:latin typeface="Poppins Bold"/>
                <a:ea typeface="Poppins Bold"/>
                <a:cs typeface="Poppins Bold"/>
                <a:sym typeface="Poppins Bold"/>
              </a:rPr>
              <a:t>Excuse Mail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273510" y="4781512"/>
            <a:ext cx="5349204" cy="42970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80"/>
              </a:lnSpc>
              <a:spcBef>
                <a:spcPct val="0"/>
              </a:spcBef>
            </a:pPr>
            <a:r>
              <a:rPr lang="en-US" sz="22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Dear HR, </a:t>
            </a:r>
          </a:p>
          <a:p>
            <a:pPr algn="l">
              <a:lnSpc>
                <a:spcPts val="3080"/>
              </a:lnSpc>
              <a:spcBef>
                <a:spcPct val="0"/>
              </a:spcBef>
            </a:pPr>
            <a:endParaRPr lang="en-US" sz="22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3080"/>
              </a:lnSpc>
              <a:spcBef>
                <a:spcPct val="0"/>
              </a:spcBef>
            </a:pPr>
            <a:r>
              <a:rPr lang="en-US" sz="22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Please accept this email as notification that I am unable to attend today’s meeting, [Date], due to [matter].</a:t>
            </a:r>
          </a:p>
          <a:p>
            <a:pPr algn="l">
              <a:lnSpc>
                <a:spcPts val="3080"/>
              </a:lnSpc>
              <a:spcBef>
                <a:spcPct val="0"/>
              </a:spcBef>
            </a:pPr>
            <a:endParaRPr lang="en-US" sz="22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3080"/>
              </a:lnSpc>
              <a:spcBef>
                <a:spcPct val="0"/>
              </a:spcBef>
            </a:pPr>
            <a:r>
              <a:rPr lang="en-US" sz="22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Thank you for your understanding.</a:t>
            </a:r>
          </a:p>
          <a:p>
            <a:pPr algn="l">
              <a:lnSpc>
                <a:spcPts val="3080"/>
              </a:lnSpc>
              <a:spcBef>
                <a:spcPct val="0"/>
              </a:spcBef>
            </a:pPr>
            <a:endParaRPr lang="en-US" sz="22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3080"/>
              </a:lnSpc>
              <a:spcBef>
                <a:spcPct val="0"/>
              </a:spcBef>
            </a:pPr>
            <a:r>
              <a:rPr lang="en-US" sz="22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Best regards,</a:t>
            </a:r>
          </a:p>
          <a:p>
            <a:pPr algn="l">
              <a:lnSpc>
                <a:spcPts val="3080"/>
              </a:lnSpc>
              <a:spcBef>
                <a:spcPct val="0"/>
              </a:spcBef>
            </a:pPr>
            <a:r>
              <a:rPr lang="en-US" sz="22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[Your Name]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42206" y="3883687"/>
            <a:ext cx="4822490" cy="3917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80"/>
              </a:lnSpc>
              <a:spcBef>
                <a:spcPct val="0"/>
              </a:spcBef>
            </a:pPr>
            <a:r>
              <a:rPr lang="en-US" sz="22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Absence Today - [Your Name]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719241" y="5951855"/>
            <a:ext cx="5166324" cy="42970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80"/>
              </a:lnSpc>
              <a:spcBef>
                <a:spcPct val="0"/>
              </a:spcBef>
            </a:pPr>
            <a:r>
              <a:rPr lang="en-US" sz="22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Dear HR, </a:t>
            </a:r>
          </a:p>
          <a:p>
            <a:pPr algn="l">
              <a:lnSpc>
                <a:spcPts val="3080"/>
              </a:lnSpc>
              <a:spcBef>
                <a:spcPct val="0"/>
              </a:spcBef>
            </a:pPr>
            <a:endParaRPr lang="en-US" sz="22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3080"/>
              </a:lnSpc>
              <a:spcBef>
                <a:spcPct val="0"/>
              </a:spcBef>
            </a:pPr>
            <a:r>
              <a:rPr lang="en-US" sz="22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Please accept this email as notification that I am unable to attend today’s meeting, [Date], due to [matter].</a:t>
            </a:r>
          </a:p>
          <a:p>
            <a:pPr algn="l">
              <a:lnSpc>
                <a:spcPts val="3080"/>
              </a:lnSpc>
              <a:spcBef>
                <a:spcPct val="0"/>
              </a:spcBef>
            </a:pPr>
            <a:endParaRPr lang="en-US" sz="22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3080"/>
              </a:lnSpc>
              <a:spcBef>
                <a:spcPct val="0"/>
              </a:spcBef>
            </a:pPr>
            <a:r>
              <a:rPr lang="en-US" sz="22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Thank you for your understanding.</a:t>
            </a:r>
          </a:p>
          <a:p>
            <a:pPr algn="l">
              <a:lnSpc>
                <a:spcPts val="3080"/>
              </a:lnSpc>
              <a:spcBef>
                <a:spcPct val="0"/>
              </a:spcBef>
            </a:pPr>
            <a:endParaRPr lang="en-US" sz="22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3080"/>
              </a:lnSpc>
              <a:spcBef>
                <a:spcPct val="0"/>
              </a:spcBef>
            </a:pPr>
            <a:r>
              <a:rPr lang="en-US" sz="22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Best regards,</a:t>
            </a:r>
          </a:p>
          <a:p>
            <a:pPr algn="l">
              <a:lnSpc>
                <a:spcPts val="3080"/>
              </a:lnSpc>
              <a:spcBef>
                <a:spcPct val="0"/>
              </a:spcBef>
            </a:pPr>
            <a:r>
              <a:rPr lang="en-US" sz="22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[Your Name]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374684" y="5329478"/>
            <a:ext cx="4834959" cy="3917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80"/>
              </a:lnSpc>
              <a:spcBef>
                <a:spcPct val="0"/>
              </a:spcBef>
            </a:pPr>
            <a:r>
              <a:rPr lang="en-US" sz="22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Absence Today - [Your Name]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314104" y="9387802"/>
            <a:ext cx="2375478" cy="703031"/>
            <a:chOff x="0" y="0"/>
            <a:chExt cx="3167304" cy="93737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167253" cy="937387"/>
            </a:xfrm>
            <a:custGeom>
              <a:avLst/>
              <a:gdLst/>
              <a:ahLst/>
              <a:cxnLst/>
              <a:rect l="l" t="t" r="r" b="b"/>
              <a:pathLst>
                <a:path w="3167253" h="937387">
                  <a:moveTo>
                    <a:pt x="0" y="0"/>
                  </a:moveTo>
                  <a:lnTo>
                    <a:pt x="3167253" y="0"/>
                  </a:lnTo>
                  <a:lnTo>
                    <a:pt x="3167253" y="937387"/>
                  </a:lnTo>
                  <a:lnTo>
                    <a:pt x="0" y="9373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1" b="1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5657" cy="2075878"/>
            <a:chOff x="0" y="0"/>
            <a:chExt cx="24380876" cy="276783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0825" cy="2767838"/>
            </a:xfrm>
            <a:custGeom>
              <a:avLst/>
              <a:gdLst/>
              <a:ahLst/>
              <a:cxnLst/>
              <a:rect l="l" t="t" r="r" b="b"/>
              <a:pathLst>
                <a:path w="24380825" h="2767838">
                  <a:moveTo>
                    <a:pt x="0" y="0"/>
                  </a:moveTo>
                  <a:lnTo>
                    <a:pt x="24380825" y="0"/>
                  </a:lnTo>
                  <a:lnTo>
                    <a:pt x="24380825" y="2767838"/>
                  </a:lnTo>
                  <a:lnTo>
                    <a:pt x="0" y="27678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10050951" y="4647790"/>
            <a:ext cx="7699181" cy="1955797"/>
            <a:chOff x="0" y="0"/>
            <a:chExt cx="7699185" cy="1955800"/>
          </a:xfrm>
        </p:grpSpPr>
        <p:sp>
          <p:nvSpPr>
            <p:cNvPr id="7" name="Freeform 7"/>
            <p:cNvSpPr/>
            <p:nvPr/>
          </p:nvSpPr>
          <p:spPr>
            <a:xfrm>
              <a:off x="63500" y="63500"/>
              <a:ext cx="7572249" cy="1828800"/>
            </a:xfrm>
            <a:custGeom>
              <a:avLst/>
              <a:gdLst/>
              <a:ahLst/>
              <a:cxnLst/>
              <a:rect l="l" t="t" r="r" b="b"/>
              <a:pathLst>
                <a:path w="7572249" h="1828800">
                  <a:moveTo>
                    <a:pt x="635508" y="0"/>
                  </a:moveTo>
                  <a:cubicBezTo>
                    <a:pt x="332105" y="0"/>
                    <a:pt x="182626" y="14224"/>
                    <a:pt x="98425" y="98425"/>
                  </a:cubicBezTo>
                  <a:cubicBezTo>
                    <a:pt x="85598" y="111379"/>
                    <a:pt x="74295" y="125730"/>
                    <a:pt x="64516" y="141986"/>
                  </a:cubicBezTo>
                  <a:cubicBezTo>
                    <a:pt x="10160" y="232029"/>
                    <a:pt x="0" y="378714"/>
                    <a:pt x="0" y="635762"/>
                  </a:cubicBezTo>
                  <a:lnTo>
                    <a:pt x="0" y="1085342"/>
                  </a:lnTo>
                  <a:cubicBezTo>
                    <a:pt x="0" y="1388872"/>
                    <a:pt x="14224" y="1538478"/>
                    <a:pt x="98425" y="1622679"/>
                  </a:cubicBezTo>
                  <a:cubicBezTo>
                    <a:pt x="117094" y="1641348"/>
                    <a:pt x="139065" y="1656588"/>
                    <a:pt x="165100" y="1669034"/>
                  </a:cubicBezTo>
                  <a:cubicBezTo>
                    <a:pt x="165227" y="1669034"/>
                    <a:pt x="165227" y="1669161"/>
                    <a:pt x="165354" y="1669161"/>
                  </a:cubicBezTo>
                  <a:lnTo>
                    <a:pt x="391287" y="1776603"/>
                  </a:lnTo>
                  <a:lnTo>
                    <a:pt x="391541" y="1776731"/>
                  </a:lnTo>
                  <a:lnTo>
                    <a:pt x="391795" y="1776857"/>
                  </a:lnTo>
                  <a:cubicBezTo>
                    <a:pt x="482981" y="1820037"/>
                    <a:pt x="625094" y="1828800"/>
                    <a:pt x="859282" y="1828800"/>
                  </a:cubicBezTo>
                  <a:lnTo>
                    <a:pt x="6939408" y="1828800"/>
                  </a:lnTo>
                  <a:cubicBezTo>
                    <a:pt x="7240906" y="1828673"/>
                    <a:pt x="7389878" y="1814322"/>
                    <a:pt x="7473824" y="1730375"/>
                  </a:cubicBezTo>
                  <a:cubicBezTo>
                    <a:pt x="7558025" y="1646175"/>
                    <a:pt x="7572249" y="1496568"/>
                    <a:pt x="7572249" y="1193038"/>
                  </a:cubicBezTo>
                  <a:lnTo>
                    <a:pt x="7572249" y="743331"/>
                  </a:lnTo>
                  <a:cubicBezTo>
                    <a:pt x="7572249" y="439801"/>
                    <a:pt x="7558025" y="290195"/>
                    <a:pt x="7473824" y="205867"/>
                  </a:cubicBezTo>
                  <a:cubicBezTo>
                    <a:pt x="7455028" y="187071"/>
                    <a:pt x="7433057" y="171831"/>
                    <a:pt x="7406895" y="159385"/>
                  </a:cubicBezTo>
                  <a:lnTo>
                    <a:pt x="7406641" y="159258"/>
                  </a:lnTo>
                  <a:lnTo>
                    <a:pt x="7179692" y="51943"/>
                  </a:lnTo>
                  <a:lnTo>
                    <a:pt x="7179439" y="51816"/>
                  </a:lnTo>
                  <a:cubicBezTo>
                    <a:pt x="7087871" y="8509"/>
                    <a:pt x="6944996" y="0"/>
                    <a:pt x="670941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" name="Freeform 8"/>
            <p:cNvSpPr/>
            <p:nvPr/>
          </p:nvSpPr>
          <p:spPr>
            <a:xfrm>
              <a:off x="75311" y="75311"/>
              <a:ext cx="7321297" cy="1697483"/>
            </a:xfrm>
            <a:custGeom>
              <a:avLst/>
              <a:gdLst/>
              <a:ahLst/>
              <a:cxnLst/>
              <a:rect l="l" t="t" r="r" b="b"/>
              <a:pathLst>
                <a:path w="7321297" h="1697483">
                  <a:moveTo>
                    <a:pt x="6697600" y="0"/>
                  </a:moveTo>
                  <a:cubicBezTo>
                    <a:pt x="7275958" y="0"/>
                    <a:pt x="7321297" y="45339"/>
                    <a:pt x="7321297" y="623951"/>
                  </a:cubicBezTo>
                  <a:lnTo>
                    <a:pt x="7321297" y="1073531"/>
                  </a:lnTo>
                  <a:cubicBezTo>
                    <a:pt x="7321297" y="1652270"/>
                    <a:pt x="7276085" y="1697483"/>
                    <a:pt x="6697600" y="1697483"/>
                  </a:cubicBezTo>
                  <a:lnTo>
                    <a:pt x="623697" y="1697483"/>
                  </a:lnTo>
                  <a:cubicBezTo>
                    <a:pt x="45339" y="1697483"/>
                    <a:pt x="0" y="1652143"/>
                    <a:pt x="0" y="1073531"/>
                  </a:cubicBezTo>
                  <a:lnTo>
                    <a:pt x="0" y="623951"/>
                  </a:lnTo>
                  <a:cubicBezTo>
                    <a:pt x="0" y="45339"/>
                    <a:pt x="45212" y="0"/>
                    <a:pt x="623697" y="0"/>
                  </a:cubicBezTo>
                  <a:lnTo>
                    <a:pt x="669760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9" name="Freeform 9"/>
            <p:cNvSpPr/>
            <p:nvPr/>
          </p:nvSpPr>
          <p:spPr>
            <a:xfrm>
              <a:off x="67183" y="67183"/>
              <a:ext cx="7337553" cy="1713738"/>
            </a:xfrm>
            <a:custGeom>
              <a:avLst/>
              <a:gdLst/>
              <a:ahLst/>
              <a:cxnLst/>
              <a:rect l="l" t="t" r="r" b="b"/>
              <a:pathLst>
                <a:path w="7337553" h="1713738">
                  <a:moveTo>
                    <a:pt x="6705728" y="0"/>
                  </a:moveTo>
                  <a:cubicBezTo>
                    <a:pt x="7288659" y="0"/>
                    <a:pt x="7337553" y="48895"/>
                    <a:pt x="7337553" y="632079"/>
                  </a:cubicBezTo>
                  <a:lnTo>
                    <a:pt x="7329425" y="632079"/>
                  </a:lnTo>
                  <a:lnTo>
                    <a:pt x="7337553" y="632079"/>
                  </a:lnTo>
                  <a:lnTo>
                    <a:pt x="7337553" y="1081659"/>
                  </a:lnTo>
                  <a:lnTo>
                    <a:pt x="7329425" y="1081659"/>
                  </a:lnTo>
                  <a:lnTo>
                    <a:pt x="7337553" y="1081659"/>
                  </a:lnTo>
                  <a:cubicBezTo>
                    <a:pt x="7337553" y="1664843"/>
                    <a:pt x="7288659" y="1713738"/>
                    <a:pt x="6705728" y="1713738"/>
                  </a:cubicBezTo>
                  <a:lnTo>
                    <a:pt x="6705728" y="1705610"/>
                  </a:lnTo>
                  <a:lnTo>
                    <a:pt x="6705728" y="1713738"/>
                  </a:lnTo>
                  <a:lnTo>
                    <a:pt x="631825" y="1713738"/>
                  </a:lnTo>
                  <a:lnTo>
                    <a:pt x="631825" y="1705610"/>
                  </a:lnTo>
                  <a:lnTo>
                    <a:pt x="631825" y="1713738"/>
                  </a:lnTo>
                  <a:cubicBezTo>
                    <a:pt x="48895" y="1713738"/>
                    <a:pt x="0" y="1664843"/>
                    <a:pt x="0" y="1081659"/>
                  </a:cubicBezTo>
                  <a:lnTo>
                    <a:pt x="8128" y="1081659"/>
                  </a:lnTo>
                  <a:lnTo>
                    <a:pt x="0" y="1081659"/>
                  </a:lnTo>
                  <a:lnTo>
                    <a:pt x="0" y="632079"/>
                  </a:lnTo>
                  <a:lnTo>
                    <a:pt x="8128" y="632079"/>
                  </a:lnTo>
                  <a:lnTo>
                    <a:pt x="0" y="632079"/>
                  </a:lnTo>
                  <a:cubicBezTo>
                    <a:pt x="0" y="48895"/>
                    <a:pt x="48895" y="0"/>
                    <a:pt x="631825" y="0"/>
                  </a:cubicBezTo>
                  <a:lnTo>
                    <a:pt x="631825" y="8128"/>
                  </a:lnTo>
                  <a:lnTo>
                    <a:pt x="631825" y="0"/>
                  </a:lnTo>
                  <a:lnTo>
                    <a:pt x="6705728" y="0"/>
                  </a:lnTo>
                  <a:lnTo>
                    <a:pt x="6705728" y="8128"/>
                  </a:lnTo>
                  <a:lnTo>
                    <a:pt x="6705728" y="0"/>
                  </a:lnTo>
                  <a:moveTo>
                    <a:pt x="6705728" y="16256"/>
                  </a:moveTo>
                  <a:lnTo>
                    <a:pt x="631825" y="16256"/>
                  </a:lnTo>
                  <a:cubicBezTo>
                    <a:pt x="57912" y="16256"/>
                    <a:pt x="16256" y="57912"/>
                    <a:pt x="16256" y="632079"/>
                  </a:cubicBezTo>
                  <a:lnTo>
                    <a:pt x="16256" y="1081659"/>
                  </a:lnTo>
                  <a:cubicBezTo>
                    <a:pt x="16256" y="1655826"/>
                    <a:pt x="57912" y="1697483"/>
                    <a:pt x="631825" y="1697483"/>
                  </a:cubicBezTo>
                  <a:lnTo>
                    <a:pt x="6705728" y="1697483"/>
                  </a:lnTo>
                  <a:cubicBezTo>
                    <a:pt x="7279641" y="1697483"/>
                    <a:pt x="7321298" y="1655826"/>
                    <a:pt x="7321298" y="1081659"/>
                  </a:cubicBezTo>
                  <a:lnTo>
                    <a:pt x="7321298" y="632079"/>
                  </a:lnTo>
                  <a:cubicBezTo>
                    <a:pt x="7321298" y="57912"/>
                    <a:pt x="7279641" y="16256"/>
                    <a:pt x="6705728" y="16256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624002" y="814445"/>
            <a:ext cx="7562850" cy="9277350"/>
            <a:chOff x="0" y="0"/>
            <a:chExt cx="10083800" cy="12369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0083800" cy="12369800"/>
            </a:xfrm>
            <a:custGeom>
              <a:avLst/>
              <a:gdLst/>
              <a:ahLst/>
              <a:cxnLst/>
              <a:rect l="l" t="t" r="r" b="b"/>
              <a:pathLst>
                <a:path w="10083800" h="12369800">
                  <a:moveTo>
                    <a:pt x="0" y="0"/>
                  </a:moveTo>
                  <a:lnTo>
                    <a:pt x="10083800" y="0"/>
                  </a:lnTo>
                  <a:lnTo>
                    <a:pt x="10083800" y="12369800"/>
                  </a:lnTo>
                  <a:lnTo>
                    <a:pt x="0" y="12369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-39349"/>
              </a:stretch>
            </a:blipFill>
          </p:spPr>
        </p:sp>
      </p:grpSp>
      <p:grpSp>
        <p:nvGrpSpPr>
          <p:cNvPr id="12" name="Group 12"/>
          <p:cNvGrpSpPr/>
          <p:nvPr/>
        </p:nvGrpSpPr>
        <p:grpSpPr>
          <a:xfrm>
            <a:off x="10114350" y="4711284"/>
            <a:ext cx="7575804" cy="1828695"/>
            <a:chOff x="0" y="0"/>
            <a:chExt cx="7575804" cy="182869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7575807" cy="1828674"/>
            </a:xfrm>
            <a:custGeom>
              <a:avLst/>
              <a:gdLst/>
              <a:ahLst/>
              <a:cxnLst/>
              <a:rect l="l" t="t" r="r" b="b"/>
              <a:pathLst>
                <a:path w="7575807" h="1828674">
                  <a:moveTo>
                    <a:pt x="0" y="1828674"/>
                  </a:moveTo>
                  <a:lnTo>
                    <a:pt x="7575807" y="1828674"/>
                  </a:lnTo>
                  <a:lnTo>
                    <a:pt x="757580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id="14" name="TextBox 14"/>
          <p:cNvSpPr txBox="1"/>
          <p:nvPr/>
        </p:nvSpPr>
        <p:spPr>
          <a:xfrm>
            <a:off x="11896735" y="5136690"/>
            <a:ext cx="4091140" cy="10899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183"/>
              </a:lnSpc>
            </a:pPr>
            <a:r>
              <a:rPr lang="en-US" sz="5845" b="1">
                <a:solidFill>
                  <a:srgbClr val="00679B"/>
                </a:solidFill>
                <a:latin typeface="Poppins Bold"/>
                <a:ea typeface="Poppins Bold"/>
                <a:cs typeface="Poppins Bold"/>
                <a:sym typeface="Poppins Bold"/>
              </a:rPr>
              <a:t>Task Mails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14400" y="3211877"/>
            <a:ext cx="3619500" cy="4396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sz="26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Task - [Your Name]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28700" y="4341373"/>
            <a:ext cx="6520754" cy="50298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To Whom It May Concern,</a:t>
            </a:r>
          </a:p>
          <a:p>
            <a:pPr algn="l">
              <a:lnSpc>
                <a:spcPts val="3640"/>
              </a:lnSpc>
              <a:spcBef>
                <a:spcPct val="0"/>
              </a:spcBef>
            </a:pPr>
            <a:endParaRPr lang="en-US" sz="26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 hope this email finds you well.</a:t>
            </a:r>
          </a:p>
          <a:p>
            <a:pPr algn="l">
              <a:lnSpc>
                <a:spcPts val="3640"/>
              </a:lnSpc>
              <a:spcBef>
                <a:spcPct val="0"/>
              </a:spcBef>
            </a:pPr>
            <a:endParaRPr lang="en-US" sz="26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    Please find attached file for the task as required.</a:t>
            </a:r>
          </a:p>
          <a:p>
            <a:pPr algn="l">
              <a:lnSpc>
                <a:spcPts val="3640"/>
              </a:lnSpc>
              <a:spcBef>
                <a:spcPct val="0"/>
              </a:spcBef>
            </a:pPr>
            <a:endParaRPr lang="en-US" sz="26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Waiting for your feedback.</a:t>
            </a:r>
          </a:p>
          <a:p>
            <a:pPr algn="l">
              <a:lnSpc>
                <a:spcPts val="3640"/>
              </a:lnSpc>
              <a:spcBef>
                <a:spcPct val="0"/>
              </a:spcBef>
            </a:pPr>
            <a:endParaRPr lang="en-US" sz="26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Best regards,</a:t>
            </a:r>
          </a:p>
          <a:p>
            <a:pPr algn="l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[Your Name]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314104" y="9387802"/>
            <a:ext cx="2375468" cy="703031"/>
            <a:chOff x="0" y="0"/>
            <a:chExt cx="3167291" cy="93737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167253" cy="937387"/>
            </a:xfrm>
            <a:custGeom>
              <a:avLst/>
              <a:gdLst/>
              <a:ahLst/>
              <a:cxnLst/>
              <a:rect l="l" t="t" r="r" b="b"/>
              <a:pathLst>
                <a:path w="3167253" h="937387">
                  <a:moveTo>
                    <a:pt x="0" y="0"/>
                  </a:moveTo>
                  <a:lnTo>
                    <a:pt x="3167253" y="0"/>
                  </a:lnTo>
                  <a:lnTo>
                    <a:pt x="3167253" y="937387"/>
                  </a:lnTo>
                  <a:lnTo>
                    <a:pt x="0" y="9373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1" b="1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5657" cy="2075878"/>
            <a:chOff x="0" y="0"/>
            <a:chExt cx="24380876" cy="276783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0825" cy="2767838"/>
            </a:xfrm>
            <a:custGeom>
              <a:avLst/>
              <a:gdLst/>
              <a:ahLst/>
              <a:cxnLst/>
              <a:rect l="l" t="t" r="r" b="b"/>
              <a:pathLst>
                <a:path w="24380825" h="2767838">
                  <a:moveTo>
                    <a:pt x="0" y="0"/>
                  </a:moveTo>
                  <a:lnTo>
                    <a:pt x="24380825" y="0"/>
                  </a:lnTo>
                  <a:lnTo>
                    <a:pt x="24380825" y="2767838"/>
                  </a:lnTo>
                  <a:lnTo>
                    <a:pt x="0" y="27678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10050856" y="4647790"/>
            <a:ext cx="7702801" cy="1955797"/>
            <a:chOff x="0" y="0"/>
            <a:chExt cx="7702804" cy="1955800"/>
          </a:xfrm>
        </p:grpSpPr>
        <p:sp>
          <p:nvSpPr>
            <p:cNvPr id="7" name="Freeform 7"/>
            <p:cNvSpPr/>
            <p:nvPr/>
          </p:nvSpPr>
          <p:spPr>
            <a:xfrm>
              <a:off x="63627" y="63500"/>
              <a:ext cx="7572121" cy="1828801"/>
            </a:xfrm>
            <a:custGeom>
              <a:avLst/>
              <a:gdLst/>
              <a:ahLst/>
              <a:cxnLst/>
              <a:rect l="l" t="t" r="r" b="b"/>
              <a:pathLst>
                <a:path w="7572121" h="1828801">
                  <a:moveTo>
                    <a:pt x="635381" y="0"/>
                  </a:moveTo>
                  <a:cubicBezTo>
                    <a:pt x="332105" y="0"/>
                    <a:pt x="182499" y="14224"/>
                    <a:pt x="98298" y="98425"/>
                  </a:cubicBezTo>
                  <a:cubicBezTo>
                    <a:pt x="85471" y="111379"/>
                    <a:pt x="74168" y="125730"/>
                    <a:pt x="64389" y="141986"/>
                  </a:cubicBezTo>
                  <a:cubicBezTo>
                    <a:pt x="10160" y="232029"/>
                    <a:pt x="0" y="378714"/>
                    <a:pt x="0" y="635762"/>
                  </a:cubicBezTo>
                  <a:lnTo>
                    <a:pt x="0" y="1085343"/>
                  </a:lnTo>
                  <a:cubicBezTo>
                    <a:pt x="0" y="1388873"/>
                    <a:pt x="14224" y="1538479"/>
                    <a:pt x="98425" y="1622680"/>
                  </a:cubicBezTo>
                  <a:cubicBezTo>
                    <a:pt x="117094" y="1641349"/>
                    <a:pt x="139065" y="1656589"/>
                    <a:pt x="165100" y="1669035"/>
                  </a:cubicBezTo>
                  <a:cubicBezTo>
                    <a:pt x="165227" y="1669035"/>
                    <a:pt x="165227" y="1669162"/>
                    <a:pt x="165354" y="1669162"/>
                  </a:cubicBezTo>
                  <a:lnTo>
                    <a:pt x="391287" y="1776604"/>
                  </a:lnTo>
                  <a:lnTo>
                    <a:pt x="391541" y="1776731"/>
                  </a:lnTo>
                  <a:lnTo>
                    <a:pt x="391795" y="1776858"/>
                  </a:lnTo>
                  <a:cubicBezTo>
                    <a:pt x="482727" y="1819911"/>
                    <a:pt x="624205" y="1828674"/>
                    <a:pt x="857250" y="1828801"/>
                  </a:cubicBezTo>
                  <a:lnTo>
                    <a:pt x="6941312" y="1828801"/>
                  </a:lnTo>
                  <a:cubicBezTo>
                    <a:pt x="7241540" y="1828674"/>
                    <a:pt x="7390003" y="1814196"/>
                    <a:pt x="7473696" y="1730376"/>
                  </a:cubicBezTo>
                  <a:cubicBezTo>
                    <a:pt x="7557897" y="1646175"/>
                    <a:pt x="7572121" y="1496569"/>
                    <a:pt x="7572121" y="1193039"/>
                  </a:cubicBezTo>
                  <a:lnTo>
                    <a:pt x="7572121" y="743331"/>
                  </a:lnTo>
                  <a:cubicBezTo>
                    <a:pt x="7572121" y="439801"/>
                    <a:pt x="7557897" y="290195"/>
                    <a:pt x="7473696" y="205867"/>
                  </a:cubicBezTo>
                  <a:cubicBezTo>
                    <a:pt x="7454900" y="187071"/>
                    <a:pt x="7432929" y="171831"/>
                    <a:pt x="7406767" y="159385"/>
                  </a:cubicBezTo>
                  <a:lnTo>
                    <a:pt x="7406513" y="159258"/>
                  </a:lnTo>
                  <a:lnTo>
                    <a:pt x="7179564" y="51943"/>
                  </a:lnTo>
                  <a:lnTo>
                    <a:pt x="7179310" y="51816"/>
                  </a:lnTo>
                  <a:cubicBezTo>
                    <a:pt x="7087870" y="8509"/>
                    <a:pt x="6944995" y="0"/>
                    <a:pt x="670941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" name="Freeform 8"/>
            <p:cNvSpPr/>
            <p:nvPr/>
          </p:nvSpPr>
          <p:spPr>
            <a:xfrm>
              <a:off x="75311" y="75311"/>
              <a:ext cx="7321423" cy="1697483"/>
            </a:xfrm>
            <a:custGeom>
              <a:avLst/>
              <a:gdLst/>
              <a:ahLst/>
              <a:cxnLst/>
              <a:rect l="l" t="t" r="r" b="b"/>
              <a:pathLst>
                <a:path w="7321423" h="1697483">
                  <a:moveTo>
                    <a:pt x="6697726" y="0"/>
                  </a:moveTo>
                  <a:cubicBezTo>
                    <a:pt x="7276084" y="0"/>
                    <a:pt x="7321423" y="45339"/>
                    <a:pt x="7321423" y="623951"/>
                  </a:cubicBezTo>
                  <a:lnTo>
                    <a:pt x="7321423" y="1073532"/>
                  </a:lnTo>
                  <a:cubicBezTo>
                    <a:pt x="7321423" y="1652271"/>
                    <a:pt x="7276211" y="1697483"/>
                    <a:pt x="6697726" y="1697483"/>
                  </a:cubicBezTo>
                  <a:lnTo>
                    <a:pt x="623697" y="1697483"/>
                  </a:lnTo>
                  <a:cubicBezTo>
                    <a:pt x="45339" y="1697483"/>
                    <a:pt x="0" y="1652144"/>
                    <a:pt x="0" y="1073532"/>
                  </a:cubicBezTo>
                  <a:lnTo>
                    <a:pt x="0" y="623951"/>
                  </a:lnTo>
                  <a:cubicBezTo>
                    <a:pt x="127" y="45339"/>
                    <a:pt x="45339" y="0"/>
                    <a:pt x="623697" y="0"/>
                  </a:cubicBezTo>
                  <a:lnTo>
                    <a:pt x="6697726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9" name="Freeform 9"/>
            <p:cNvSpPr/>
            <p:nvPr/>
          </p:nvSpPr>
          <p:spPr>
            <a:xfrm>
              <a:off x="67183" y="67183"/>
              <a:ext cx="7337679" cy="1713739"/>
            </a:xfrm>
            <a:custGeom>
              <a:avLst/>
              <a:gdLst/>
              <a:ahLst/>
              <a:cxnLst/>
              <a:rect l="l" t="t" r="r" b="b"/>
              <a:pathLst>
                <a:path w="7337679" h="1713739">
                  <a:moveTo>
                    <a:pt x="6705854" y="0"/>
                  </a:moveTo>
                  <a:cubicBezTo>
                    <a:pt x="7288784" y="0"/>
                    <a:pt x="7337679" y="48895"/>
                    <a:pt x="7337679" y="632079"/>
                  </a:cubicBezTo>
                  <a:lnTo>
                    <a:pt x="7329551" y="632079"/>
                  </a:lnTo>
                  <a:lnTo>
                    <a:pt x="7337679" y="632079"/>
                  </a:lnTo>
                  <a:lnTo>
                    <a:pt x="7337679" y="1081660"/>
                  </a:lnTo>
                  <a:lnTo>
                    <a:pt x="7329551" y="1081660"/>
                  </a:lnTo>
                  <a:lnTo>
                    <a:pt x="7337679" y="1081660"/>
                  </a:lnTo>
                  <a:cubicBezTo>
                    <a:pt x="7337679" y="1664844"/>
                    <a:pt x="7288784" y="1713739"/>
                    <a:pt x="6705854" y="1713739"/>
                  </a:cubicBezTo>
                  <a:lnTo>
                    <a:pt x="6705854" y="1705611"/>
                  </a:lnTo>
                  <a:lnTo>
                    <a:pt x="6705854" y="1713739"/>
                  </a:lnTo>
                  <a:lnTo>
                    <a:pt x="631825" y="1713739"/>
                  </a:lnTo>
                  <a:lnTo>
                    <a:pt x="631825" y="1705611"/>
                  </a:lnTo>
                  <a:lnTo>
                    <a:pt x="631825" y="1713739"/>
                  </a:lnTo>
                  <a:cubicBezTo>
                    <a:pt x="48895" y="1713739"/>
                    <a:pt x="0" y="1664844"/>
                    <a:pt x="0" y="1081660"/>
                  </a:cubicBezTo>
                  <a:lnTo>
                    <a:pt x="8128" y="1081660"/>
                  </a:lnTo>
                  <a:lnTo>
                    <a:pt x="0" y="1081660"/>
                  </a:lnTo>
                  <a:lnTo>
                    <a:pt x="0" y="632079"/>
                  </a:lnTo>
                  <a:lnTo>
                    <a:pt x="8128" y="632079"/>
                  </a:lnTo>
                  <a:lnTo>
                    <a:pt x="0" y="632079"/>
                  </a:lnTo>
                  <a:cubicBezTo>
                    <a:pt x="0" y="48895"/>
                    <a:pt x="49022" y="0"/>
                    <a:pt x="631825" y="0"/>
                  </a:cubicBezTo>
                  <a:lnTo>
                    <a:pt x="631825" y="8128"/>
                  </a:lnTo>
                  <a:lnTo>
                    <a:pt x="631825" y="0"/>
                  </a:lnTo>
                  <a:lnTo>
                    <a:pt x="6705854" y="0"/>
                  </a:lnTo>
                  <a:lnTo>
                    <a:pt x="6705854" y="8128"/>
                  </a:lnTo>
                  <a:lnTo>
                    <a:pt x="6705854" y="0"/>
                  </a:lnTo>
                  <a:moveTo>
                    <a:pt x="6705854" y="16256"/>
                  </a:moveTo>
                  <a:lnTo>
                    <a:pt x="631825" y="16256"/>
                  </a:lnTo>
                  <a:cubicBezTo>
                    <a:pt x="58039" y="16256"/>
                    <a:pt x="16383" y="57912"/>
                    <a:pt x="16383" y="632079"/>
                  </a:cubicBezTo>
                  <a:lnTo>
                    <a:pt x="16383" y="1081660"/>
                  </a:lnTo>
                  <a:cubicBezTo>
                    <a:pt x="16383" y="1655827"/>
                    <a:pt x="58039" y="1697483"/>
                    <a:pt x="631952" y="1697483"/>
                  </a:cubicBezTo>
                  <a:lnTo>
                    <a:pt x="6705854" y="1697483"/>
                  </a:lnTo>
                  <a:cubicBezTo>
                    <a:pt x="7279767" y="1697483"/>
                    <a:pt x="7321423" y="1655827"/>
                    <a:pt x="7321423" y="1081660"/>
                  </a:cubicBezTo>
                  <a:lnTo>
                    <a:pt x="7321423" y="632079"/>
                  </a:lnTo>
                  <a:cubicBezTo>
                    <a:pt x="7321423" y="57912"/>
                    <a:pt x="7279767" y="16256"/>
                    <a:pt x="6705854" y="16256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" name="Freeform 10"/>
            <p:cNvSpPr/>
            <p:nvPr/>
          </p:nvSpPr>
          <p:spPr>
            <a:xfrm>
              <a:off x="63500" y="63500"/>
              <a:ext cx="7575804" cy="1828674"/>
            </a:xfrm>
            <a:custGeom>
              <a:avLst/>
              <a:gdLst/>
              <a:ahLst/>
              <a:cxnLst/>
              <a:rect l="l" t="t" r="r" b="b"/>
              <a:pathLst>
                <a:path w="7575804" h="1828674">
                  <a:moveTo>
                    <a:pt x="0" y="1828674"/>
                  </a:moveTo>
                  <a:lnTo>
                    <a:pt x="7575804" y="1828674"/>
                  </a:lnTo>
                  <a:lnTo>
                    <a:pt x="757580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1508579" y="1779903"/>
            <a:ext cx="7037422" cy="7037422"/>
            <a:chOff x="0" y="0"/>
            <a:chExt cx="9383230" cy="938323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9383268" cy="9383268"/>
            </a:xfrm>
            <a:custGeom>
              <a:avLst/>
              <a:gdLst/>
              <a:ahLst/>
              <a:cxnLst/>
              <a:rect l="l" t="t" r="r" b="b"/>
              <a:pathLst>
                <a:path w="9383268" h="9383268">
                  <a:moveTo>
                    <a:pt x="0" y="0"/>
                  </a:moveTo>
                  <a:lnTo>
                    <a:pt x="9383268" y="0"/>
                  </a:lnTo>
                  <a:lnTo>
                    <a:pt x="9383268" y="9383268"/>
                  </a:lnTo>
                  <a:lnTo>
                    <a:pt x="0" y="93832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sp>
        <p:nvSpPr>
          <p:cNvPr id="13" name="TextBox 13"/>
          <p:cNvSpPr txBox="1"/>
          <p:nvPr/>
        </p:nvSpPr>
        <p:spPr>
          <a:xfrm>
            <a:off x="11640998" y="5136690"/>
            <a:ext cx="4613034" cy="10898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183"/>
              </a:lnSpc>
            </a:pPr>
            <a:r>
              <a:rPr lang="en-US" sz="5845" b="1">
                <a:solidFill>
                  <a:srgbClr val="00679B"/>
                </a:solidFill>
                <a:latin typeface="Poppins Bold"/>
                <a:ea typeface="Poppins Bold"/>
                <a:cs typeface="Poppins Bold"/>
                <a:sym typeface="Poppins Bold"/>
              </a:rPr>
              <a:t>Attendance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077696" y="6788325"/>
            <a:ext cx="7176335" cy="559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39"/>
              </a:lnSpc>
            </a:pPr>
            <a:r>
              <a:rPr lang="en-US" sz="3099" i="1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Scan QR to sign attendance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314104" y="9387802"/>
            <a:ext cx="2375478" cy="703031"/>
            <a:chOff x="0" y="0"/>
            <a:chExt cx="3167304" cy="93737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167253" cy="937387"/>
            </a:xfrm>
            <a:custGeom>
              <a:avLst/>
              <a:gdLst/>
              <a:ahLst/>
              <a:cxnLst/>
              <a:rect l="l" t="t" r="r" b="b"/>
              <a:pathLst>
                <a:path w="3167253" h="937387">
                  <a:moveTo>
                    <a:pt x="0" y="0"/>
                  </a:moveTo>
                  <a:lnTo>
                    <a:pt x="3167253" y="0"/>
                  </a:lnTo>
                  <a:lnTo>
                    <a:pt x="3167253" y="937387"/>
                  </a:lnTo>
                  <a:lnTo>
                    <a:pt x="0" y="9373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1" b="1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5657" cy="2075878"/>
            <a:chOff x="0" y="0"/>
            <a:chExt cx="24380876" cy="276783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0825" cy="2767838"/>
            </a:xfrm>
            <a:custGeom>
              <a:avLst/>
              <a:gdLst/>
              <a:ahLst/>
              <a:cxnLst/>
              <a:rect l="l" t="t" r="r" b="b"/>
              <a:pathLst>
                <a:path w="24380825" h="2767838">
                  <a:moveTo>
                    <a:pt x="0" y="0"/>
                  </a:moveTo>
                  <a:lnTo>
                    <a:pt x="24380825" y="0"/>
                  </a:lnTo>
                  <a:lnTo>
                    <a:pt x="24380825" y="2767838"/>
                  </a:lnTo>
                  <a:lnTo>
                    <a:pt x="0" y="27678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sp>
        <p:nvSpPr>
          <p:cNvPr id="6" name="Freeform 6"/>
          <p:cNvSpPr/>
          <p:nvPr/>
        </p:nvSpPr>
        <p:spPr>
          <a:xfrm>
            <a:off x="5096123" y="2918336"/>
            <a:ext cx="6844627" cy="5677900"/>
          </a:xfrm>
          <a:custGeom>
            <a:avLst/>
            <a:gdLst/>
            <a:ahLst/>
            <a:cxnLst/>
            <a:rect l="l" t="t" r="r" b="b"/>
            <a:pathLst>
              <a:path w="6844627" h="5677900">
                <a:moveTo>
                  <a:pt x="0" y="0"/>
                </a:moveTo>
                <a:lnTo>
                  <a:pt x="6844627" y="0"/>
                </a:lnTo>
                <a:lnTo>
                  <a:pt x="6844627" y="5677900"/>
                </a:lnTo>
                <a:lnTo>
                  <a:pt x="0" y="56779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382</Words>
  <Application>Microsoft Office PowerPoint</Application>
  <PresentationFormat>Custom</PresentationFormat>
  <Paragraphs>73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2" baseType="lpstr">
      <vt:lpstr>Poppins Bold</vt:lpstr>
      <vt:lpstr>Arial</vt:lpstr>
      <vt:lpstr>Times New Roman</vt:lpstr>
      <vt:lpstr>Calibri</vt:lpstr>
      <vt:lpstr>Times New Roman Bold</vt:lpstr>
      <vt:lpstr>Poppins</vt:lpstr>
      <vt:lpstr>Canva Sans</vt:lpstr>
      <vt:lpstr>Poppins Italics</vt:lpstr>
      <vt:lpstr>Canva Sans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Embedded | HR.pdf</dc:title>
  <cp:lastModifiedBy>Ameerah Ali</cp:lastModifiedBy>
  <cp:revision>2</cp:revision>
  <dcterms:created xsi:type="dcterms:W3CDTF">2006-08-16T00:00:00Z</dcterms:created>
  <dcterms:modified xsi:type="dcterms:W3CDTF">2026-02-21T01:00:38Z</dcterms:modified>
  <dc:identifier>DAHB5y0lME0</dc:identifier>
</cp:coreProperties>
</file>