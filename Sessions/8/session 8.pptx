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80" r:id="rId7"/>
    <p:sldId id="281" r:id="rId8"/>
    <p:sldId id="283" r:id="rId9"/>
    <p:sldId id="264" r:id="rId10"/>
    <p:sldId id="265" r:id="rId11"/>
    <p:sldId id="273" r:id="rId12"/>
    <p:sldId id="275" r:id="rId13"/>
    <p:sldId id="274" r:id="rId14"/>
    <p:sldId id="284" r:id="rId15"/>
    <p:sldId id="266" r:id="rId16"/>
    <p:sldId id="271" r:id="rId17"/>
    <p:sldId id="267" r:id="rId18"/>
    <p:sldId id="272" r:id="rId19"/>
    <p:sldId id="268" r:id="rId20"/>
    <p:sldId id="276" r:id="rId21"/>
    <p:sldId id="269" r:id="rId22"/>
    <p:sldId id="277" r:id="rId23"/>
    <p:sldId id="262" r:id="rId24"/>
    <p:sldId id="279" r:id="rId25"/>
    <p:sldId id="278" r:id="rId26"/>
    <p:sldId id="263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35EC5F-A45D-5812-C5F8-D0262A134054}" v="97" dt="2026-02-12T07:26:36.152"/>
    <p1510:client id="{C01BF6C8-94EE-51C4-8AD6-2ECBD0654F2D}" v="1" dt="2026-02-13T17:39:43.970"/>
    <p1510:client id="{CF65EBA4-B765-899E-4A70-A7AB0FD76D15}" v="174" dt="2026-02-13T17:55:42.073"/>
  </p1510:revLst>
</p1510:revInfo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8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A5A240-6191-49BD-BF67-2308040E1CCF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F570524-BF2B-4EAA-8A41-327AC937D32D}">
      <dgm:prSet/>
      <dgm:spPr/>
      <dgm:t>
        <a:bodyPr/>
        <a:lstStyle/>
        <a:p>
          <a:r>
            <a:rPr lang="en-US"/>
            <a:t>Most modern devices nowadays work internally and communicate using signals</a:t>
          </a:r>
        </a:p>
      </dgm:t>
    </dgm:pt>
    <dgm:pt modelId="{DEE50856-A02B-44FF-A4A7-36848FDA0213}" type="parTrans" cxnId="{2E6A4FFB-DA88-4C6E-BDF6-A76BC172D0EF}">
      <dgm:prSet/>
      <dgm:spPr/>
      <dgm:t>
        <a:bodyPr/>
        <a:lstStyle/>
        <a:p>
          <a:endParaRPr lang="en-US"/>
        </a:p>
      </dgm:t>
    </dgm:pt>
    <dgm:pt modelId="{4ED2F4BD-E5B3-4A12-9E76-07EDD62BB5A8}" type="sibTrans" cxnId="{2E6A4FFB-DA88-4C6E-BDF6-A76BC172D0EF}">
      <dgm:prSet/>
      <dgm:spPr/>
      <dgm:t>
        <a:bodyPr/>
        <a:lstStyle/>
        <a:p>
          <a:endParaRPr lang="en-US"/>
        </a:p>
      </dgm:t>
    </dgm:pt>
    <dgm:pt modelId="{7CDD2FBE-DA7F-441C-ADC2-1E2E49835733}">
      <dgm:prSet/>
      <dgm:spPr/>
      <dgm:t>
        <a:bodyPr/>
        <a:lstStyle/>
        <a:p>
          <a:r>
            <a:rPr lang="en-US"/>
            <a:t>A signal can contain data or information to the other end, and it can either be digital or analog</a:t>
          </a:r>
        </a:p>
      </dgm:t>
    </dgm:pt>
    <dgm:pt modelId="{EE50EE59-4473-457D-BC09-095F741A4DE0}" type="parTrans" cxnId="{7AC10D7E-1776-45A5-B53D-13843D8AFB4B}">
      <dgm:prSet/>
      <dgm:spPr/>
      <dgm:t>
        <a:bodyPr/>
        <a:lstStyle/>
        <a:p>
          <a:endParaRPr lang="en-US"/>
        </a:p>
      </dgm:t>
    </dgm:pt>
    <dgm:pt modelId="{A10BFB1D-F2ED-4086-B565-B1A72FBCD3C6}" type="sibTrans" cxnId="{7AC10D7E-1776-45A5-B53D-13843D8AFB4B}">
      <dgm:prSet/>
      <dgm:spPr/>
      <dgm:t>
        <a:bodyPr/>
        <a:lstStyle/>
        <a:p>
          <a:endParaRPr lang="en-US"/>
        </a:p>
      </dgm:t>
    </dgm:pt>
    <dgm:pt modelId="{9E9AB5A4-6056-455F-8BDD-276BCD810774}">
      <dgm:prSet/>
      <dgm:spPr/>
      <dgm:t>
        <a:bodyPr/>
        <a:lstStyle/>
        <a:p>
          <a:r>
            <a:rPr lang="en-GB" dirty="0"/>
            <a:t>Digital signals</a:t>
          </a:r>
          <a:r>
            <a:rPr lang="en-DE" dirty="0"/>
            <a:t> are </a:t>
          </a:r>
          <a:r>
            <a:rPr lang="en-GB" dirty="0"/>
            <a:t>mostly </a:t>
          </a:r>
          <a:r>
            <a:rPr lang="en-DE" dirty="0"/>
            <a:t>represented by</a:t>
          </a:r>
          <a:r>
            <a:rPr lang="en-GB" dirty="0"/>
            <a:t> binary format using 0s and 1s</a:t>
          </a:r>
          <a:endParaRPr lang="en-US" dirty="0"/>
        </a:p>
      </dgm:t>
    </dgm:pt>
    <dgm:pt modelId="{8BF723B8-A1E1-4C67-AB0E-A3F462331921}" type="parTrans" cxnId="{9E67B5DE-4F4D-48C3-9ED7-ACAF8D28C9C6}">
      <dgm:prSet/>
      <dgm:spPr/>
      <dgm:t>
        <a:bodyPr/>
        <a:lstStyle/>
        <a:p>
          <a:endParaRPr lang="en-US"/>
        </a:p>
      </dgm:t>
    </dgm:pt>
    <dgm:pt modelId="{62E69848-31E6-492F-B64A-CEBA705820CE}" type="sibTrans" cxnId="{9E67B5DE-4F4D-48C3-9ED7-ACAF8D28C9C6}">
      <dgm:prSet/>
      <dgm:spPr/>
      <dgm:t>
        <a:bodyPr/>
        <a:lstStyle/>
        <a:p>
          <a:endParaRPr lang="en-US"/>
        </a:p>
      </dgm:t>
    </dgm:pt>
    <dgm:pt modelId="{979E2D46-691A-4239-9FDE-4A68863CA529}">
      <dgm:prSet/>
      <dgm:spPr/>
      <dgm:t>
        <a:bodyPr/>
        <a:lstStyle/>
        <a:p>
          <a:r>
            <a:rPr lang="en-DE"/>
            <a:t>1 </a:t>
          </a:r>
          <a:r>
            <a:rPr lang="en-GB"/>
            <a:t>= high (V5) = ON	</a:t>
          </a:r>
          <a:r>
            <a:rPr lang="ar-EG"/>
            <a:t>|</a:t>
          </a:r>
          <a:r>
            <a:rPr lang="en-GB"/>
            <a:t>      0 = low (V0) = OFF	</a:t>
          </a:r>
          <a:endParaRPr lang="en-US"/>
        </a:p>
      </dgm:t>
    </dgm:pt>
    <dgm:pt modelId="{FF724910-1654-41E1-BB2C-D08A64D3CE82}" type="parTrans" cxnId="{F240D13F-5A3E-4C51-B96C-A9300241AE8C}">
      <dgm:prSet/>
      <dgm:spPr/>
      <dgm:t>
        <a:bodyPr/>
        <a:lstStyle/>
        <a:p>
          <a:endParaRPr lang="en-US"/>
        </a:p>
      </dgm:t>
    </dgm:pt>
    <dgm:pt modelId="{52D86A06-676A-4BFD-A196-D34ED91616DF}" type="sibTrans" cxnId="{F240D13F-5A3E-4C51-B96C-A9300241AE8C}">
      <dgm:prSet/>
      <dgm:spPr/>
      <dgm:t>
        <a:bodyPr/>
        <a:lstStyle/>
        <a:p>
          <a:endParaRPr lang="en-US"/>
        </a:p>
      </dgm:t>
    </dgm:pt>
    <dgm:pt modelId="{7B0AA8A6-E9BE-4A97-AFC1-EFC483B509C8}" type="pres">
      <dgm:prSet presAssocID="{5CA5A240-6191-49BD-BF67-2308040E1CCF}" presName="outerComposite" presStyleCnt="0">
        <dgm:presLayoutVars>
          <dgm:chMax val="5"/>
          <dgm:dir/>
          <dgm:resizeHandles val="exact"/>
        </dgm:presLayoutVars>
      </dgm:prSet>
      <dgm:spPr/>
    </dgm:pt>
    <dgm:pt modelId="{2681F6B2-9995-4A8F-A618-53B07F62C753}" type="pres">
      <dgm:prSet presAssocID="{5CA5A240-6191-49BD-BF67-2308040E1CCF}" presName="dummyMaxCanvas" presStyleCnt="0">
        <dgm:presLayoutVars/>
      </dgm:prSet>
      <dgm:spPr/>
    </dgm:pt>
    <dgm:pt modelId="{3D5AECCA-8B8D-4B92-8D9D-FCCA045CB336}" type="pres">
      <dgm:prSet presAssocID="{5CA5A240-6191-49BD-BF67-2308040E1CCF}" presName="FourNodes_1" presStyleLbl="node1" presStyleIdx="0" presStyleCnt="4">
        <dgm:presLayoutVars>
          <dgm:bulletEnabled val="1"/>
        </dgm:presLayoutVars>
      </dgm:prSet>
      <dgm:spPr/>
    </dgm:pt>
    <dgm:pt modelId="{D302F099-D2EA-4FCB-ACF8-6EB90F973755}" type="pres">
      <dgm:prSet presAssocID="{5CA5A240-6191-49BD-BF67-2308040E1CCF}" presName="FourNodes_2" presStyleLbl="node1" presStyleIdx="1" presStyleCnt="4">
        <dgm:presLayoutVars>
          <dgm:bulletEnabled val="1"/>
        </dgm:presLayoutVars>
      </dgm:prSet>
      <dgm:spPr/>
    </dgm:pt>
    <dgm:pt modelId="{4F8CB802-A59A-4650-ADDA-E045659F99AF}" type="pres">
      <dgm:prSet presAssocID="{5CA5A240-6191-49BD-BF67-2308040E1CCF}" presName="FourNodes_3" presStyleLbl="node1" presStyleIdx="2" presStyleCnt="4">
        <dgm:presLayoutVars>
          <dgm:bulletEnabled val="1"/>
        </dgm:presLayoutVars>
      </dgm:prSet>
      <dgm:spPr/>
    </dgm:pt>
    <dgm:pt modelId="{3153A8C0-2212-4440-BA4E-8A8DB4985574}" type="pres">
      <dgm:prSet presAssocID="{5CA5A240-6191-49BD-BF67-2308040E1CCF}" presName="FourNodes_4" presStyleLbl="node1" presStyleIdx="3" presStyleCnt="4">
        <dgm:presLayoutVars>
          <dgm:bulletEnabled val="1"/>
        </dgm:presLayoutVars>
      </dgm:prSet>
      <dgm:spPr/>
    </dgm:pt>
    <dgm:pt modelId="{F1336667-44B6-41BA-95F0-950510C4427E}" type="pres">
      <dgm:prSet presAssocID="{5CA5A240-6191-49BD-BF67-2308040E1CCF}" presName="FourConn_1-2" presStyleLbl="fgAccFollowNode1" presStyleIdx="0" presStyleCnt="3">
        <dgm:presLayoutVars>
          <dgm:bulletEnabled val="1"/>
        </dgm:presLayoutVars>
      </dgm:prSet>
      <dgm:spPr/>
    </dgm:pt>
    <dgm:pt modelId="{FAF4D764-2476-4E1F-88BD-254F476F0EC3}" type="pres">
      <dgm:prSet presAssocID="{5CA5A240-6191-49BD-BF67-2308040E1CCF}" presName="FourConn_2-3" presStyleLbl="fgAccFollowNode1" presStyleIdx="1" presStyleCnt="3">
        <dgm:presLayoutVars>
          <dgm:bulletEnabled val="1"/>
        </dgm:presLayoutVars>
      </dgm:prSet>
      <dgm:spPr/>
    </dgm:pt>
    <dgm:pt modelId="{237C9768-DCD9-4850-B5E9-1927424B635D}" type="pres">
      <dgm:prSet presAssocID="{5CA5A240-6191-49BD-BF67-2308040E1CCF}" presName="FourConn_3-4" presStyleLbl="fgAccFollowNode1" presStyleIdx="2" presStyleCnt="3">
        <dgm:presLayoutVars>
          <dgm:bulletEnabled val="1"/>
        </dgm:presLayoutVars>
      </dgm:prSet>
      <dgm:spPr/>
    </dgm:pt>
    <dgm:pt modelId="{FE4060C9-5961-4C6E-9F84-E6DA4B624A6B}" type="pres">
      <dgm:prSet presAssocID="{5CA5A240-6191-49BD-BF67-2308040E1CCF}" presName="FourNodes_1_text" presStyleLbl="node1" presStyleIdx="3" presStyleCnt="4">
        <dgm:presLayoutVars>
          <dgm:bulletEnabled val="1"/>
        </dgm:presLayoutVars>
      </dgm:prSet>
      <dgm:spPr/>
    </dgm:pt>
    <dgm:pt modelId="{7A70BF77-D55B-42FB-9EFA-5815091D403C}" type="pres">
      <dgm:prSet presAssocID="{5CA5A240-6191-49BD-BF67-2308040E1CCF}" presName="FourNodes_2_text" presStyleLbl="node1" presStyleIdx="3" presStyleCnt="4">
        <dgm:presLayoutVars>
          <dgm:bulletEnabled val="1"/>
        </dgm:presLayoutVars>
      </dgm:prSet>
      <dgm:spPr/>
    </dgm:pt>
    <dgm:pt modelId="{CDA127B0-6792-486A-A50D-C4F85FB3B1B8}" type="pres">
      <dgm:prSet presAssocID="{5CA5A240-6191-49BD-BF67-2308040E1CCF}" presName="FourNodes_3_text" presStyleLbl="node1" presStyleIdx="3" presStyleCnt="4">
        <dgm:presLayoutVars>
          <dgm:bulletEnabled val="1"/>
        </dgm:presLayoutVars>
      </dgm:prSet>
      <dgm:spPr/>
    </dgm:pt>
    <dgm:pt modelId="{857BC501-221D-4865-93FA-9D6BDB444C82}" type="pres">
      <dgm:prSet presAssocID="{5CA5A240-6191-49BD-BF67-2308040E1CCF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A345304-8837-4B81-9F17-C6B57C4C67FB}" type="presOf" srcId="{7CDD2FBE-DA7F-441C-ADC2-1E2E49835733}" destId="{D302F099-D2EA-4FCB-ACF8-6EB90F973755}" srcOrd="0" destOrd="0" presId="urn:microsoft.com/office/officeart/2005/8/layout/vProcess5"/>
    <dgm:cxn modelId="{D9D4820E-5FEF-4585-A439-4261BBDDB08B}" type="presOf" srcId="{5CA5A240-6191-49BD-BF67-2308040E1CCF}" destId="{7B0AA8A6-E9BE-4A97-AFC1-EFC483B509C8}" srcOrd="0" destOrd="0" presId="urn:microsoft.com/office/officeart/2005/8/layout/vProcess5"/>
    <dgm:cxn modelId="{79D2482E-6C9C-416A-B6D9-EDD9A3F6B11C}" type="presOf" srcId="{1F570524-BF2B-4EAA-8A41-327AC937D32D}" destId="{FE4060C9-5961-4C6E-9F84-E6DA4B624A6B}" srcOrd="1" destOrd="0" presId="urn:microsoft.com/office/officeart/2005/8/layout/vProcess5"/>
    <dgm:cxn modelId="{F9602C3A-6AB6-41A5-96B8-F82D5806DB6F}" type="presOf" srcId="{979E2D46-691A-4239-9FDE-4A68863CA529}" destId="{3153A8C0-2212-4440-BA4E-8A8DB4985574}" srcOrd="0" destOrd="0" presId="urn:microsoft.com/office/officeart/2005/8/layout/vProcess5"/>
    <dgm:cxn modelId="{F240D13F-5A3E-4C51-B96C-A9300241AE8C}" srcId="{5CA5A240-6191-49BD-BF67-2308040E1CCF}" destId="{979E2D46-691A-4239-9FDE-4A68863CA529}" srcOrd="3" destOrd="0" parTransId="{FF724910-1654-41E1-BB2C-D08A64D3CE82}" sibTransId="{52D86A06-676A-4BFD-A196-D34ED91616DF}"/>
    <dgm:cxn modelId="{7AC10D7E-1776-45A5-B53D-13843D8AFB4B}" srcId="{5CA5A240-6191-49BD-BF67-2308040E1CCF}" destId="{7CDD2FBE-DA7F-441C-ADC2-1E2E49835733}" srcOrd="1" destOrd="0" parTransId="{EE50EE59-4473-457D-BC09-095F741A4DE0}" sibTransId="{A10BFB1D-F2ED-4086-B565-B1A72FBCD3C6}"/>
    <dgm:cxn modelId="{1C6EB28B-E4DF-45E8-A4B2-D592CB62A10D}" type="presOf" srcId="{9E9AB5A4-6056-455F-8BDD-276BCD810774}" destId="{4F8CB802-A59A-4650-ADDA-E045659F99AF}" srcOrd="0" destOrd="0" presId="urn:microsoft.com/office/officeart/2005/8/layout/vProcess5"/>
    <dgm:cxn modelId="{DA2D7E8F-76EA-4D11-ABF1-A7673F8F0320}" type="presOf" srcId="{62E69848-31E6-492F-B64A-CEBA705820CE}" destId="{237C9768-DCD9-4850-B5E9-1927424B635D}" srcOrd="0" destOrd="0" presId="urn:microsoft.com/office/officeart/2005/8/layout/vProcess5"/>
    <dgm:cxn modelId="{59C8C48F-DEAD-4B0F-B322-DF424885EBD5}" type="presOf" srcId="{1F570524-BF2B-4EAA-8A41-327AC937D32D}" destId="{3D5AECCA-8B8D-4B92-8D9D-FCCA045CB336}" srcOrd="0" destOrd="0" presId="urn:microsoft.com/office/officeart/2005/8/layout/vProcess5"/>
    <dgm:cxn modelId="{7D736AAE-87A3-4277-91D6-4526605E621D}" type="presOf" srcId="{A10BFB1D-F2ED-4086-B565-B1A72FBCD3C6}" destId="{FAF4D764-2476-4E1F-88BD-254F476F0EC3}" srcOrd="0" destOrd="0" presId="urn:microsoft.com/office/officeart/2005/8/layout/vProcess5"/>
    <dgm:cxn modelId="{6F74B5C7-89FE-4C8A-A1B0-4D70C48D7555}" type="presOf" srcId="{9E9AB5A4-6056-455F-8BDD-276BCD810774}" destId="{CDA127B0-6792-486A-A50D-C4F85FB3B1B8}" srcOrd="1" destOrd="0" presId="urn:microsoft.com/office/officeart/2005/8/layout/vProcess5"/>
    <dgm:cxn modelId="{1974DCCC-6DD3-4280-AE00-315A2691BF0F}" type="presOf" srcId="{4ED2F4BD-E5B3-4A12-9E76-07EDD62BB5A8}" destId="{F1336667-44B6-41BA-95F0-950510C4427E}" srcOrd="0" destOrd="0" presId="urn:microsoft.com/office/officeart/2005/8/layout/vProcess5"/>
    <dgm:cxn modelId="{5B92D7DD-EECA-4237-ADBF-E56D7F39AA6F}" type="presOf" srcId="{7CDD2FBE-DA7F-441C-ADC2-1E2E49835733}" destId="{7A70BF77-D55B-42FB-9EFA-5815091D403C}" srcOrd="1" destOrd="0" presId="urn:microsoft.com/office/officeart/2005/8/layout/vProcess5"/>
    <dgm:cxn modelId="{9E67B5DE-4F4D-48C3-9ED7-ACAF8D28C9C6}" srcId="{5CA5A240-6191-49BD-BF67-2308040E1CCF}" destId="{9E9AB5A4-6056-455F-8BDD-276BCD810774}" srcOrd="2" destOrd="0" parTransId="{8BF723B8-A1E1-4C67-AB0E-A3F462331921}" sibTransId="{62E69848-31E6-492F-B64A-CEBA705820CE}"/>
    <dgm:cxn modelId="{2C4AA4E1-CDE3-404D-B68F-9F3A62B86B1D}" type="presOf" srcId="{979E2D46-691A-4239-9FDE-4A68863CA529}" destId="{857BC501-221D-4865-93FA-9D6BDB444C82}" srcOrd="1" destOrd="0" presId="urn:microsoft.com/office/officeart/2005/8/layout/vProcess5"/>
    <dgm:cxn modelId="{2E6A4FFB-DA88-4C6E-BDF6-A76BC172D0EF}" srcId="{5CA5A240-6191-49BD-BF67-2308040E1CCF}" destId="{1F570524-BF2B-4EAA-8A41-327AC937D32D}" srcOrd="0" destOrd="0" parTransId="{DEE50856-A02B-44FF-A4A7-36848FDA0213}" sibTransId="{4ED2F4BD-E5B3-4A12-9E76-07EDD62BB5A8}"/>
    <dgm:cxn modelId="{6DE3FF32-3E7B-4146-A0B2-B71B2B78968F}" type="presParOf" srcId="{7B0AA8A6-E9BE-4A97-AFC1-EFC483B509C8}" destId="{2681F6B2-9995-4A8F-A618-53B07F62C753}" srcOrd="0" destOrd="0" presId="urn:microsoft.com/office/officeart/2005/8/layout/vProcess5"/>
    <dgm:cxn modelId="{F743CAFF-EF41-40A6-AA51-6743F3D12530}" type="presParOf" srcId="{7B0AA8A6-E9BE-4A97-AFC1-EFC483B509C8}" destId="{3D5AECCA-8B8D-4B92-8D9D-FCCA045CB336}" srcOrd="1" destOrd="0" presId="urn:microsoft.com/office/officeart/2005/8/layout/vProcess5"/>
    <dgm:cxn modelId="{8F026B02-6844-4E7F-9FAA-BE92649D3B03}" type="presParOf" srcId="{7B0AA8A6-E9BE-4A97-AFC1-EFC483B509C8}" destId="{D302F099-D2EA-4FCB-ACF8-6EB90F973755}" srcOrd="2" destOrd="0" presId="urn:microsoft.com/office/officeart/2005/8/layout/vProcess5"/>
    <dgm:cxn modelId="{99756B7E-D150-41C5-BACF-23A754AE08A1}" type="presParOf" srcId="{7B0AA8A6-E9BE-4A97-AFC1-EFC483B509C8}" destId="{4F8CB802-A59A-4650-ADDA-E045659F99AF}" srcOrd="3" destOrd="0" presId="urn:microsoft.com/office/officeart/2005/8/layout/vProcess5"/>
    <dgm:cxn modelId="{6D70F50E-A8C2-4BEF-856C-BE80C3F90FD1}" type="presParOf" srcId="{7B0AA8A6-E9BE-4A97-AFC1-EFC483B509C8}" destId="{3153A8C0-2212-4440-BA4E-8A8DB4985574}" srcOrd="4" destOrd="0" presId="urn:microsoft.com/office/officeart/2005/8/layout/vProcess5"/>
    <dgm:cxn modelId="{881EA3F8-5428-49B3-A751-DD8A81E6D258}" type="presParOf" srcId="{7B0AA8A6-E9BE-4A97-AFC1-EFC483B509C8}" destId="{F1336667-44B6-41BA-95F0-950510C4427E}" srcOrd="5" destOrd="0" presId="urn:microsoft.com/office/officeart/2005/8/layout/vProcess5"/>
    <dgm:cxn modelId="{AB3B4A80-3B99-4BD5-BB49-F5E54B546D4D}" type="presParOf" srcId="{7B0AA8A6-E9BE-4A97-AFC1-EFC483B509C8}" destId="{FAF4D764-2476-4E1F-88BD-254F476F0EC3}" srcOrd="6" destOrd="0" presId="urn:microsoft.com/office/officeart/2005/8/layout/vProcess5"/>
    <dgm:cxn modelId="{5178A5EB-CD4A-4542-836F-F0A645043D95}" type="presParOf" srcId="{7B0AA8A6-E9BE-4A97-AFC1-EFC483B509C8}" destId="{237C9768-DCD9-4850-B5E9-1927424B635D}" srcOrd="7" destOrd="0" presId="urn:microsoft.com/office/officeart/2005/8/layout/vProcess5"/>
    <dgm:cxn modelId="{BA7FCDCB-D608-4991-A424-96D00BC5B7A7}" type="presParOf" srcId="{7B0AA8A6-E9BE-4A97-AFC1-EFC483B509C8}" destId="{FE4060C9-5961-4C6E-9F84-E6DA4B624A6B}" srcOrd="8" destOrd="0" presId="urn:microsoft.com/office/officeart/2005/8/layout/vProcess5"/>
    <dgm:cxn modelId="{E0D71259-B051-4DD2-96E8-D1D1B2332032}" type="presParOf" srcId="{7B0AA8A6-E9BE-4A97-AFC1-EFC483B509C8}" destId="{7A70BF77-D55B-42FB-9EFA-5815091D403C}" srcOrd="9" destOrd="0" presId="urn:microsoft.com/office/officeart/2005/8/layout/vProcess5"/>
    <dgm:cxn modelId="{E1BDFEB9-EE23-4022-8319-747A40BF942B}" type="presParOf" srcId="{7B0AA8A6-E9BE-4A97-AFC1-EFC483B509C8}" destId="{CDA127B0-6792-486A-A50D-C4F85FB3B1B8}" srcOrd="10" destOrd="0" presId="urn:microsoft.com/office/officeart/2005/8/layout/vProcess5"/>
    <dgm:cxn modelId="{B324E786-CAD6-45BA-839C-8E1276BB09A4}" type="presParOf" srcId="{7B0AA8A6-E9BE-4A97-AFC1-EFC483B509C8}" destId="{857BC501-221D-4865-93FA-9D6BDB444C82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61AEB1-9933-42F8-98E5-E712456F3F4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71930B-BBE0-43AC-BD3E-54E86905C6C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A computerized device works with digital signals</a:t>
          </a:r>
          <a:endParaRPr lang="en-US"/>
        </a:p>
      </dgm:t>
    </dgm:pt>
    <dgm:pt modelId="{A8986CAD-A1EA-49EA-BAC2-551774280F51}" type="parTrans" cxnId="{DC8281E8-4DDF-43CF-94D8-84496AC50406}">
      <dgm:prSet/>
      <dgm:spPr/>
      <dgm:t>
        <a:bodyPr/>
        <a:lstStyle/>
        <a:p>
          <a:endParaRPr lang="en-US"/>
        </a:p>
      </dgm:t>
    </dgm:pt>
    <dgm:pt modelId="{015FE821-EA1A-4D93-9F10-2C095C8E8D71}" type="sibTrans" cxnId="{DC8281E8-4DDF-43CF-94D8-84496AC50406}">
      <dgm:prSet/>
      <dgm:spPr/>
      <dgm:t>
        <a:bodyPr/>
        <a:lstStyle/>
        <a:p>
          <a:endParaRPr lang="en-US"/>
        </a:p>
      </dgm:t>
    </dgm:pt>
    <dgm:pt modelId="{FD3D9B86-D1E3-4055-8FAF-35355815ABA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A digital signal sequence works by converting information into bits</a:t>
          </a:r>
          <a:endParaRPr lang="en-US" dirty="0"/>
        </a:p>
      </dgm:t>
    </dgm:pt>
    <dgm:pt modelId="{E2566065-7E54-41E7-9189-CDB91DD656E9}" type="parTrans" cxnId="{B8C2AFB6-47F4-4EBF-9151-044996D96349}">
      <dgm:prSet/>
      <dgm:spPr/>
      <dgm:t>
        <a:bodyPr/>
        <a:lstStyle/>
        <a:p>
          <a:endParaRPr lang="en-US"/>
        </a:p>
      </dgm:t>
    </dgm:pt>
    <dgm:pt modelId="{5F52E6A0-0A2F-4C61-AC83-434D75A72CA2}" type="sibTrans" cxnId="{B8C2AFB6-47F4-4EBF-9151-044996D96349}">
      <dgm:prSet/>
      <dgm:spPr/>
      <dgm:t>
        <a:bodyPr/>
        <a:lstStyle/>
        <a:p>
          <a:endParaRPr lang="en-US"/>
        </a:p>
      </dgm:t>
    </dgm:pt>
    <dgm:pt modelId="{6B612F43-4510-4555-90B5-8EF45D2652E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A bit is like a toggle, resulting 2 possibilities, true or false </a:t>
          </a:r>
          <a:endParaRPr lang="en-US" dirty="0"/>
        </a:p>
      </dgm:t>
    </dgm:pt>
    <dgm:pt modelId="{70D727F7-1103-43AE-8CF7-362D7C084661}" type="parTrans" cxnId="{B6041A5A-A780-476B-9842-010B1FA3AC11}">
      <dgm:prSet/>
      <dgm:spPr/>
      <dgm:t>
        <a:bodyPr/>
        <a:lstStyle/>
        <a:p>
          <a:endParaRPr lang="en-US"/>
        </a:p>
      </dgm:t>
    </dgm:pt>
    <dgm:pt modelId="{8DC01821-92F5-4E86-91B3-456F64A8CE4B}" type="sibTrans" cxnId="{B6041A5A-A780-476B-9842-010B1FA3AC11}">
      <dgm:prSet/>
      <dgm:spPr/>
      <dgm:t>
        <a:bodyPr/>
        <a:lstStyle/>
        <a:p>
          <a:endParaRPr lang="en-US"/>
        </a:p>
      </dgm:t>
    </dgm:pt>
    <dgm:pt modelId="{DABBF533-9E87-4DDE-8CAA-1358A6F2A8C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By grouping bits together, we get bigger range of possibilities</a:t>
          </a:r>
          <a:endParaRPr lang="en-US" dirty="0"/>
        </a:p>
      </dgm:t>
    </dgm:pt>
    <dgm:pt modelId="{AB1AFE68-F6AF-4257-B693-51B0D903AD28}" type="parTrans" cxnId="{F47BF4DD-8928-4D24-934C-E0A367F21786}">
      <dgm:prSet/>
      <dgm:spPr/>
      <dgm:t>
        <a:bodyPr/>
        <a:lstStyle/>
        <a:p>
          <a:endParaRPr lang="en-US"/>
        </a:p>
      </dgm:t>
    </dgm:pt>
    <dgm:pt modelId="{861D2536-F492-4748-BC5E-A40F2897B1F7}" type="sibTrans" cxnId="{F47BF4DD-8928-4D24-934C-E0A367F21786}">
      <dgm:prSet/>
      <dgm:spPr/>
      <dgm:t>
        <a:bodyPr/>
        <a:lstStyle/>
        <a:p>
          <a:endParaRPr lang="en-US"/>
        </a:p>
      </dgm:t>
    </dgm:pt>
    <dgm:pt modelId="{E2EE3A28-054C-424F-91C0-8A1F4843D1B3}" type="pres">
      <dgm:prSet presAssocID="{A061AEB1-9933-42F8-98E5-E712456F3F4D}" presName="root" presStyleCnt="0">
        <dgm:presLayoutVars>
          <dgm:dir/>
          <dgm:resizeHandles val="exact"/>
        </dgm:presLayoutVars>
      </dgm:prSet>
      <dgm:spPr/>
    </dgm:pt>
    <dgm:pt modelId="{CBCBC7E7-35CC-4ADA-8344-58D0332B019F}" type="pres">
      <dgm:prSet presAssocID="{4571930B-BBE0-43AC-BD3E-54E86905C6C5}" presName="compNode" presStyleCnt="0"/>
      <dgm:spPr/>
    </dgm:pt>
    <dgm:pt modelId="{57F0AA78-11ED-4098-9A3F-635E47ED61F5}" type="pres">
      <dgm:prSet presAssocID="{4571930B-BBE0-43AC-BD3E-54E86905C6C5}" presName="bgRect" presStyleLbl="bgShp" presStyleIdx="0" presStyleCnt="4"/>
      <dgm:spPr/>
    </dgm:pt>
    <dgm:pt modelId="{A4B443ED-3AC1-4E63-8318-E4EC459D716A}" type="pres">
      <dgm:prSet presAssocID="{4571930B-BBE0-43AC-BD3E-54E86905C6C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5CA95DD4-8BF1-4468-9EBC-13D67C16D790}" type="pres">
      <dgm:prSet presAssocID="{4571930B-BBE0-43AC-BD3E-54E86905C6C5}" presName="spaceRect" presStyleCnt="0"/>
      <dgm:spPr/>
    </dgm:pt>
    <dgm:pt modelId="{D24BED8C-DF44-4955-A48E-8874889A8D02}" type="pres">
      <dgm:prSet presAssocID="{4571930B-BBE0-43AC-BD3E-54E86905C6C5}" presName="parTx" presStyleLbl="revTx" presStyleIdx="0" presStyleCnt="4">
        <dgm:presLayoutVars>
          <dgm:chMax val="0"/>
          <dgm:chPref val="0"/>
        </dgm:presLayoutVars>
      </dgm:prSet>
      <dgm:spPr/>
    </dgm:pt>
    <dgm:pt modelId="{BF80EDAB-23FB-422D-AA35-43AEED2B322E}" type="pres">
      <dgm:prSet presAssocID="{015FE821-EA1A-4D93-9F10-2C095C8E8D71}" presName="sibTrans" presStyleCnt="0"/>
      <dgm:spPr/>
    </dgm:pt>
    <dgm:pt modelId="{6AB82D8F-5C67-4621-B112-9D7AFC1D9AEB}" type="pres">
      <dgm:prSet presAssocID="{FD3D9B86-D1E3-4055-8FAF-35355815ABAF}" presName="compNode" presStyleCnt="0"/>
      <dgm:spPr/>
    </dgm:pt>
    <dgm:pt modelId="{CC11016D-6E50-4AAD-816D-9CAF4EC864E0}" type="pres">
      <dgm:prSet presAssocID="{FD3D9B86-D1E3-4055-8FAF-35355815ABAF}" presName="bgRect" presStyleLbl="bgShp" presStyleIdx="1" presStyleCnt="4"/>
      <dgm:spPr/>
    </dgm:pt>
    <dgm:pt modelId="{A04155EB-2E80-46BA-9152-48CAF46CABD1}" type="pres">
      <dgm:prSet presAssocID="{FD3D9B86-D1E3-4055-8FAF-35355815ABA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720C9A4B-213F-4C6D-A529-ABA82DD4204D}" type="pres">
      <dgm:prSet presAssocID="{FD3D9B86-D1E3-4055-8FAF-35355815ABAF}" presName="spaceRect" presStyleCnt="0"/>
      <dgm:spPr/>
    </dgm:pt>
    <dgm:pt modelId="{57C99D39-3135-4B76-AC4A-EF72DFCC3B3E}" type="pres">
      <dgm:prSet presAssocID="{FD3D9B86-D1E3-4055-8FAF-35355815ABAF}" presName="parTx" presStyleLbl="revTx" presStyleIdx="1" presStyleCnt="4">
        <dgm:presLayoutVars>
          <dgm:chMax val="0"/>
          <dgm:chPref val="0"/>
        </dgm:presLayoutVars>
      </dgm:prSet>
      <dgm:spPr/>
    </dgm:pt>
    <dgm:pt modelId="{CF4DDA36-34B4-49CC-B190-D2754B12A2D4}" type="pres">
      <dgm:prSet presAssocID="{5F52E6A0-0A2F-4C61-AC83-434D75A72CA2}" presName="sibTrans" presStyleCnt="0"/>
      <dgm:spPr/>
    </dgm:pt>
    <dgm:pt modelId="{D378AA98-EC4F-4267-9484-4CEEE5740F83}" type="pres">
      <dgm:prSet presAssocID="{6B612F43-4510-4555-90B5-8EF45D2652EF}" presName="compNode" presStyleCnt="0"/>
      <dgm:spPr/>
    </dgm:pt>
    <dgm:pt modelId="{63952D10-AC25-4722-9842-AA746D32A205}" type="pres">
      <dgm:prSet presAssocID="{6B612F43-4510-4555-90B5-8EF45D2652EF}" presName="bgRect" presStyleLbl="bgShp" presStyleIdx="2" presStyleCnt="4"/>
      <dgm:spPr/>
    </dgm:pt>
    <dgm:pt modelId="{49B62F1D-52C9-4A9A-8F85-CD8FB7529F89}" type="pres">
      <dgm:prSet presAssocID="{6B612F43-4510-4555-90B5-8EF45D2652E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3FE2DC0B-0443-4C9D-A432-CEBAA9A66614}" type="pres">
      <dgm:prSet presAssocID="{6B612F43-4510-4555-90B5-8EF45D2652EF}" presName="spaceRect" presStyleCnt="0"/>
      <dgm:spPr/>
    </dgm:pt>
    <dgm:pt modelId="{BA452181-31DC-4B60-A619-CB743D95CC13}" type="pres">
      <dgm:prSet presAssocID="{6B612F43-4510-4555-90B5-8EF45D2652EF}" presName="parTx" presStyleLbl="revTx" presStyleIdx="2" presStyleCnt="4">
        <dgm:presLayoutVars>
          <dgm:chMax val="0"/>
          <dgm:chPref val="0"/>
        </dgm:presLayoutVars>
      </dgm:prSet>
      <dgm:spPr/>
    </dgm:pt>
    <dgm:pt modelId="{5029B882-1B16-4309-B69C-795A0A5525BF}" type="pres">
      <dgm:prSet presAssocID="{8DC01821-92F5-4E86-91B3-456F64A8CE4B}" presName="sibTrans" presStyleCnt="0"/>
      <dgm:spPr/>
    </dgm:pt>
    <dgm:pt modelId="{9396F57E-76EC-46C1-8E02-25F61082D55D}" type="pres">
      <dgm:prSet presAssocID="{DABBF533-9E87-4DDE-8CAA-1358A6F2A8C5}" presName="compNode" presStyleCnt="0"/>
      <dgm:spPr/>
    </dgm:pt>
    <dgm:pt modelId="{CDDC8257-3FE9-4EA8-A2A6-3A488078C203}" type="pres">
      <dgm:prSet presAssocID="{DABBF533-9E87-4DDE-8CAA-1358A6F2A8C5}" presName="bgRect" presStyleLbl="bgShp" presStyleIdx="3" presStyleCnt="4"/>
      <dgm:spPr/>
    </dgm:pt>
    <dgm:pt modelId="{3D6352E8-086D-4E65-B60C-6CD845F5534A}" type="pres">
      <dgm:prSet presAssocID="{DABBF533-9E87-4DDE-8CAA-1358A6F2A8C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B06C90AD-31E7-47CC-A930-1B26F468A143}" type="pres">
      <dgm:prSet presAssocID="{DABBF533-9E87-4DDE-8CAA-1358A6F2A8C5}" presName="spaceRect" presStyleCnt="0"/>
      <dgm:spPr/>
    </dgm:pt>
    <dgm:pt modelId="{6B056B82-0C67-498E-B31D-231E01293FD6}" type="pres">
      <dgm:prSet presAssocID="{DABBF533-9E87-4DDE-8CAA-1358A6F2A8C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93EB86D-83D5-4D6A-88F8-447091227CC8}" type="presOf" srcId="{FD3D9B86-D1E3-4055-8FAF-35355815ABAF}" destId="{57C99D39-3135-4B76-AC4A-EF72DFCC3B3E}" srcOrd="0" destOrd="0" presId="urn:microsoft.com/office/officeart/2018/2/layout/IconVerticalSolidList"/>
    <dgm:cxn modelId="{B6041A5A-A780-476B-9842-010B1FA3AC11}" srcId="{A061AEB1-9933-42F8-98E5-E712456F3F4D}" destId="{6B612F43-4510-4555-90B5-8EF45D2652EF}" srcOrd="2" destOrd="0" parTransId="{70D727F7-1103-43AE-8CF7-362D7C084661}" sibTransId="{8DC01821-92F5-4E86-91B3-456F64A8CE4B}"/>
    <dgm:cxn modelId="{F4E3F6A8-D8BE-43DD-921A-71B0016510E1}" type="presOf" srcId="{DABBF533-9E87-4DDE-8CAA-1358A6F2A8C5}" destId="{6B056B82-0C67-498E-B31D-231E01293FD6}" srcOrd="0" destOrd="0" presId="urn:microsoft.com/office/officeart/2018/2/layout/IconVerticalSolidList"/>
    <dgm:cxn modelId="{B8C2AFB6-47F4-4EBF-9151-044996D96349}" srcId="{A061AEB1-9933-42F8-98E5-E712456F3F4D}" destId="{FD3D9B86-D1E3-4055-8FAF-35355815ABAF}" srcOrd="1" destOrd="0" parTransId="{E2566065-7E54-41E7-9189-CDB91DD656E9}" sibTransId="{5F52E6A0-0A2F-4C61-AC83-434D75A72CA2}"/>
    <dgm:cxn modelId="{A6517ACE-ED42-45D6-9953-E357B3318C52}" type="presOf" srcId="{4571930B-BBE0-43AC-BD3E-54E86905C6C5}" destId="{D24BED8C-DF44-4955-A48E-8874889A8D02}" srcOrd="0" destOrd="0" presId="urn:microsoft.com/office/officeart/2018/2/layout/IconVerticalSolidList"/>
    <dgm:cxn modelId="{8F52E9CF-96C8-411A-BD92-95A2A0A77F38}" type="presOf" srcId="{6B612F43-4510-4555-90B5-8EF45D2652EF}" destId="{BA452181-31DC-4B60-A619-CB743D95CC13}" srcOrd="0" destOrd="0" presId="urn:microsoft.com/office/officeart/2018/2/layout/IconVerticalSolidList"/>
    <dgm:cxn modelId="{F47BF4DD-8928-4D24-934C-E0A367F21786}" srcId="{A061AEB1-9933-42F8-98E5-E712456F3F4D}" destId="{DABBF533-9E87-4DDE-8CAA-1358A6F2A8C5}" srcOrd="3" destOrd="0" parTransId="{AB1AFE68-F6AF-4257-B693-51B0D903AD28}" sibTransId="{861D2536-F492-4748-BC5E-A40F2897B1F7}"/>
    <dgm:cxn modelId="{DC8281E8-4DDF-43CF-94D8-84496AC50406}" srcId="{A061AEB1-9933-42F8-98E5-E712456F3F4D}" destId="{4571930B-BBE0-43AC-BD3E-54E86905C6C5}" srcOrd="0" destOrd="0" parTransId="{A8986CAD-A1EA-49EA-BAC2-551774280F51}" sibTransId="{015FE821-EA1A-4D93-9F10-2C095C8E8D71}"/>
    <dgm:cxn modelId="{714D4BFE-EB69-4BCF-BE74-1EB380717C26}" type="presOf" srcId="{A061AEB1-9933-42F8-98E5-E712456F3F4D}" destId="{E2EE3A28-054C-424F-91C0-8A1F4843D1B3}" srcOrd="0" destOrd="0" presId="urn:microsoft.com/office/officeart/2018/2/layout/IconVerticalSolidList"/>
    <dgm:cxn modelId="{F5E8D901-518B-4900-BE7E-88621CC9FDF4}" type="presParOf" srcId="{E2EE3A28-054C-424F-91C0-8A1F4843D1B3}" destId="{CBCBC7E7-35CC-4ADA-8344-58D0332B019F}" srcOrd="0" destOrd="0" presId="urn:microsoft.com/office/officeart/2018/2/layout/IconVerticalSolidList"/>
    <dgm:cxn modelId="{629BE0CC-B223-4483-8038-E7B1F6B4F2A7}" type="presParOf" srcId="{CBCBC7E7-35CC-4ADA-8344-58D0332B019F}" destId="{57F0AA78-11ED-4098-9A3F-635E47ED61F5}" srcOrd="0" destOrd="0" presId="urn:microsoft.com/office/officeart/2018/2/layout/IconVerticalSolidList"/>
    <dgm:cxn modelId="{F9210C2D-7D1C-467E-B705-4CCAF92838A1}" type="presParOf" srcId="{CBCBC7E7-35CC-4ADA-8344-58D0332B019F}" destId="{A4B443ED-3AC1-4E63-8318-E4EC459D716A}" srcOrd="1" destOrd="0" presId="urn:microsoft.com/office/officeart/2018/2/layout/IconVerticalSolidList"/>
    <dgm:cxn modelId="{0CD6A4F9-80B0-4B0D-9D60-F6CDF89A70ED}" type="presParOf" srcId="{CBCBC7E7-35CC-4ADA-8344-58D0332B019F}" destId="{5CA95DD4-8BF1-4468-9EBC-13D67C16D790}" srcOrd="2" destOrd="0" presId="urn:microsoft.com/office/officeart/2018/2/layout/IconVerticalSolidList"/>
    <dgm:cxn modelId="{918DD92F-3D32-42D8-8B6D-3F1AFA1BC514}" type="presParOf" srcId="{CBCBC7E7-35CC-4ADA-8344-58D0332B019F}" destId="{D24BED8C-DF44-4955-A48E-8874889A8D02}" srcOrd="3" destOrd="0" presId="urn:microsoft.com/office/officeart/2018/2/layout/IconVerticalSolidList"/>
    <dgm:cxn modelId="{78E09A07-53D8-499C-A00F-775B4951A28C}" type="presParOf" srcId="{E2EE3A28-054C-424F-91C0-8A1F4843D1B3}" destId="{BF80EDAB-23FB-422D-AA35-43AEED2B322E}" srcOrd="1" destOrd="0" presId="urn:microsoft.com/office/officeart/2018/2/layout/IconVerticalSolidList"/>
    <dgm:cxn modelId="{19364F93-C2F5-4296-A41A-EB32A2B7820F}" type="presParOf" srcId="{E2EE3A28-054C-424F-91C0-8A1F4843D1B3}" destId="{6AB82D8F-5C67-4621-B112-9D7AFC1D9AEB}" srcOrd="2" destOrd="0" presId="urn:microsoft.com/office/officeart/2018/2/layout/IconVerticalSolidList"/>
    <dgm:cxn modelId="{3FD0B402-4743-4912-AAC2-77FAD9EB65B0}" type="presParOf" srcId="{6AB82D8F-5C67-4621-B112-9D7AFC1D9AEB}" destId="{CC11016D-6E50-4AAD-816D-9CAF4EC864E0}" srcOrd="0" destOrd="0" presId="urn:microsoft.com/office/officeart/2018/2/layout/IconVerticalSolidList"/>
    <dgm:cxn modelId="{D40F96ED-4971-4732-AF9E-DD55049332F1}" type="presParOf" srcId="{6AB82D8F-5C67-4621-B112-9D7AFC1D9AEB}" destId="{A04155EB-2E80-46BA-9152-48CAF46CABD1}" srcOrd="1" destOrd="0" presId="urn:microsoft.com/office/officeart/2018/2/layout/IconVerticalSolidList"/>
    <dgm:cxn modelId="{54ABC30F-663C-4D19-8005-B5178C9AB0B2}" type="presParOf" srcId="{6AB82D8F-5C67-4621-B112-9D7AFC1D9AEB}" destId="{720C9A4B-213F-4C6D-A529-ABA82DD4204D}" srcOrd="2" destOrd="0" presId="urn:microsoft.com/office/officeart/2018/2/layout/IconVerticalSolidList"/>
    <dgm:cxn modelId="{3CFD55D6-1546-4BAB-8B93-C9FC612A4BD2}" type="presParOf" srcId="{6AB82D8F-5C67-4621-B112-9D7AFC1D9AEB}" destId="{57C99D39-3135-4B76-AC4A-EF72DFCC3B3E}" srcOrd="3" destOrd="0" presId="urn:microsoft.com/office/officeart/2018/2/layout/IconVerticalSolidList"/>
    <dgm:cxn modelId="{A431D9FC-FFB9-49F7-B9B2-D49C942A8606}" type="presParOf" srcId="{E2EE3A28-054C-424F-91C0-8A1F4843D1B3}" destId="{CF4DDA36-34B4-49CC-B190-D2754B12A2D4}" srcOrd="3" destOrd="0" presId="urn:microsoft.com/office/officeart/2018/2/layout/IconVerticalSolidList"/>
    <dgm:cxn modelId="{6D836EF4-4763-4BB2-8E93-EE5F26C5FD15}" type="presParOf" srcId="{E2EE3A28-054C-424F-91C0-8A1F4843D1B3}" destId="{D378AA98-EC4F-4267-9484-4CEEE5740F83}" srcOrd="4" destOrd="0" presId="urn:microsoft.com/office/officeart/2018/2/layout/IconVerticalSolidList"/>
    <dgm:cxn modelId="{002721C7-1F81-4F9E-8D74-1458E49AB239}" type="presParOf" srcId="{D378AA98-EC4F-4267-9484-4CEEE5740F83}" destId="{63952D10-AC25-4722-9842-AA746D32A205}" srcOrd="0" destOrd="0" presId="urn:microsoft.com/office/officeart/2018/2/layout/IconVerticalSolidList"/>
    <dgm:cxn modelId="{10B21804-7115-4D04-B4DF-9F08182F8B70}" type="presParOf" srcId="{D378AA98-EC4F-4267-9484-4CEEE5740F83}" destId="{49B62F1D-52C9-4A9A-8F85-CD8FB7529F89}" srcOrd="1" destOrd="0" presId="urn:microsoft.com/office/officeart/2018/2/layout/IconVerticalSolidList"/>
    <dgm:cxn modelId="{98BAB280-C17C-4D55-ADE5-70FFCBADF340}" type="presParOf" srcId="{D378AA98-EC4F-4267-9484-4CEEE5740F83}" destId="{3FE2DC0B-0443-4C9D-A432-CEBAA9A66614}" srcOrd="2" destOrd="0" presId="urn:microsoft.com/office/officeart/2018/2/layout/IconVerticalSolidList"/>
    <dgm:cxn modelId="{0CC0BE6F-D813-41E2-87B8-F0430B37FD31}" type="presParOf" srcId="{D378AA98-EC4F-4267-9484-4CEEE5740F83}" destId="{BA452181-31DC-4B60-A619-CB743D95CC13}" srcOrd="3" destOrd="0" presId="urn:microsoft.com/office/officeart/2018/2/layout/IconVerticalSolidList"/>
    <dgm:cxn modelId="{B18101D3-0823-469E-8B11-448E8E73495B}" type="presParOf" srcId="{E2EE3A28-054C-424F-91C0-8A1F4843D1B3}" destId="{5029B882-1B16-4309-B69C-795A0A5525BF}" srcOrd="5" destOrd="0" presId="urn:microsoft.com/office/officeart/2018/2/layout/IconVerticalSolidList"/>
    <dgm:cxn modelId="{0392B57E-3067-4490-A727-82733DBCB0A8}" type="presParOf" srcId="{E2EE3A28-054C-424F-91C0-8A1F4843D1B3}" destId="{9396F57E-76EC-46C1-8E02-25F61082D55D}" srcOrd="6" destOrd="0" presId="urn:microsoft.com/office/officeart/2018/2/layout/IconVerticalSolidList"/>
    <dgm:cxn modelId="{1A9E2BA0-204A-427D-AE84-AE298AE527C4}" type="presParOf" srcId="{9396F57E-76EC-46C1-8E02-25F61082D55D}" destId="{CDDC8257-3FE9-4EA8-A2A6-3A488078C203}" srcOrd="0" destOrd="0" presId="urn:microsoft.com/office/officeart/2018/2/layout/IconVerticalSolidList"/>
    <dgm:cxn modelId="{D8DB2DCD-5A84-4588-B8C3-AB90020E7073}" type="presParOf" srcId="{9396F57E-76EC-46C1-8E02-25F61082D55D}" destId="{3D6352E8-086D-4E65-B60C-6CD845F5534A}" srcOrd="1" destOrd="0" presId="urn:microsoft.com/office/officeart/2018/2/layout/IconVerticalSolidList"/>
    <dgm:cxn modelId="{5F9A6654-F6AE-4A9A-B31D-B10D7A849D85}" type="presParOf" srcId="{9396F57E-76EC-46C1-8E02-25F61082D55D}" destId="{B06C90AD-31E7-47CC-A930-1B26F468A143}" srcOrd="2" destOrd="0" presId="urn:microsoft.com/office/officeart/2018/2/layout/IconVerticalSolidList"/>
    <dgm:cxn modelId="{30F41E89-BBFD-4671-9924-A19B7822C4D5}" type="presParOf" srcId="{9396F57E-76EC-46C1-8E02-25F61082D55D}" destId="{6B056B82-0C67-498E-B31D-231E01293F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5AECCA-8B8D-4B92-8D9D-FCCA045CB336}">
      <dsp:nvSpPr>
        <dsp:cNvPr id="0" name=""/>
        <dsp:cNvSpPr/>
      </dsp:nvSpPr>
      <dsp:spPr>
        <a:xfrm>
          <a:off x="0" y="0"/>
          <a:ext cx="8062160" cy="8870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Most modern devices nowadays work internally and communicate using signals</a:t>
          </a:r>
        </a:p>
      </dsp:txBody>
      <dsp:txXfrm>
        <a:off x="25980" y="25980"/>
        <a:ext cx="7030051" cy="835052"/>
      </dsp:txXfrm>
    </dsp:sp>
    <dsp:sp modelId="{D302F099-D2EA-4FCB-ACF8-6EB90F973755}">
      <dsp:nvSpPr>
        <dsp:cNvPr id="0" name=""/>
        <dsp:cNvSpPr/>
      </dsp:nvSpPr>
      <dsp:spPr>
        <a:xfrm>
          <a:off x="675205" y="1048286"/>
          <a:ext cx="8062160" cy="8870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 signal can contain data or information to the other end, and it can either be digital or analog</a:t>
          </a:r>
        </a:p>
      </dsp:txBody>
      <dsp:txXfrm>
        <a:off x="701185" y="1074266"/>
        <a:ext cx="6758436" cy="835052"/>
      </dsp:txXfrm>
    </dsp:sp>
    <dsp:sp modelId="{4F8CB802-A59A-4650-ADDA-E045659F99AF}">
      <dsp:nvSpPr>
        <dsp:cNvPr id="0" name=""/>
        <dsp:cNvSpPr/>
      </dsp:nvSpPr>
      <dsp:spPr>
        <a:xfrm>
          <a:off x="1340334" y="2096573"/>
          <a:ext cx="8062160" cy="8870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Digital signals</a:t>
          </a:r>
          <a:r>
            <a:rPr lang="en-DE" sz="2300" kern="1200" dirty="0"/>
            <a:t> are </a:t>
          </a:r>
          <a:r>
            <a:rPr lang="en-GB" sz="2300" kern="1200" dirty="0"/>
            <a:t>mostly </a:t>
          </a:r>
          <a:r>
            <a:rPr lang="en-DE" sz="2300" kern="1200" dirty="0"/>
            <a:t>represented by</a:t>
          </a:r>
          <a:r>
            <a:rPr lang="en-GB" sz="2300" kern="1200" dirty="0"/>
            <a:t> binary format using 0s and 1s</a:t>
          </a:r>
          <a:endParaRPr lang="en-US" sz="2300" kern="1200" dirty="0"/>
        </a:p>
      </dsp:txBody>
      <dsp:txXfrm>
        <a:off x="1366314" y="2122553"/>
        <a:ext cx="6768513" cy="835052"/>
      </dsp:txXfrm>
    </dsp:sp>
    <dsp:sp modelId="{3153A8C0-2212-4440-BA4E-8A8DB4985574}">
      <dsp:nvSpPr>
        <dsp:cNvPr id="0" name=""/>
        <dsp:cNvSpPr/>
      </dsp:nvSpPr>
      <dsp:spPr>
        <a:xfrm>
          <a:off x="2015539" y="3144860"/>
          <a:ext cx="8062160" cy="8870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kern="1200"/>
            <a:t>1 </a:t>
          </a:r>
          <a:r>
            <a:rPr lang="en-GB" sz="2300" kern="1200"/>
            <a:t>= high (V5) = ON	</a:t>
          </a:r>
          <a:r>
            <a:rPr lang="ar-EG" sz="2300" kern="1200"/>
            <a:t>|</a:t>
          </a:r>
          <a:r>
            <a:rPr lang="en-GB" sz="2300" kern="1200"/>
            <a:t>      0 = low (V0) = OFF	</a:t>
          </a:r>
          <a:endParaRPr lang="en-US" sz="2300" kern="1200"/>
        </a:p>
      </dsp:txBody>
      <dsp:txXfrm>
        <a:off x="2041519" y="3170840"/>
        <a:ext cx="6758436" cy="835052"/>
      </dsp:txXfrm>
    </dsp:sp>
    <dsp:sp modelId="{F1336667-44B6-41BA-95F0-950510C4427E}">
      <dsp:nvSpPr>
        <dsp:cNvPr id="0" name=""/>
        <dsp:cNvSpPr/>
      </dsp:nvSpPr>
      <dsp:spPr>
        <a:xfrm>
          <a:off x="7485602" y="679370"/>
          <a:ext cx="576557" cy="57655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7615327" y="679370"/>
        <a:ext cx="317107" cy="433859"/>
      </dsp:txXfrm>
    </dsp:sp>
    <dsp:sp modelId="{FAF4D764-2476-4E1F-88BD-254F476F0EC3}">
      <dsp:nvSpPr>
        <dsp:cNvPr id="0" name=""/>
        <dsp:cNvSpPr/>
      </dsp:nvSpPr>
      <dsp:spPr>
        <a:xfrm>
          <a:off x="8160808" y="1727657"/>
          <a:ext cx="576557" cy="57655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8290533" y="1727657"/>
        <a:ext cx="317107" cy="433859"/>
      </dsp:txXfrm>
    </dsp:sp>
    <dsp:sp modelId="{237C9768-DCD9-4850-B5E9-1927424B635D}">
      <dsp:nvSpPr>
        <dsp:cNvPr id="0" name=""/>
        <dsp:cNvSpPr/>
      </dsp:nvSpPr>
      <dsp:spPr>
        <a:xfrm>
          <a:off x="8825936" y="2775944"/>
          <a:ext cx="576557" cy="57655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8955661" y="2775944"/>
        <a:ext cx="317107" cy="4338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F0AA78-11ED-4098-9A3F-635E47ED61F5}">
      <dsp:nvSpPr>
        <dsp:cNvPr id="0" name=""/>
        <dsp:cNvSpPr/>
      </dsp:nvSpPr>
      <dsp:spPr>
        <a:xfrm>
          <a:off x="0" y="1805"/>
          <a:ext cx="4935146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B443ED-3AC1-4E63-8318-E4EC459D716A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4BED8C-DF44-4955-A48E-8874889A8D02}">
      <dsp:nvSpPr>
        <dsp:cNvPr id="0" name=""/>
        <dsp:cNvSpPr/>
      </dsp:nvSpPr>
      <dsp:spPr>
        <a:xfrm>
          <a:off x="1057183" y="1805"/>
          <a:ext cx="3877963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A computerized device works with digital signals</a:t>
          </a:r>
          <a:endParaRPr lang="en-US" sz="1900" kern="1200"/>
        </a:p>
      </dsp:txBody>
      <dsp:txXfrm>
        <a:off x="1057183" y="1805"/>
        <a:ext cx="3877963" cy="915310"/>
      </dsp:txXfrm>
    </dsp:sp>
    <dsp:sp modelId="{CC11016D-6E50-4AAD-816D-9CAF4EC864E0}">
      <dsp:nvSpPr>
        <dsp:cNvPr id="0" name=""/>
        <dsp:cNvSpPr/>
      </dsp:nvSpPr>
      <dsp:spPr>
        <a:xfrm>
          <a:off x="0" y="1145944"/>
          <a:ext cx="4935146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4155EB-2E80-46BA-9152-48CAF46CABD1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C99D39-3135-4B76-AC4A-EF72DFCC3B3E}">
      <dsp:nvSpPr>
        <dsp:cNvPr id="0" name=""/>
        <dsp:cNvSpPr/>
      </dsp:nvSpPr>
      <dsp:spPr>
        <a:xfrm>
          <a:off x="1057183" y="1145944"/>
          <a:ext cx="3877963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A digital signal sequence works by converting information into bits</a:t>
          </a:r>
          <a:endParaRPr lang="en-US" sz="1900" kern="1200" dirty="0"/>
        </a:p>
      </dsp:txBody>
      <dsp:txXfrm>
        <a:off x="1057183" y="1145944"/>
        <a:ext cx="3877963" cy="915310"/>
      </dsp:txXfrm>
    </dsp:sp>
    <dsp:sp modelId="{63952D10-AC25-4722-9842-AA746D32A205}">
      <dsp:nvSpPr>
        <dsp:cNvPr id="0" name=""/>
        <dsp:cNvSpPr/>
      </dsp:nvSpPr>
      <dsp:spPr>
        <a:xfrm>
          <a:off x="0" y="2290082"/>
          <a:ext cx="4935146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B62F1D-52C9-4A9A-8F85-CD8FB7529F89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452181-31DC-4B60-A619-CB743D95CC13}">
      <dsp:nvSpPr>
        <dsp:cNvPr id="0" name=""/>
        <dsp:cNvSpPr/>
      </dsp:nvSpPr>
      <dsp:spPr>
        <a:xfrm>
          <a:off x="1057183" y="2290082"/>
          <a:ext cx="3877963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A bit is like a toggle, resulting 2 possibilities, true or false </a:t>
          </a:r>
          <a:endParaRPr lang="en-US" sz="1900" kern="1200" dirty="0"/>
        </a:p>
      </dsp:txBody>
      <dsp:txXfrm>
        <a:off x="1057183" y="2290082"/>
        <a:ext cx="3877963" cy="915310"/>
      </dsp:txXfrm>
    </dsp:sp>
    <dsp:sp modelId="{CDDC8257-3FE9-4EA8-A2A6-3A488078C203}">
      <dsp:nvSpPr>
        <dsp:cNvPr id="0" name=""/>
        <dsp:cNvSpPr/>
      </dsp:nvSpPr>
      <dsp:spPr>
        <a:xfrm>
          <a:off x="0" y="3434221"/>
          <a:ext cx="4935146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6352E8-086D-4E65-B60C-6CD845F5534A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056B82-0C67-498E-B31D-231E01293FD6}">
      <dsp:nvSpPr>
        <dsp:cNvPr id="0" name=""/>
        <dsp:cNvSpPr/>
      </dsp:nvSpPr>
      <dsp:spPr>
        <a:xfrm>
          <a:off x="1057183" y="3434221"/>
          <a:ext cx="3877963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By grouping bits together, we get bigger range of possibilities</a:t>
          </a:r>
          <a:endParaRPr lang="en-US" sz="1900" kern="1200" dirty="0"/>
        </a:p>
      </dsp:txBody>
      <dsp:txXfrm>
        <a:off x="1057183" y="3434221"/>
        <a:ext cx="3877963" cy="915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9.png"/><Relationship Id="rId7" Type="http://schemas.openxmlformats.org/officeDocument/2006/relationships/diagramData" Target="../diagrams/data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microsoft.com/office/2007/relationships/diagramDrawing" Target="../diagrams/drawing1.xml"/><Relationship Id="rId5" Type="http://schemas.openxmlformats.org/officeDocument/2006/relationships/image" Target="../media/image11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12.png"/><Relationship Id="rId9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image" Target="../media/image9.png"/><Relationship Id="rId7" Type="http://schemas.openxmlformats.org/officeDocument/2006/relationships/diagramData" Target="../diagrams/data2.xml"/><Relationship Id="rId12" Type="http://schemas.openxmlformats.org/officeDocument/2006/relationships/image" Target="../media/image2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microsoft.com/office/2007/relationships/diagramDrawing" Target="../diagrams/drawing2.xml"/><Relationship Id="rId5" Type="http://schemas.openxmlformats.org/officeDocument/2006/relationships/image" Target="../media/image11.png"/><Relationship Id="rId10" Type="http://schemas.openxmlformats.org/officeDocument/2006/relationships/diagramColors" Target="../diagrams/colors2.xml"/><Relationship Id="rId4" Type="http://schemas.openxmlformats.org/officeDocument/2006/relationships/image" Target="../media/image12.png"/><Relationship Id="rId9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9.png"/><Relationship Id="rId7" Type="http://schemas.openxmlformats.org/officeDocument/2006/relationships/image" Target="../media/image2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9.png"/><Relationship Id="rId7" Type="http://schemas.openxmlformats.org/officeDocument/2006/relationships/image" Target="../media/image27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0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52D6653-D6E2-7C41-6BDB-E7E22A306552}"/>
              </a:ext>
            </a:extLst>
          </p:cNvPr>
          <p:cNvSpPr/>
          <p:nvPr/>
        </p:nvSpPr>
        <p:spPr>
          <a:xfrm>
            <a:off x="7715500" y="1136474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F76777E-B106-311D-5AFE-158298226B6B}"/>
              </a:ext>
            </a:extLst>
          </p:cNvPr>
          <p:cNvGrpSpPr/>
          <p:nvPr/>
        </p:nvGrpSpPr>
        <p:grpSpPr>
          <a:xfrm>
            <a:off x="10111739" y="3700042"/>
            <a:ext cx="1947465" cy="3013886"/>
            <a:chOff x="10111739" y="3700042"/>
            <a:chExt cx="1947465" cy="3013886"/>
          </a:xfrm>
          <a:solidFill>
            <a:srgbClr val="3F51B5"/>
          </a:solidFill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6050BCF-F3CC-2D10-AE60-55B5775FA226}"/>
                </a:ext>
              </a:extLst>
            </p:cNvPr>
            <p:cNvCxnSpPr>
              <a:cxnSpLocks/>
            </p:cNvCxnSpPr>
            <p:nvPr/>
          </p:nvCxnSpPr>
          <p:spPr>
            <a:xfrm>
              <a:off x="12043965" y="3700042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1DEFA4F-D3EA-4661-F8D4-FAAB65D167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7190" y="4084320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0807F7C-4637-0A9C-ACA1-C6F417C35D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11739" y="6692870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D9E59B9-5424-41C3-4E1B-79F4E1C834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98170" y="6468238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BCC9453A-7E4C-ADAB-7DB6-41596DA31C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9760" y="6000549"/>
            <a:ext cx="2272479" cy="961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948F23-22F3-02B2-3845-38DEE7F1D7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1574" y1="51944" x2="32037" y2="55926"/>
                        <a14:foregroundMark x1="35648" y1="55463" x2="34537" y2="56389"/>
                        <a14:foregroundMark x1="34537" y1="56389" x2="34537" y2="56389"/>
                        <a14:foregroundMark x1="36389" y1="54444" x2="35000" y2="56574"/>
                        <a14:foregroundMark x1="33056" y1="49815" x2="28519" y2="55833"/>
                        <a14:foregroundMark x1="30833" y1="49259" x2="35463" y2="57593"/>
                        <a14:foregroundMark x1="35463" y1="57593" x2="35463" y2="57593"/>
                        <a14:foregroundMark x1="29352" y1="50185" x2="27963" y2="56574"/>
                        <a14:foregroundMark x1="26389" y1="50370" x2="30648" y2="598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159" y="-680640"/>
            <a:ext cx="2905680" cy="290568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36BEE0B0-433B-36A1-5B99-255920D0EAAD}"/>
              </a:ext>
            </a:extLst>
          </p:cNvPr>
          <p:cNvGrpSpPr/>
          <p:nvPr/>
        </p:nvGrpSpPr>
        <p:grpSpPr>
          <a:xfrm flipH="1">
            <a:off x="497754" y="3700042"/>
            <a:ext cx="1947465" cy="3013886"/>
            <a:chOff x="148034" y="3700042"/>
            <a:chExt cx="1947465" cy="3013886"/>
          </a:xfrm>
          <a:solidFill>
            <a:srgbClr val="3F51B5"/>
          </a:solidFill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F408656-3F4F-6164-1857-9A716F403AB4}"/>
                </a:ext>
              </a:extLst>
            </p:cNvPr>
            <p:cNvCxnSpPr>
              <a:cxnSpLocks/>
            </p:cNvCxnSpPr>
            <p:nvPr/>
          </p:nvCxnSpPr>
          <p:spPr>
            <a:xfrm>
              <a:off x="2080260" y="3700042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FF4A340-5F14-926E-557C-5F2935B910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3485" y="4084320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CC57082-8FED-3276-8FEE-20DA35BA7F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034" y="6692870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A437975-3946-77D8-2BBB-CB0769151C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4465" y="6468238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BD4B62A-F6A9-3ED1-22F6-9CFC29B54E25}"/>
              </a:ext>
            </a:extLst>
          </p:cNvPr>
          <p:cNvSpPr/>
          <p:nvPr/>
        </p:nvSpPr>
        <p:spPr>
          <a:xfrm rot="10800000">
            <a:off x="-26419" y="1136473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Content Placeholder 55">
            <a:extLst>
              <a:ext uri="{FF2B5EF4-FFF2-40B4-BE49-F238E27FC236}">
                <a16:creationId xmlns:a16="http://schemas.microsoft.com/office/drawing/2014/main" id="{85317F2A-EE10-BE72-AC7B-9E60470F880F}"/>
              </a:ext>
            </a:extLst>
          </p:cNvPr>
          <p:cNvSpPr>
            <a:spLocks noGrp="1"/>
          </p:cNvSpPr>
          <p:nvPr/>
        </p:nvSpPr>
        <p:spPr>
          <a:xfrm>
            <a:off x="1910378" y="2272334"/>
            <a:ext cx="8371244" cy="231333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000" b="1">
                <a:solidFill>
                  <a:srgbClr val="004467"/>
                </a:solidFill>
              </a:rPr>
              <a:t>Embedded Systems Workshop</a:t>
            </a:r>
          </a:p>
          <a:p>
            <a:pPr marL="0" indent="0" algn="ctr">
              <a:buNone/>
            </a:pPr>
            <a:r>
              <a:rPr lang="en-US" sz="5000" b="1">
                <a:solidFill>
                  <a:srgbClr val="004467"/>
                </a:solidFill>
              </a:rPr>
              <a:t>Session</a:t>
            </a:r>
          </a:p>
          <a:p>
            <a:pPr marL="0" indent="0" algn="ctr">
              <a:buNone/>
            </a:pPr>
            <a:r>
              <a:rPr lang="en-US" sz="6500" b="1">
                <a:solidFill>
                  <a:srgbClr val="004467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0;p2">
            <a:extLst>
              <a:ext uri="{FF2B5EF4-FFF2-40B4-BE49-F238E27FC236}">
                <a16:creationId xmlns:a16="http://schemas.microsoft.com/office/drawing/2014/main" id="{DBF6F2A3-9B55-2965-C743-E8F3AE12B684}"/>
              </a:ext>
            </a:extLst>
          </p:cNvPr>
          <p:cNvSpPr/>
          <p:nvPr/>
        </p:nvSpPr>
        <p:spPr>
          <a:xfrm>
            <a:off x="0" y="10463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111;p2">
            <a:extLst>
              <a:ext uri="{FF2B5EF4-FFF2-40B4-BE49-F238E27FC236}">
                <a16:creationId xmlns:a16="http://schemas.microsoft.com/office/drawing/2014/main" id="{1F94ACBE-76FB-E0EC-A2DA-73D17817C06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6200000">
            <a:off x="269502" y="5617933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2;p2" descr="A white sign with black text&#10;&#10;Description automatically generated">
            <a:extLst>
              <a:ext uri="{FF2B5EF4-FFF2-40B4-BE49-F238E27FC236}">
                <a16:creationId xmlns:a16="http://schemas.microsoft.com/office/drawing/2014/main" id="{6CFF54C2-C5E7-CB4E-0C37-C37A05D6D3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7427" y="207226"/>
            <a:ext cx="731296" cy="1007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113;p2">
            <a:extLst>
              <a:ext uri="{FF2B5EF4-FFF2-40B4-BE49-F238E27FC236}">
                <a16:creationId xmlns:a16="http://schemas.microsoft.com/office/drawing/2014/main" id="{E7AC3EE9-305E-8711-4A0D-EF9D24399005}"/>
              </a:ext>
            </a:extLst>
          </p:cNvPr>
          <p:cNvGrpSpPr/>
          <p:nvPr/>
        </p:nvGrpSpPr>
        <p:grpSpPr>
          <a:xfrm rot="10800000" flipH="1">
            <a:off x="10580003" y="345441"/>
            <a:ext cx="1329559" cy="4025209"/>
            <a:chOff x="10580003" y="345441"/>
            <a:chExt cx="1329559" cy="3009868"/>
          </a:xfrm>
        </p:grpSpPr>
        <p:cxnSp>
          <p:nvCxnSpPr>
            <p:cNvPr id="17" name="Google Shape;114;p2">
              <a:extLst>
                <a:ext uri="{FF2B5EF4-FFF2-40B4-BE49-F238E27FC236}">
                  <a16:creationId xmlns:a16="http://schemas.microsoft.com/office/drawing/2014/main" id="{DB34CE71-902A-41F3-7884-D908BF4A3EB8}"/>
                </a:ext>
              </a:extLst>
            </p:cNvPr>
            <p:cNvCxnSpPr/>
            <p:nvPr/>
          </p:nvCxnSpPr>
          <p:spPr>
            <a:xfrm>
              <a:off x="11894322" y="345441"/>
              <a:ext cx="0" cy="3009868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" name="Google Shape;115;p2">
              <a:extLst>
                <a:ext uri="{FF2B5EF4-FFF2-40B4-BE49-F238E27FC236}">
                  <a16:creationId xmlns:a16="http://schemas.microsoft.com/office/drawing/2014/main" id="{869BB6BD-131C-2ECD-36C2-DFCBA32914EA}"/>
                </a:ext>
              </a:extLst>
            </p:cNvPr>
            <p:cNvCxnSpPr/>
            <p:nvPr/>
          </p:nvCxnSpPr>
          <p:spPr>
            <a:xfrm>
              <a:off x="11665722" y="635001"/>
              <a:ext cx="0" cy="2524585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" name="Google Shape;116;p2">
              <a:extLst>
                <a:ext uri="{FF2B5EF4-FFF2-40B4-BE49-F238E27FC236}">
                  <a16:creationId xmlns:a16="http://schemas.microsoft.com/office/drawing/2014/main" id="{FE3CAF2F-98C4-0266-8C13-5A3D487F7CE5}"/>
                </a:ext>
              </a:extLst>
            </p:cNvPr>
            <p:cNvCxnSpPr/>
            <p:nvPr/>
          </p:nvCxnSpPr>
          <p:spPr>
            <a:xfrm rot="10800000">
              <a:off x="10580003" y="3341903"/>
              <a:ext cx="1329559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" name="Google Shape;117;p2">
              <a:extLst>
                <a:ext uri="{FF2B5EF4-FFF2-40B4-BE49-F238E27FC236}">
                  <a16:creationId xmlns:a16="http://schemas.microsoft.com/office/drawing/2014/main" id="{577B55C0-62F0-EE29-191E-2163D0587AD6}"/>
                </a:ext>
              </a:extLst>
            </p:cNvPr>
            <p:cNvCxnSpPr/>
            <p:nvPr/>
          </p:nvCxnSpPr>
          <p:spPr>
            <a:xfrm rot="10800000">
              <a:off x="10979287" y="3147794"/>
              <a:ext cx="703580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8" name="Google Shape;118;p2">
            <a:extLst>
              <a:ext uri="{FF2B5EF4-FFF2-40B4-BE49-F238E27FC236}">
                <a16:creationId xmlns:a16="http://schemas.microsoft.com/office/drawing/2014/main" id="{55DD6B7B-1027-4826-3E39-51C4B1AA39FF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119;p2">
            <a:extLst>
              <a:ext uri="{FF2B5EF4-FFF2-40B4-BE49-F238E27FC236}">
                <a16:creationId xmlns:a16="http://schemas.microsoft.com/office/drawing/2014/main" id="{66A982E7-CAB4-F440-D29D-A08374BD479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0;p2">
            <a:extLst>
              <a:ext uri="{FF2B5EF4-FFF2-40B4-BE49-F238E27FC236}">
                <a16:creationId xmlns:a16="http://schemas.microsoft.com/office/drawing/2014/main" id="{8C7A656E-DF0C-2429-50E8-4BA277755C3F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21;p2">
            <a:extLst>
              <a:ext uri="{FF2B5EF4-FFF2-40B4-BE49-F238E27FC236}">
                <a16:creationId xmlns:a16="http://schemas.microsoft.com/office/drawing/2014/main" id="{B0C16A41-4B30-60F2-AC3E-8094135B3AF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6200000">
            <a:off x="269502" y="5502052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2;p2">
            <a:extLst>
              <a:ext uri="{FF2B5EF4-FFF2-40B4-BE49-F238E27FC236}">
                <a16:creationId xmlns:a16="http://schemas.microsoft.com/office/drawing/2014/main" id="{BE6B807F-DB6F-4A45-9DDA-8F2B6BCE3A7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28585" y="5799515"/>
            <a:ext cx="2301403" cy="97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23;p2">
            <a:extLst>
              <a:ext uri="{FF2B5EF4-FFF2-40B4-BE49-F238E27FC236}">
                <a16:creationId xmlns:a16="http://schemas.microsoft.com/office/drawing/2014/main" id="{76943561-1096-3F72-B816-796A83017B1A}"/>
              </a:ext>
            </a:extLst>
          </p:cNvPr>
          <p:cNvSpPr txBox="1"/>
          <p:nvPr/>
        </p:nvSpPr>
        <p:spPr>
          <a:xfrm>
            <a:off x="5039360" y="1088383"/>
            <a:ext cx="2122202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Hello!</a:t>
            </a:r>
            <a:endParaRPr/>
          </a:p>
        </p:txBody>
      </p:sp>
      <p:sp>
        <p:nvSpPr>
          <p:cNvPr id="14" name="Google Shape;124;p2">
            <a:extLst>
              <a:ext uri="{FF2B5EF4-FFF2-40B4-BE49-F238E27FC236}">
                <a16:creationId xmlns:a16="http://schemas.microsoft.com/office/drawing/2014/main" id="{A600A747-3450-CCF1-D32E-061D5CF2FCE9}"/>
              </a:ext>
            </a:extLst>
          </p:cNvPr>
          <p:cNvSpPr txBox="1"/>
          <p:nvPr/>
        </p:nvSpPr>
        <p:spPr>
          <a:xfrm>
            <a:off x="3190240" y="2283204"/>
            <a:ext cx="5816665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Instructor:</a:t>
            </a:r>
            <a:endParaRPr lang="en-US">
              <a:solidFill>
                <a:srgbClr val="000000"/>
              </a:solidFill>
              <a:latin typeface="Aptos" panose="02110004020202020204"/>
              <a:ea typeface="Arial"/>
              <a:cs typeface="Arial"/>
              <a:sym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3200" b="1">
                <a:solidFill>
                  <a:srgbClr val="FFFFFF"/>
                </a:solidFill>
                <a:latin typeface="Arial"/>
                <a:cs typeface="Arial"/>
              </a:rPr>
              <a:t>Fatma Ahmed  </a:t>
            </a:r>
          </a:p>
          <a:p>
            <a:pPr marL="457200" indent="-457200">
              <a:buFont typeface="Arial"/>
              <a:buChar char="•"/>
            </a:pPr>
            <a:r>
              <a:rPr lang="en-US" sz="3200" b="1" err="1">
                <a:solidFill>
                  <a:srgbClr val="FFFFFF"/>
                </a:solidFill>
                <a:latin typeface="Arial"/>
                <a:cs typeface="Arial"/>
              </a:rPr>
              <a:t>Abdelwadoud</a:t>
            </a:r>
            <a:r>
              <a:rPr lang="en-US" sz="3200" b="1">
                <a:solidFill>
                  <a:srgbClr val="FFFFFF"/>
                </a:solidFill>
                <a:latin typeface="Arial"/>
                <a:cs typeface="Arial"/>
              </a:rPr>
              <a:t> Ahmed</a:t>
            </a:r>
          </a:p>
        </p:txBody>
      </p:sp>
      <p:sp>
        <p:nvSpPr>
          <p:cNvPr id="15" name="Google Shape;125;p2">
            <a:extLst>
              <a:ext uri="{FF2B5EF4-FFF2-40B4-BE49-F238E27FC236}">
                <a16:creationId xmlns:a16="http://schemas.microsoft.com/office/drawing/2014/main" id="{1FA1E84C-B7D6-3A39-313A-5A1D9EAC3128}"/>
              </a:ext>
            </a:extLst>
          </p:cNvPr>
          <p:cNvSpPr txBox="1"/>
          <p:nvPr/>
        </p:nvSpPr>
        <p:spPr>
          <a:xfrm>
            <a:off x="3194594" y="4139034"/>
            <a:ext cx="6431763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Cairo University, EECE Department.</a:t>
            </a:r>
            <a:endParaRPr/>
          </a:p>
        </p:txBody>
      </p:sp>
      <p:sp>
        <p:nvSpPr>
          <p:cNvPr id="16" name="Google Shape;126;p2">
            <a:extLst>
              <a:ext uri="{FF2B5EF4-FFF2-40B4-BE49-F238E27FC236}">
                <a16:creationId xmlns:a16="http://schemas.microsoft.com/office/drawing/2014/main" id="{C446708C-1801-0FE9-A768-8B905BE9D559}"/>
              </a:ext>
            </a:extLst>
          </p:cNvPr>
          <p:cNvSpPr txBox="1"/>
          <p:nvPr/>
        </p:nvSpPr>
        <p:spPr>
          <a:xfrm>
            <a:off x="3510280" y="3747055"/>
            <a:ext cx="517393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8121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0;p2">
            <a:extLst>
              <a:ext uri="{FF2B5EF4-FFF2-40B4-BE49-F238E27FC236}">
                <a16:creationId xmlns:a16="http://schemas.microsoft.com/office/drawing/2014/main" id="{EB665355-9471-F4B9-64C3-22631141309A}"/>
              </a:ext>
            </a:extLst>
          </p:cNvPr>
          <p:cNvSpPr/>
          <p:nvPr/>
        </p:nvSpPr>
        <p:spPr>
          <a:xfrm>
            <a:off x="0" y="19255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111;p2">
            <a:extLst>
              <a:ext uri="{FF2B5EF4-FFF2-40B4-BE49-F238E27FC236}">
                <a16:creationId xmlns:a16="http://schemas.microsoft.com/office/drawing/2014/main" id="{6E1CF973-1742-A5C6-7B99-E6D52C660A4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6200000">
            <a:off x="269502" y="5617933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2;p2" descr="A white sign with black text&#10;&#10;Description automatically generated">
            <a:extLst>
              <a:ext uri="{FF2B5EF4-FFF2-40B4-BE49-F238E27FC236}">
                <a16:creationId xmlns:a16="http://schemas.microsoft.com/office/drawing/2014/main" id="{238C829C-8955-31BD-4B5D-450479E60D7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7427" y="207226"/>
            <a:ext cx="731296" cy="1007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113;p2">
            <a:extLst>
              <a:ext uri="{FF2B5EF4-FFF2-40B4-BE49-F238E27FC236}">
                <a16:creationId xmlns:a16="http://schemas.microsoft.com/office/drawing/2014/main" id="{87CD2AA3-61AC-9E3A-CF3F-FD88AD57B15C}"/>
              </a:ext>
            </a:extLst>
          </p:cNvPr>
          <p:cNvGrpSpPr/>
          <p:nvPr/>
        </p:nvGrpSpPr>
        <p:grpSpPr>
          <a:xfrm rot="10800000" flipH="1">
            <a:off x="10580003" y="345441"/>
            <a:ext cx="1329559" cy="4025209"/>
            <a:chOff x="10580003" y="345441"/>
            <a:chExt cx="1329559" cy="3009868"/>
          </a:xfrm>
        </p:grpSpPr>
        <p:cxnSp>
          <p:nvCxnSpPr>
            <p:cNvPr id="14" name="Google Shape;114;p2">
              <a:extLst>
                <a:ext uri="{FF2B5EF4-FFF2-40B4-BE49-F238E27FC236}">
                  <a16:creationId xmlns:a16="http://schemas.microsoft.com/office/drawing/2014/main" id="{3F1F0D42-BCBF-926A-DA50-22DF5B3A8750}"/>
                </a:ext>
              </a:extLst>
            </p:cNvPr>
            <p:cNvCxnSpPr/>
            <p:nvPr/>
          </p:nvCxnSpPr>
          <p:spPr>
            <a:xfrm>
              <a:off x="11894322" y="345441"/>
              <a:ext cx="0" cy="3009868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" name="Google Shape;115;p2">
              <a:extLst>
                <a:ext uri="{FF2B5EF4-FFF2-40B4-BE49-F238E27FC236}">
                  <a16:creationId xmlns:a16="http://schemas.microsoft.com/office/drawing/2014/main" id="{7B73DB95-7E4C-5809-47D0-53AFB22741DA}"/>
                </a:ext>
              </a:extLst>
            </p:cNvPr>
            <p:cNvCxnSpPr/>
            <p:nvPr/>
          </p:nvCxnSpPr>
          <p:spPr>
            <a:xfrm>
              <a:off x="11665722" y="635001"/>
              <a:ext cx="0" cy="2524585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" name="Google Shape;116;p2">
              <a:extLst>
                <a:ext uri="{FF2B5EF4-FFF2-40B4-BE49-F238E27FC236}">
                  <a16:creationId xmlns:a16="http://schemas.microsoft.com/office/drawing/2014/main" id="{1B450256-6846-6F7A-49E1-67B2B4DFD773}"/>
                </a:ext>
              </a:extLst>
            </p:cNvPr>
            <p:cNvCxnSpPr/>
            <p:nvPr/>
          </p:nvCxnSpPr>
          <p:spPr>
            <a:xfrm rot="10800000">
              <a:off x="10580003" y="3341903"/>
              <a:ext cx="1329559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" name="Google Shape;117;p2">
              <a:extLst>
                <a:ext uri="{FF2B5EF4-FFF2-40B4-BE49-F238E27FC236}">
                  <a16:creationId xmlns:a16="http://schemas.microsoft.com/office/drawing/2014/main" id="{3060A84F-7255-101D-0D4D-A7524FA34E2E}"/>
                </a:ext>
              </a:extLst>
            </p:cNvPr>
            <p:cNvCxnSpPr/>
            <p:nvPr/>
          </p:nvCxnSpPr>
          <p:spPr>
            <a:xfrm rot="10800000">
              <a:off x="10979287" y="3147794"/>
              <a:ext cx="703580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8" name="Google Shape;118;p2">
            <a:extLst>
              <a:ext uri="{FF2B5EF4-FFF2-40B4-BE49-F238E27FC236}">
                <a16:creationId xmlns:a16="http://schemas.microsoft.com/office/drawing/2014/main" id="{EC09F13A-5866-F970-34D7-C1B764D6896C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119;p2">
            <a:extLst>
              <a:ext uri="{FF2B5EF4-FFF2-40B4-BE49-F238E27FC236}">
                <a16:creationId xmlns:a16="http://schemas.microsoft.com/office/drawing/2014/main" id="{17C93436-2500-5349-921A-085A9BB032E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0;p2">
            <a:extLst>
              <a:ext uri="{FF2B5EF4-FFF2-40B4-BE49-F238E27FC236}">
                <a16:creationId xmlns:a16="http://schemas.microsoft.com/office/drawing/2014/main" id="{71FE8C78-EA7F-E7CD-324B-F2AF27310771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21;p2">
            <a:extLst>
              <a:ext uri="{FF2B5EF4-FFF2-40B4-BE49-F238E27FC236}">
                <a16:creationId xmlns:a16="http://schemas.microsoft.com/office/drawing/2014/main" id="{5659B2C3-D07D-CABB-5FFC-88E3237AE03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6200000">
            <a:off x="269502" y="5502052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2;p2">
            <a:extLst>
              <a:ext uri="{FF2B5EF4-FFF2-40B4-BE49-F238E27FC236}">
                <a16:creationId xmlns:a16="http://schemas.microsoft.com/office/drawing/2014/main" id="{2BF4BD24-1CE0-ED05-C796-D6CC07EF912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28585" y="5799515"/>
            <a:ext cx="2301403" cy="973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03600AD6-01EA-F65A-904A-0F98DB49CB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0714" y="2540000"/>
            <a:ext cx="3229429" cy="322942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5CE3332-DDD9-DEC4-3D63-F471FD6A3EEA}"/>
              </a:ext>
            </a:extLst>
          </p:cNvPr>
          <p:cNvSpPr txBox="1"/>
          <p:nvPr/>
        </p:nvSpPr>
        <p:spPr>
          <a:xfrm>
            <a:off x="4076095" y="1070429"/>
            <a:ext cx="609600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connection </a:t>
            </a:r>
            <a:r>
              <a:rPr lang="en-US" sz="3200" err="1">
                <a:solidFill>
                  <a:schemeClr val="bg1"/>
                </a:solidFill>
              </a:rPr>
              <a:t>Linkedin</a:t>
            </a:r>
            <a:endParaRPr lang="en-US" sz="3200">
              <a:solidFill>
                <a:schemeClr val="bg1"/>
              </a:solidFill>
            </a:endParaRPr>
          </a:p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348F45-986F-1F2C-7DA9-D2DE265D93E0}"/>
              </a:ext>
            </a:extLst>
          </p:cNvPr>
          <p:cNvSpPr txBox="1"/>
          <p:nvPr/>
        </p:nvSpPr>
        <p:spPr>
          <a:xfrm>
            <a:off x="1508405" y="1826239"/>
            <a:ext cx="432954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Fatma Ahmed</a:t>
            </a:r>
          </a:p>
        </p:txBody>
      </p:sp>
      <p:pic>
        <p:nvPicPr>
          <p:cNvPr id="20" name="Picture 19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1CF4AE31-220F-CE78-AE26-AD91DE06A2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0142" y="2540000"/>
            <a:ext cx="3072192" cy="313266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87C9DD0-E63C-9D1B-A945-C55D72EC740D}"/>
              </a:ext>
            </a:extLst>
          </p:cNvPr>
          <p:cNvSpPr txBox="1"/>
          <p:nvPr/>
        </p:nvSpPr>
        <p:spPr>
          <a:xfrm>
            <a:off x="7132937" y="1819788"/>
            <a:ext cx="427538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Abd </a:t>
            </a:r>
            <a:r>
              <a:rPr lang="en-US" sz="3600" err="1">
                <a:solidFill>
                  <a:schemeClr val="bg1"/>
                </a:solidFill>
              </a:rPr>
              <a:t>elwadoud</a:t>
            </a:r>
            <a:r>
              <a:rPr lang="en-US" sz="3600">
                <a:solidFill>
                  <a:schemeClr val="bg1"/>
                </a:solidFill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231161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18A1FF-B45B-97A9-1617-98B66DA42100}"/>
              </a:ext>
            </a:extLst>
          </p:cNvPr>
          <p:cNvSpPr/>
          <p:nvPr/>
        </p:nvSpPr>
        <p:spPr>
          <a:xfrm>
            <a:off x="-128722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FF322A-76ED-AB07-FB47-31E26A0BF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white sign with black text&#10;&#10;Description automatically generated">
            <a:extLst>
              <a:ext uri="{FF2B5EF4-FFF2-40B4-BE49-F238E27FC236}">
                <a16:creationId xmlns:a16="http://schemas.microsoft.com/office/drawing/2014/main" id="{6004BB70-7137-DF22-4BEA-7C4285A366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19A1306-EA48-C7EC-74A7-56142D8D80D1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580003" y="345441"/>
            <a:chExt cx="1329559" cy="3009868"/>
          </a:xfrm>
          <a:solidFill>
            <a:srgbClr val="3F51B5"/>
          </a:solidFill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6612AEF-4AF4-8C68-8952-C44BAF920391}"/>
                </a:ext>
              </a:extLst>
            </p:cNvPr>
            <p:cNvCxnSpPr>
              <a:cxnSpLocks/>
            </p:cNvCxnSpPr>
            <p:nvPr/>
          </p:nvCxnSpPr>
          <p:spPr>
            <a:xfrm>
              <a:off x="11894322" y="34544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A289DE0-F0B0-4C52-0454-2F11677A8D6C}"/>
                </a:ext>
              </a:extLst>
            </p:cNvPr>
            <p:cNvCxnSpPr>
              <a:cxnSpLocks/>
            </p:cNvCxnSpPr>
            <p:nvPr/>
          </p:nvCxnSpPr>
          <p:spPr>
            <a:xfrm>
              <a:off x="11665722" y="63500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11948F9-41EC-FBCE-91D6-462F0E3A77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80003" y="334190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D4C0BA6-D5F4-AC9A-B4FB-3640AD9AFE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79287" y="314779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273540C9-5422-861C-5463-AC31193581B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7B8FD0-4C3E-45FC-5238-8062A11D0B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87FE2CD-F945-8BED-7DF8-E93F84E81542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82CB9C-F23B-4D77-4B41-1E555C6A1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502052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276ECED-3833-8839-3527-E350286BB8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28585" y="5799515"/>
            <a:ext cx="2301403" cy="973973"/>
          </a:xfrm>
          <a:prstGeom prst="rect">
            <a:avLst/>
          </a:prstGeom>
        </p:spPr>
      </p:pic>
      <p:sp>
        <p:nvSpPr>
          <p:cNvPr id="13" name="Title 23">
            <a:extLst>
              <a:ext uri="{FF2B5EF4-FFF2-40B4-BE49-F238E27FC236}">
                <a16:creationId xmlns:a16="http://schemas.microsoft.com/office/drawing/2014/main" id="{EAECFE17-3A5D-33D9-CF6B-12EF3DE620B6}"/>
              </a:ext>
            </a:extLst>
          </p:cNvPr>
          <p:cNvSpPr>
            <a:spLocks noGrp="1"/>
          </p:cNvSpPr>
          <p:nvPr/>
        </p:nvSpPr>
        <p:spPr>
          <a:xfrm>
            <a:off x="22411" y="1287468"/>
            <a:ext cx="2720161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solidFill>
                  <a:schemeClr val="bg2"/>
                </a:solidFill>
              </a:rPr>
              <a:t>Content</a:t>
            </a:r>
          </a:p>
        </p:txBody>
      </p:sp>
      <p:sp>
        <p:nvSpPr>
          <p:cNvPr id="14" name="Content Placeholder 24">
            <a:extLst>
              <a:ext uri="{FF2B5EF4-FFF2-40B4-BE49-F238E27FC236}">
                <a16:creationId xmlns:a16="http://schemas.microsoft.com/office/drawing/2014/main" id="{96CEDAB3-9B8B-1435-3769-336FC11B1E3B}"/>
              </a:ext>
            </a:extLst>
          </p:cNvPr>
          <p:cNvSpPr>
            <a:spLocks noGrp="1"/>
          </p:cNvSpPr>
          <p:nvPr/>
        </p:nvSpPr>
        <p:spPr>
          <a:xfrm>
            <a:off x="515467" y="2423503"/>
            <a:ext cx="10515600" cy="39459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2"/>
                </a:solidFill>
              </a:rPr>
              <a:t>Digital Signals </a:t>
            </a:r>
          </a:p>
          <a:p>
            <a:r>
              <a:rPr lang="en-US" dirty="0">
                <a:solidFill>
                  <a:schemeClr val="bg2"/>
                </a:solidFill>
              </a:rPr>
              <a:t>Analog Singal</a:t>
            </a:r>
          </a:p>
          <a:p>
            <a:r>
              <a:rPr lang="en-US" dirty="0">
                <a:solidFill>
                  <a:schemeClr val="bg2"/>
                </a:solidFill>
              </a:rPr>
              <a:t>PWM</a:t>
            </a:r>
            <a:endParaRPr lang="en-US" dirty="0"/>
          </a:p>
          <a:p>
            <a:r>
              <a:rPr lang="en-US" dirty="0">
                <a:solidFill>
                  <a:schemeClr val="bg2"/>
                </a:solidFill>
              </a:rPr>
              <a:t>ADC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695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9311F0-3342-8C68-3B35-C6129D063C7F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9574F7-C108-07A8-0D5F-8D29C04A0BAC}"/>
              </a:ext>
            </a:extLst>
          </p:cNvPr>
          <p:cNvSpPr/>
          <p:nvPr/>
        </p:nvSpPr>
        <p:spPr>
          <a:xfrm>
            <a:off x="0" y="-12095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7754EB-974D-7F80-17B5-80828DCEE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white sign with black text&#10;&#10;Description automatically generated">
            <a:extLst>
              <a:ext uri="{FF2B5EF4-FFF2-40B4-BE49-F238E27FC236}">
                <a16:creationId xmlns:a16="http://schemas.microsoft.com/office/drawing/2014/main" id="{DE00748A-83DE-5E5C-5360-ACAFB5CB29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BDB297-87B9-3C99-01A0-4E3BF3E287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4F4621A-813B-7F96-480C-ABC948565BA4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580003" y="345441"/>
            <a:chExt cx="1329559" cy="3009868"/>
          </a:xfrm>
          <a:solidFill>
            <a:srgbClr val="3F51B5"/>
          </a:solidFill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3B9133C-F8DA-E2C8-3B54-E628EE25A244}"/>
                </a:ext>
              </a:extLst>
            </p:cNvPr>
            <p:cNvCxnSpPr>
              <a:cxnSpLocks/>
            </p:cNvCxnSpPr>
            <p:nvPr/>
          </p:nvCxnSpPr>
          <p:spPr>
            <a:xfrm>
              <a:off x="11894322" y="34544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674E4ED-B657-AD50-8E6C-C8373D54E00E}"/>
                </a:ext>
              </a:extLst>
            </p:cNvPr>
            <p:cNvCxnSpPr>
              <a:cxnSpLocks/>
            </p:cNvCxnSpPr>
            <p:nvPr/>
          </p:nvCxnSpPr>
          <p:spPr>
            <a:xfrm>
              <a:off x="11665722" y="63500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236BE16-2B7E-0662-28B8-D25A282273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80003" y="334190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EB41BF9-B86E-4ADD-ACA6-C6D5B7D23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79287" y="314779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10779551-7649-3416-542B-61F0DDB490A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8A4177-4F55-6F77-D905-9C6547544CFE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2" name="Picture 1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3" name="Title 14">
            <a:extLst>
              <a:ext uri="{FF2B5EF4-FFF2-40B4-BE49-F238E27FC236}">
                <a16:creationId xmlns:a16="http://schemas.microsoft.com/office/drawing/2014/main" id="{3DF88318-EE4D-BBFA-88E2-47338D74AB71}"/>
              </a:ext>
            </a:extLst>
          </p:cNvPr>
          <p:cNvSpPr>
            <a:spLocks noGrp="1"/>
          </p:cNvSpPr>
          <p:nvPr/>
        </p:nvSpPr>
        <p:spPr>
          <a:xfrm>
            <a:off x="3288381" y="1938656"/>
            <a:ext cx="5630272" cy="1773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>
                <a:solidFill>
                  <a:schemeClr val="bg2"/>
                </a:solidFill>
              </a:rPr>
              <a:t>Digital</a:t>
            </a:r>
            <a:endParaRPr lang="en-US"/>
          </a:p>
        </p:txBody>
      </p:sp>
      <p:pic>
        <p:nvPicPr>
          <p:cNvPr id="14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164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3D3A2-89EC-DE95-3837-01CE5EB0D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sign with black text&#10;&#10;Description automatically generated">
            <a:extLst>
              <a:ext uri="{FF2B5EF4-FFF2-40B4-BE49-F238E27FC236}">
                <a16:creationId xmlns:a16="http://schemas.microsoft.com/office/drawing/2014/main" id="{BDDF5861-F482-8338-3EFE-FF0AC777FA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495B123-DCED-4D2B-468C-20DC49942C69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FA741B77-8CCC-C3AE-9F71-8AF0CF476E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085FF5E-E69E-9F3B-F5D0-2ECAD3F5D3CA}"/>
              </a:ext>
            </a:extLst>
          </p:cNvPr>
          <p:cNvSpPr/>
          <p:nvPr/>
        </p:nvSpPr>
        <p:spPr>
          <a:xfrm rot="5400000">
            <a:off x="-850931" y="16116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7833C47-B5FD-41DE-1B0C-C91149A9C8F0}"/>
              </a:ext>
            </a:extLst>
          </p:cNvPr>
          <p:cNvGrpSpPr/>
          <p:nvPr/>
        </p:nvGrpSpPr>
        <p:grpSpPr>
          <a:xfrm rot="10800000" flipH="1">
            <a:off x="9344730" y="207226"/>
            <a:ext cx="1947465" cy="3013886"/>
            <a:chOff x="9994434" y="207226"/>
            <a:chExt cx="1947465" cy="3013886"/>
          </a:xfrm>
          <a:solidFill>
            <a:srgbClr val="3F51B5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2C2A401-615B-CE21-1492-1107CA01148B}"/>
                </a:ext>
              </a:extLst>
            </p:cNvPr>
            <p:cNvCxnSpPr>
              <a:cxnSpLocks/>
            </p:cNvCxnSpPr>
            <p:nvPr/>
          </p:nvCxnSpPr>
          <p:spPr>
            <a:xfrm>
              <a:off x="11926660" y="207226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A2EBF2E-2E03-6C3F-B404-A4D0837F16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9885" y="591504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2DF06B5-A2F3-5B74-14B9-DB3FAF1F40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4434" y="3200054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8F0E737-3C8D-55BD-791F-9104B3ED7B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80865" y="2975422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18" descr="A blue and black logo&#10;&#10;AI-generated content may be incorrect.">
            <a:extLst>
              <a:ext uri="{FF2B5EF4-FFF2-40B4-BE49-F238E27FC236}">
                <a16:creationId xmlns:a16="http://schemas.microsoft.com/office/drawing/2014/main" id="{DB3C8298-1428-3FB7-081E-C701FC5F1B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21" name="Content Placeholder 2" descr="A blue arrows on a white background&#10;&#10;AI-generated content may be incorrect.">
            <a:extLst>
              <a:ext uri="{FF2B5EF4-FFF2-40B4-BE49-F238E27FC236}">
                <a16:creationId xmlns:a16="http://schemas.microsoft.com/office/drawing/2014/main" id="{ED046C51-B92B-89D6-1B8B-8DC58C39A4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3" name="Picture 22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9C57D3E2-D9F5-F89A-5B72-FD1AAACBCB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511EB33-B93E-D3B2-698B-A14158AD1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465" y="2224197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C53554-8E20-5942-F4E7-971A3DDFF00B}"/>
              </a:ext>
            </a:extLst>
          </p:cNvPr>
          <p:cNvSpPr txBox="1"/>
          <p:nvPr/>
        </p:nvSpPr>
        <p:spPr>
          <a:xfrm>
            <a:off x="4785114" y="861033"/>
            <a:ext cx="20072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Signals</a:t>
            </a:r>
          </a:p>
        </p:txBody>
      </p:sp>
      <p:graphicFrame>
        <p:nvGraphicFramePr>
          <p:cNvPr id="27" name="TextBox 2">
            <a:extLst>
              <a:ext uri="{FF2B5EF4-FFF2-40B4-BE49-F238E27FC236}">
                <a16:creationId xmlns:a16="http://schemas.microsoft.com/office/drawing/2014/main" id="{AC747E70-F05C-AD22-9510-A87A0E070F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1768365"/>
              </p:ext>
            </p:extLst>
          </p:nvPr>
        </p:nvGraphicFramePr>
        <p:xfrm>
          <a:off x="749905" y="1711475"/>
          <a:ext cx="10077700" cy="40318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45097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CA5F4-EE12-0F2E-652A-E7376A9A5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sign with black text&#10;&#10;Description automatically generated">
            <a:extLst>
              <a:ext uri="{FF2B5EF4-FFF2-40B4-BE49-F238E27FC236}">
                <a16:creationId xmlns:a16="http://schemas.microsoft.com/office/drawing/2014/main" id="{EE48AF90-E6A7-70DB-9A99-7F8415FC3A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19C270D-D61B-5155-B3BF-F4718EC2FC7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8274D1E6-C05A-6977-7351-AAA5611B3D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50D5603-4FAD-AD77-77F9-8FFC343D8962}"/>
              </a:ext>
            </a:extLst>
          </p:cNvPr>
          <p:cNvSpPr/>
          <p:nvPr/>
        </p:nvSpPr>
        <p:spPr>
          <a:xfrm rot="5400000">
            <a:off x="-850931" y="16116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48CA54C-EF8F-1EF7-5717-1AD2816CD218}"/>
              </a:ext>
            </a:extLst>
          </p:cNvPr>
          <p:cNvGrpSpPr/>
          <p:nvPr/>
        </p:nvGrpSpPr>
        <p:grpSpPr>
          <a:xfrm rot="10800000" flipH="1">
            <a:off x="9344730" y="207226"/>
            <a:ext cx="1947465" cy="3013886"/>
            <a:chOff x="9994434" y="207226"/>
            <a:chExt cx="1947465" cy="3013886"/>
          </a:xfrm>
          <a:solidFill>
            <a:srgbClr val="3F51B5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57358A9-04AA-5AC1-03BD-7D9A8294CCFD}"/>
                </a:ext>
              </a:extLst>
            </p:cNvPr>
            <p:cNvCxnSpPr>
              <a:cxnSpLocks/>
            </p:cNvCxnSpPr>
            <p:nvPr/>
          </p:nvCxnSpPr>
          <p:spPr>
            <a:xfrm>
              <a:off x="11926660" y="207226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6C4431C-C650-C4EB-4F07-C2CD5489AB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9885" y="591504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7418EB9-B180-B998-2AA7-9AE3BA3F72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4434" y="3200054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1674A86-DE3A-D3F8-EDF6-EDA6756B34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80865" y="2975422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18" descr="A blue and black logo&#10;&#10;AI-generated content may be incorrect.">
            <a:extLst>
              <a:ext uri="{FF2B5EF4-FFF2-40B4-BE49-F238E27FC236}">
                <a16:creationId xmlns:a16="http://schemas.microsoft.com/office/drawing/2014/main" id="{58D00E71-77F9-013D-2073-295AD74661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21" name="Content Placeholder 2" descr="A blue arrows on a white background&#10;&#10;AI-generated content may be incorrect.">
            <a:extLst>
              <a:ext uri="{FF2B5EF4-FFF2-40B4-BE49-F238E27FC236}">
                <a16:creationId xmlns:a16="http://schemas.microsoft.com/office/drawing/2014/main" id="{064DC60C-C73F-9CE6-B90F-2795A5BA0E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3" name="Picture 22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D2561551-9DAF-7E8E-9FCD-1CDE1FBB764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94E6DA8-CF0A-68F3-6B64-F7ED8BFBC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465" y="2224197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76AFDEA-21FD-FFBE-A229-239311DC2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Signals</a:t>
            </a:r>
          </a:p>
        </p:txBody>
      </p:sp>
      <p:graphicFrame>
        <p:nvGraphicFramePr>
          <p:cNvPr id="1030" name="Content Placeholder 17">
            <a:extLst>
              <a:ext uri="{FF2B5EF4-FFF2-40B4-BE49-F238E27FC236}">
                <a16:creationId xmlns:a16="http://schemas.microsoft.com/office/drawing/2014/main" id="{8368A4BD-0119-2C17-53EA-9053FF59A5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2919894"/>
              </p:ext>
            </p:extLst>
          </p:nvPr>
        </p:nvGraphicFramePr>
        <p:xfrm>
          <a:off x="1183054" y="1604228"/>
          <a:ext cx="493514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1028" name="Picture 4" descr="DIGITAL SIGNALS">
            <a:extLst>
              <a:ext uri="{FF2B5EF4-FFF2-40B4-BE49-F238E27FC236}">
                <a16:creationId xmlns:a16="http://schemas.microsoft.com/office/drawing/2014/main" id="{EC1F0D67-F55B-E7B0-1FAC-B9B23D366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713" y="1690688"/>
            <a:ext cx="4754751" cy="4178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1775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E815F-0C59-89E6-8E6F-7B672C746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sign with black text&#10;&#10;Description automatically generated">
            <a:extLst>
              <a:ext uri="{FF2B5EF4-FFF2-40B4-BE49-F238E27FC236}">
                <a16:creationId xmlns:a16="http://schemas.microsoft.com/office/drawing/2014/main" id="{1E4DA8A0-1CC0-90A9-E986-BCBB9A3FC5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40B6AC2-6086-833F-AB19-707CA7065A86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B60F3EB5-9DBE-4752-D216-212A9805F1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F0742F7-70AE-D991-13D3-42301BDB851F}"/>
              </a:ext>
            </a:extLst>
          </p:cNvPr>
          <p:cNvSpPr/>
          <p:nvPr/>
        </p:nvSpPr>
        <p:spPr>
          <a:xfrm rot="5400000">
            <a:off x="-850931" y="16116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B77365B-E7CC-3C24-9C50-A8C61F56EF31}"/>
              </a:ext>
            </a:extLst>
          </p:cNvPr>
          <p:cNvGrpSpPr/>
          <p:nvPr/>
        </p:nvGrpSpPr>
        <p:grpSpPr>
          <a:xfrm rot="10800000" flipH="1">
            <a:off x="9344730" y="207226"/>
            <a:ext cx="1947465" cy="3013886"/>
            <a:chOff x="9994434" y="207226"/>
            <a:chExt cx="1947465" cy="3013886"/>
          </a:xfrm>
          <a:solidFill>
            <a:srgbClr val="3F51B5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4179B51-6BFC-7D54-7749-4642354F9DDA}"/>
                </a:ext>
              </a:extLst>
            </p:cNvPr>
            <p:cNvCxnSpPr>
              <a:cxnSpLocks/>
            </p:cNvCxnSpPr>
            <p:nvPr/>
          </p:nvCxnSpPr>
          <p:spPr>
            <a:xfrm>
              <a:off x="11926660" y="207226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19FB8A0-9E47-2CCD-B216-C7B0BC3525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9885" y="591504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172739E-71EE-BB8D-C54C-232D800FA5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4434" y="3200054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BED876A-D7D3-40CD-1B8A-81E04E9C94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80865" y="2975422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18" descr="A blue and black logo&#10;&#10;AI-generated content may be incorrect.">
            <a:extLst>
              <a:ext uri="{FF2B5EF4-FFF2-40B4-BE49-F238E27FC236}">
                <a16:creationId xmlns:a16="http://schemas.microsoft.com/office/drawing/2014/main" id="{B11E2DDE-D085-1AA3-79C3-E47AD89856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21" name="Content Placeholder 2" descr="A blue arrows on a white background&#10;&#10;AI-generated content may be incorrect.">
            <a:extLst>
              <a:ext uri="{FF2B5EF4-FFF2-40B4-BE49-F238E27FC236}">
                <a16:creationId xmlns:a16="http://schemas.microsoft.com/office/drawing/2014/main" id="{32487EAE-0F6E-62A3-B940-7A2EC473FF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3" name="Picture 22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5CB6C12C-B17D-2F55-8E9B-36CED9CB8D8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6009A03-7EBF-9A8E-68AD-A36E5CE46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465" y="2224197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8814F81-CBCC-A39C-237E-D4798AC15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pic>
        <p:nvPicPr>
          <p:cNvPr id="2050" name="Picture 2" descr="Analog Vs Digital Signal - What Are The Key Differences">
            <a:extLst>
              <a:ext uri="{FF2B5EF4-FFF2-40B4-BE49-F238E27FC236}">
                <a16:creationId xmlns:a16="http://schemas.microsoft.com/office/drawing/2014/main" id="{8231ED6F-D1A7-70E3-6F00-E51083E9049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0" y="2124869"/>
            <a:ext cx="7048500" cy="375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482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38136A0-FE47-40F7-E00B-DBB3DF8B5A93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3F94389-F3CC-0AD6-E39D-8E645653CFB1}"/>
              </a:ext>
            </a:extLst>
          </p:cNvPr>
          <p:cNvSpPr/>
          <p:nvPr/>
        </p:nvSpPr>
        <p:spPr>
          <a:xfrm>
            <a:off x="0" y="-12095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D41BD6E-269D-91E1-A54F-449C4574D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 descr="A white sign with black text&#10;&#10;Description automatically generated">
            <a:extLst>
              <a:ext uri="{FF2B5EF4-FFF2-40B4-BE49-F238E27FC236}">
                <a16:creationId xmlns:a16="http://schemas.microsoft.com/office/drawing/2014/main" id="{C2A1E35B-6B76-B4E1-E9DD-ADC9D5C888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9" name="Picture 38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FA59568F-1CA0-A779-8B23-14E6DB21D5D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8C61F0AA-577A-A6F6-0A2D-63FFD422DC5B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580003" y="345441"/>
            <a:chExt cx="1329559" cy="3009868"/>
          </a:xfrm>
          <a:solidFill>
            <a:srgbClr val="3F51B5"/>
          </a:solidFill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BB9E85E-9ADF-EB1A-0262-D1FDAE7B9EF4}"/>
                </a:ext>
              </a:extLst>
            </p:cNvPr>
            <p:cNvCxnSpPr>
              <a:cxnSpLocks/>
            </p:cNvCxnSpPr>
            <p:nvPr/>
          </p:nvCxnSpPr>
          <p:spPr>
            <a:xfrm>
              <a:off x="11894322" y="34544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6883D4A-4361-9B43-ABED-7F7EC6B8A454}"/>
                </a:ext>
              </a:extLst>
            </p:cNvPr>
            <p:cNvCxnSpPr>
              <a:cxnSpLocks/>
            </p:cNvCxnSpPr>
            <p:nvPr/>
          </p:nvCxnSpPr>
          <p:spPr>
            <a:xfrm>
              <a:off x="11665722" y="63500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2E165C4-8186-9AEE-3093-BBA16B0003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80003" y="334190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FE225E0-234C-C3C4-9C72-28637546CE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79287" y="314779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D612318D-5FEE-A1E4-C63C-1C918DA29366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723B0C4-9DD8-BD51-204C-0D41507DA52D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1" name="Picture 50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4D647A09-6B36-EAEB-F0AC-C7E4714FFE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53" name="Title 14">
            <a:extLst>
              <a:ext uri="{FF2B5EF4-FFF2-40B4-BE49-F238E27FC236}">
                <a16:creationId xmlns:a16="http://schemas.microsoft.com/office/drawing/2014/main" id="{0EAEFA71-DFAC-D2B9-7CA4-A119457133F9}"/>
              </a:ext>
            </a:extLst>
          </p:cNvPr>
          <p:cNvSpPr>
            <a:spLocks noGrp="1"/>
          </p:cNvSpPr>
          <p:nvPr/>
        </p:nvSpPr>
        <p:spPr>
          <a:xfrm>
            <a:off x="3288381" y="1938656"/>
            <a:ext cx="5630272" cy="1773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>
                <a:solidFill>
                  <a:schemeClr val="bg2"/>
                </a:solidFill>
              </a:rPr>
              <a:t>Analog</a:t>
            </a:r>
            <a:endParaRPr lang="en-US"/>
          </a:p>
        </p:txBody>
      </p:sp>
      <p:pic>
        <p:nvPicPr>
          <p:cNvPr id="55" name="Content Placeholder 2" descr="A blue arrows on a white background&#10;&#10;AI-generated content may be incorrect.">
            <a:extLst>
              <a:ext uri="{FF2B5EF4-FFF2-40B4-BE49-F238E27FC236}">
                <a16:creationId xmlns:a16="http://schemas.microsoft.com/office/drawing/2014/main" id="{2CAE02A3-165B-79E5-0717-DE1EA1DBDB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051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sign with black text&#10;&#10;Description automatically generated">
            <a:extLst>
              <a:ext uri="{FF2B5EF4-FFF2-40B4-BE49-F238E27FC236}">
                <a16:creationId xmlns:a16="http://schemas.microsoft.com/office/drawing/2014/main" id="{CD59F794-1A1E-F307-0C2E-D72A7946A2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882AE66-F324-8A99-BF60-255C9A724AF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17CD22B7-E839-BEAE-6CC2-4C71041A77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0A0D82C-E997-D1D2-08B1-86487A52E843}"/>
              </a:ext>
            </a:extLst>
          </p:cNvPr>
          <p:cNvSpPr/>
          <p:nvPr/>
        </p:nvSpPr>
        <p:spPr>
          <a:xfrm rot="5400000">
            <a:off x="-850931" y="16116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CCD2941-D055-27FA-AF4B-B4A99429E92D}"/>
              </a:ext>
            </a:extLst>
          </p:cNvPr>
          <p:cNvGrpSpPr/>
          <p:nvPr/>
        </p:nvGrpSpPr>
        <p:grpSpPr>
          <a:xfrm rot="10800000" flipH="1">
            <a:off x="9344730" y="207226"/>
            <a:ext cx="1947465" cy="3013886"/>
            <a:chOff x="9994434" y="207226"/>
            <a:chExt cx="1947465" cy="3013886"/>
          </a:xfrm>
          <a:solidFill>
            <a:srgbClr val="3F51B5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6D7B8CF-BF4D-FB28-8940-17803E57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1926660" y="207226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224AABA-53AD-CC34-6637-3EA842AE25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9885" y="591504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D8D1B3-058C-B7AC-DD6D-C70C17FF36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4434" y="3200054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B89275B-18FD-097E-EEDB-206FA1A63F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80865" y="2975422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18" descr="A blue and black logo&#10;&#10;AI-generated content may be incorrect.">
            <a:extLst>
              <a:ext uri="{FF2B5EF4-FFF2-40B4-BE49-F238E27FC236}">
                <a16:creationId xmlns:a16="http://schemas.microsoft.com/office/drawing/2014/main" id="{5A21C04D-BB27-4FFF-10E0-4C26472873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21" name="Content Placeholder 2" descr="A blue arrows on a white background&#10;&#10;AI-generated content may be incorrect.">
            <a:extLst>
              <a:ext uri="{FF2B5EF4-FFF2-40B4-BE49-F238E27FC236}">
                <a16:creationId xmlns:a16="http://schemas.microsoft.com/office/drawing/2014/main" id="{FA519199-39D0-DA40-69D9-ABBDE18728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3" name="Picture 22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C52697C6-AD0C-3E55-81A8-DAA6EF139B2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34F49176-BAC7-7CDC-344A-B3F866E60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465" y="2224197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E7775A-0CCD-AEB7-1600-4935A0ED4875}"/>
              </a:ext>
            </a:extLst>
          </p:cNvPr>
          <p:cNvSpPr txBox="1"/>
          <p:nvPr/>
        </p:nvSpPr>
        <p:spPr>
          <a:xfrm>
            <a:off x="4035632" y="859162"/>
            <a:ext cx="411424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tx2">
                    <a:lumMod val="90000"/>
                    <a:lumOff val="10000"/>
                  </a:schemeClr>
                </a:solidFill>
                <a:ea typeface="+mn-lt"/>
                <a:cs typeface="+mn-lt"/>
              </a:rPr>
              <a:t>What is Analog?</a:t>
            </a:r>
            <a:endParaRPr lang="en-US" sz="4000" b="1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034607-55CD-9894-E34A-4F62E3C8DFBA}"/>
              </a:ext>
            </a:extLst>
          </p:cNvPr>
          <p:cNvSpPr txBox="1"/>
          <p:nvPr/>
        </p:nvSpPr>
        <p:spPr>
          <a:xfrm>
            <a:off x="749905" y="1711475"/>
            <a:ext cx="5745238" cy="40439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/>
              <a:t>Analog refers to any signal or value that changes continuously over time.</a:t>
            </a:r>
            <a:br>
              <a:rPr lang="en-US" sz="3200"/>
            </a:br>
            <a:r>
              <a:rPr lang="en-US" sz="3200"/>
              <a:t>It is not made of fixed numbers and does not change in sudden jumps; instead, it varies smoothly.</a:t>
            </a:r>
            <a:endParaRPr lang="en-US"/>
          </a:p>
          <a:p>
            <a:pPr algn="ctr"/>
            <a:endParaRPr lang="en-US" sz="3200"/>
          </a:p>
        </p:txBody>
      </p:sp>
      <p:pic>
        <p:nvPicPr>
          <p:cNvPr id="6" name="Picture 5" descr="A diagram of a digital signal&#10;&#10;AI-generated content may be incorrect.">
            <a:extLst>
              <a:ext uri="{FF2B5EF4-FFF2-40B4-BE49-F238E27FC236}">
                <a16:creationId xmlns:a16="http://schemas.microsoft.com/office/drawing/2014/main" id="{91AFECCF-E757-89DF-94E1-3C679CC8793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793" t="234" r="17001" b="52082"/>
          <a:stretch>
            <a:fillRect/>
          </a:stretch>
        </p:blipFill>
        <p:spPr>
          <a:xfrm>
            <a:off x="6293780" y="1505019"/>
            <a:ext cx="4743640" cy="2649697"/>
          </a:xfrm>
          <a:prstGeom prst="rect">
            <a:avLst/>
          </a:prstGeom>
        </p:spPr>
      </p:pic>
      <p:pic>
        <p:nvPicPr>
          <p:cNvPr id="8" name="Picture 7" descr="A diagram of a digital signal&#10;&#10;AI-generated content may be incorrect.">
            <a:extLst>
              <a:ext uri="{FF2B5EF4-FFF2-40B4-BE49-F238E27FC236}">
                <a16:creationId xmlns:a16="http://schemas.microsoft.com/office/drawing/2014/main" id="{59A11C61-4E9E-0B67-98E3-575110DA17D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752" t="63379" r="13830" b="331"/>
          <a:stretch>
            <a:fillRect/>
          </a:stretch>
        </p:blipFill>
        <p:spPr>
          <a:xfrm>
            <a:off x="5573688" y="4118821"/>
            <a:ext cx="6173922" cy="163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77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sign with black text&#10;&#10;Description automatically generated">
            <a:extLst>
              <a:ext uri="{FF2B5EF4-FFF2-40B4-BE49-F238E27FC236}">
                <a16:creationId xmlns:a16="http://schemas.microsoft.com/office/drawing/2014/main" id="{F48BB38A-2CFD-00B1-86A5-12F622F3C9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2BCE549-A7AE-3DEE-31A4-9383CBE50AC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DFC96CD2-7E77-E862-1D17-11A25FD6F1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6BF2E9A-C177-EF5D-B0AC-C29ACD8ED79C}"/>
              </a:ext>
            </a:extLst>
          </p:cNvPr>
          <p:cNvSpPr/>
          <p:nvPr/>
        </p:nvSpPr>
        <p:spPr>
          <a:xfrm rot="5400000">
            <a:off x="-850931" y="16116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D33594E-8665-118B-4726-2B9A905029D2}"/>
              </a:ext>
            </a:extLst>
          </p:cNvPr>
          <p:cNvGrpSpPr/>
          <p:nvPr/>
        </p:nvGrpSpPr>
        <p:grpSpPr>
          <a:xfrm rot="10800000" flipH="1">
            <a:off x="9567180" y="359125"/>
            <a:ext cx="1947465" cy="3013886"/>
            <a:chOff x="9994434" y="207226"/>
            <a:chExt cx="1947465" cy="3013886"/>
          </a:xfrm>
          <a:solidFill>
            <a:srgbClr val="3F51B5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842AD9B-A198-5E03-9964-6EFAB7DDE70F}"/>
                </a:ext>
              </a:extLst>
            </p:cNvPr>
            <p:cNvCxnSpPr>
              <a:cxnSpLocks/>
            </p:cNvCxnSpPr>
            <p:nvPr/>
          </p:nvCxnSpPr>
          <p:spPr>
            <a:xfrm>
              <a:off x="11926660" y="207226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029720B-3C29-F0E3-3DC7-5964380DE1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9885" y="591504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906201E-8E98-E4B0-F2DC-07C2451B6C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4434" y="3200054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14E83DA-69F2-8F49-6F70-0BAA8F223B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80865" y="2975422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18" descr="A blue and black logo&#10;&#10;AI-generated content may be incorrect.">
            <a:extLst>
              <a:ext uri="{FF2B5EF4-FFF2-40B4-BE49-F238E27FC236}">
                <a16:creationId xmlns:a16="http://schemas.microsoft.com/office/drawing/2014/main" id="{6A21E31F-203D-C6DF-047E-BB81C33BCF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21" name="Content Placeholder 2" descr="A blue arrows on a white background&#10;&#10;AI-generated content may be incorrect.">
            <a:extLst>
              <a:ext uri="{FF2B5EF4-FFF2-40B4-BE49-F238E27FC236}">
                <a16:creationId xmlns:a16="http://schemas.microsoft.com/office/drawing/2014/main" id="{ED04C2FA-2620-B7E8-52F1-8E9C06A5F7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3" name="Picture 22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5F53504F-B84A-6C57-9D2F-390857CC5D5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8A2C04F-4B6B-B964-8AF5-3807E7EA5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465" y="2224197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79AA45-2E1D-5CAD-80CD-9D9204FEEEC8}"/>
              </a:ext>
            </a:extLst>
          </p:cNvPr>
          <p:cNvSpPr txBox="1"/>
          <p:nvPr/>
        </p:nvSpPr>
        <p:spPr>
          <a:xfrm>
            <a:off x="1737401" y="711197"/>
            <a:ext cx="76065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chemeClr val="tx2">
                    <a:lumMod val="90000"/>
                    <a:lumOff val="10000"/>
                  </a:schemeClr>
                </a:solidFill>
                <a:ea typeface="+mn-lt"/>
                <a:cs typeface="+mn-lt"/>
              </a:rPr>
              <a:t>Real Life Analog in Our Daily Life</a:t>
            </a:r>
            <a:endParaRPr lang="en-US" sz="40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9FE7CC-3486-5E54-F750-4DDE16B2783A}"/>
              </a:ext>
            </a:extLst>
          </p:cNvPr>
          <p:cNvSpPr txBox="1"/>
          <p:nvPr/>
        </p:nvSpPr>
        <p:spPr>
          <a:xfrm>
            <a:off x="693761" y="1359090"/>
            <a:ext cx="6027762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/>
              <a:t>Sound, temperature, light, pressure, and speed are all </a:t>
            </a:r>
            <a:r>
              <a:rPr lang="en-US" sz="3600" b="1"/>
              <a:t>analog quantities</a:t>
            </a:r>
            <a:r>
              <a:rPr lang="en-US" sz="3600"/>
              <a:t>.</a:t>
            </a:r>
          </a:p>
          <a:p>
            <a:r>
              <a:rPr lang="en-US" sz="3600"/>
              <a:t>They do not jump from 0 to 1.</a:t>
            </a:r>
            <a:br>
              <a:rPr lang="en-US" sz="3600"/>
            </a:br>
            <a:r>
              <a:rPr lang="en-US" sz="3600"/>
              <a:t>Instead, they change </a:t>
            </a:r>
            <a:r>
              <a:rPr lang="en-US" sz="3600" b="1"/>
              <a:t>smoothly and gradually</a:t>
            </a:r>
            <a:r>
              <a:rPr lang="en-US" sz="3600"/>
              <a:t> over time.</a:t>
            </a:r>
          </a:p>
          <a:p>
            <a:pPr algn="ctr"/>
            <a:endParaRPr lang="en-US" sz="3600"/>
          </a:p>
        </p:txBody>
      </p:sp>
      <p:pic>
        <p:nvPicPr>
          <p:cNvPr id="28" name="Picture 27" descr="A black line on a white background&#10;&#10;AI-generated content may be incorrect.">
            <a:extLst>
              <a:ext uri="{FF2B5EF4-FFF2-40B4-BE49-F238E27FC236}">
                <a16:creationId xmlns:a16="http://schemas.microsoft.com/office/drawing/2014/main" id="{6334D242-C7B7-F56C-7A20-92532D85497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5400" r="555" b="24904"/>
          <a:stretch>
            <a:fillRect/>
          </a:stretch>
        </p:blipFill>
        <p:spPr>
          <a:xfrm>
            <a:off x="5971693" y="1381933"/>
            <a:ext cx="5056473" cy="1445465"/>
          </a:xfrm>
          <a:prstGeom prst="rect">
            <a:avLst/>
          </a:prstGeom>
        </p:spPr>
      </p:pic>
      <p:pic>
        <p:nvPicPr>
          <p:cNvPr id="29" name="Picture 28" descr="A speedometer with a red needle and white text&#10;&#10;AI-generated content may be incorrect.">
            <a:extLst>
              <a:ext uri="{FF2B5EF4-FFF2-40B4-BE49-F238E27FC236}">
                <a16:creationId xmlns:a16="http://schemas.microsoft.com/office/drawing/2014/main" id="{832EBBC0-BA33-E30C-9795-53BA48C6B3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2988" y="2597581"/>
            <a:ext cx="4297551" cy="4232975"/>
          </a:xfrm>
          <a:prstGeom prst="rect">
            <a:avLst/>
          </a:prstGeom>
        </p:spPr>
      </p:pic>
      <p:pic>
        <p:nvPicPr>
          <p:cNvPr id="30" name="Picture 29" descr="A thermometer with a red ball&#10;&#10;AI-generated content may be incorrect.">
            <a:extLst>
              <a:ext uri="{FF2B5EF4-FFF2-40B4-BE49-F238E27FC236}">
                <a16:creationId xmlns:a16="http://schemas.microsoft.com/office/drawing/2014/main" id="{7EEA7080-CF9A-02C7-D104-3EE633B372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5022" y="2597580"/>
            <a:ext cx="4530026" cy="453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647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sign with black text&#10;&#10;Description automatically generated">
            <a:extLst>
              <a:ext uri="{FF2B5EF4-FFF2-40B4-BE49-F238E27FC236}">
                <a16:creationId xmlns:a16="http://schemas.microsoft.com/office/drawing/2014/main" id="{6A9D839A-658C-0D48-8C8E-2BB5A7F737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BAB1854-DBD0-7BCD-7FDD-24322C81FAB0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0986254E-AF9B-5C4C-9ED1-FA0B93C8BA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7F8AFB6-62EA-5F24-4081-E1001DFB50EB}"/>
              </a:ext>
            </a:extLst>
          </p:cNvPr>
          <p:cNvSpPr/>
          <p:nvPr/>
        </p:nvSpPr>
        <p:spPr>
          <a:xfrm rot="5400000">
            <a:off x="-850931" y="16116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045E309-82CB-33A6-C9EE-ECB4D566812B}"/>
              </a:ext>
            </a:extLst>
          </p:cNvPr>
          <p:cNvGrpSpPr/>
          <p:nvPr/>
        </p:nvGrpSpPr>
        <p:grpSpPr>
          <a:xfrm rot="10800000" flipH="1">
            <a:off x="9344730" y="207226"/>
            <a:ext cx="1947465" cy="3013886"/>
            <a:chOff x="9994434" y="207226"/>
            <a:chExt cx="1947465" cy="3013886"/>
          </a:xfrm>
          <a:solidFill>
            <a:srgbClr val="3F51B5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44BDCB8-4AE6-A1D1-7AB6-ACAF678D5E12}"/>
                </a:ext>
              </a:extLst>
            </p:cNvPr>
            <p:cNvCxnSpPr>
              <a:cxnSpLocks/>
            </p:cNvCxnSpPr>
            <p:nvPr/>
          </p:nvCxnSpPr>
          <p:spPr>
            <a:xfrm>
              <a:off x="11926660" y="207226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E2217B9-F623-2FEC-7E5A-CD75FBC6A8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9885" y="591504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460273-9C9D-715E-1C03-C7F7A12FAD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4434" y="3200054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B4CA0B4-4E90-7ED6-DE5F-267B8A201B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80865" y="2975422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18" descr="A blue and black logo&#10;&#10;AI-generated content may be incorrect.">
            <a:extLst>
              <a:ext uri="{FF2B5EF4-FFF2-40B4-BE49-F238E27FC236}">
                <a16:creationId xmlns:a16="http://schemas.microsoft.com/office/drawing/2014/main" id="{7AEE1562-DBD3-FC6C-8777-4F1CB07431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21" name="Content Placeholder 2" descr="A blue arrows on a white background&#10;&#10;AI-generated content may be incorrect.">
            <a:extLst>
              <a:ext uri="{FF2B5EF4-FFF2-40B4-BE49-F238E27FC236}">
                <a16:creationId xmlns:a16="http://schemas.microsoft.com/office/drawing/2014/main" id="{B5174AE8-ECAB-BC83-68E8-1D8D9390F1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3" name="Picture 22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5F888184-8780-C2DC-9FF5-E3C0CAEC3B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64EE653-F1C0-8909-AC0F-95EF86A49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465" y="2224197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A34527-236B-62A8-C80A-8C24662FA319}"/>
              </a:ext>
            </a:extLst>
          </p:cNvPr>
          <p:cNvSpPr txBox="1"/>
          <p:nvPr/>
        </p:nvSpPr>
        <p:spPr>
          <a:xfrm>
            <a:off x="3553030" y="807287"/>
            <a:ext cx="508616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chemeClr val="tx2">
                    <a:lumMod val="90000"/>
                    <a:lumOff val="10000"/>
                  </a:schemeClr>
                </a:solidFill>
                <a:ea typeface="+mn-lt"/>
                <a:cs typeface="+mn-lt"/>
              </a:rPr>
              <a:t>Analog in Electronics</a:t>
            </a:r>
            <a:endParaRPr lang="en-US" sz="40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4DF4B9-8339-9804-8217-753E25E5122F}"/>
              </a:ext>
            </a:extLst>
          </p:cNvPr>
          <p:cNvSpPr txBox="1"/>
          <p:nvPr/>
        </p:nvSpPr>
        <p:spPr>
          <a:xfrm>
            <a:off x="932597" y="1518314"/>
            <a:ext cx="9553432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Sensors produce analog signals.</a:t>
            </a:r>
          </a:p>
          <a:p>
            <a:r>
              <a:rPr lang="en-US" sz="2800"/>
              <a:t>Motors require smooth control.</a:t>
            </a:r>
          </a:p>
          <a:p>
            <a:r>
              <a:rPr lang="en-US" sz="2800"/>
              <a:t>Power delivery is also analog, allowing gradual changes rather than abrupt steps.</a:t>
            </a:r>
          </a:p>
          <a:p>
            <a:pPr algn="ctr"/>
            <a:endParaRPr lang="en-US" sz="2800"/>
          </a:p>
        </p:txBody>
      </p:sp>
      <p:pic>
        <p:nvPicPr>
          <p:cNvPr id="28" name="Picture 27" descr="A diagram of a switch with a red light&#10;&#10;AI-generated content may be incorrect.">
            <a:extLst>
              <a:ext uri="{FF2B5EF4-FFF2-40B4-BE49-F238E27FC236}">
                <a16:creationId xmlns:a16="http://schemas.microsoft.com/office/drawing/2014/main" id="{F743DDEC-0CB1-8CC7-F2B4-CFD5A987855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1660" t="7361" r="207" b="5855"/>
          <a:stretch>
            <a:fillRect/>
          </a:stretch>
        </p:blipFill>
        <p:spPr>
          <a:xfrm>
            <a:off x="6186983" y="3070990"/>
            <a:ext cx="3702176" cy="3674140"/>
          </a:xfrm>
          <a:prstGeom prst="rect">
            <a:avLst/>
          </a:prstGeom>
        </p:spPr>
      </p:pic>
      <p:pic>
        <p:nvPicPr>
          <p:cNvPr id="29" name="Picture 28" descr="A diagram of a resistor&#10;&#10;AI-generated content may be incorrect.">
            <a:extLst>
              <a:ext uri="{FF2B5EF4-FFF2-40B4-BE49-F238E27FC236}">
                <a16:creationId xmlns:a16="http://schemas.microsoft.com/office/drawing/2014/main" id="{D08D6BCE-F9BE-0216-696A-215EF8FB73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2322" y="3465962"/>
            <a:ext cx="4013579" cy="327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826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sign with black text&#10;&#10;Description automatically generated">
            <a:extLst>
              <a:ext uri="{FF2B5EF4-FFF2-40B4-BE49-F238E27FC236}">
                <a16:creationId xmlns:a16="http://schemas.microsoft.com/office/drawing/2014/main" id="{826DD410-0D24-2815-E300-C42076DA90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B2D5E30-FAAE-256B-82EF-376474F34D2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DCA323B0-FDE4-7D52-FFCE-32A59F79A7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DEF840-C801-79ED-D1E7-5B0149FECE6A}"/>
              </a:ext>
            </a:extLst>
          </p:cNvPr>
          <p:cNvSpPr/>
          <p:nvPr/>
        </p:nvSpPr>
        <p:spPr>
          <a:xfrm rot="5400000">
            <a:off x="-850931" y="16116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CF3BA78-F092-78C5-98AF-DD3B1448123E}"/>
              </a:ext>
            </a:extLst>
          </p:cNvPr>
          <p:cNvGrpSpPr/>
          <p:nvPr/>
        </p:nvGrpSpPr>
        <p:grpSpPr>
          <a:xfrm rot="10800000" flipH="1">
            <a:off x="9344730" y="207226"/>
            <a:ext cx="1947465" cy="3013886"/>
            <a:chOff x="9994434" y="207226"/>
            <a:chExt cx="1947465" cy="3013886"/>
          </a:xfrm>
          <a:solidFill>
            <a:srgbClr val="3F51B5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5EDA9DE-90CF-C406-D228-329CEA7C8F4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6660" y="207226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BFABF38-8B79-330D-8AE5-807C23329D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9885" y="591504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9151B02-78AA-4360-5F9C-679255CD5B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4434" y="3200054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25D3000-BE43-8B9B-2BB7-4D8BC42C11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80865" y="2975422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18" descr="A blue and black logo&#10;&#10;AI-generated content may be incorrect.">
            <a:extLst>
              <a:ext uri="{FF2B5EF4-FFF2-40B4-BE49-F238E27FC236}">
                <a16:creationId xmlns:a16="http://schemas.microsoft.com/office/drawing/2014/main" id="{E7F5ADEB-C472-E9DC-21D0-5F318F89D1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21" name="Content Placeholder 2" descr="A blue arrows on a white background&#10;&#10;AI-generated content may be incorrect.">
            <a:extLst>
              <a:ext uri="{FF2B5EF4-FFF2-40B4-BE49-F238E27FC236}">
                <a16:creationId xmlns:a16="http://schemas.microsoft.com/office/drawing/2014/main" id="{61651839-A098-3354-6CDE-392DFA6508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3" name="Picture 22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317A2074-8C21-6C14-81FF-24F74DB2B3D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5C8494B-C861-3C3C-3E3A-888184682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465" y="2224197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4A1BFE-6DAC-05D6-3E05-A3F6999E56A2}"/>
              </a:ext>
            </a:extLst>
          </p:cNvPr>
          <p:cNvSpPr txBox="1"/>
          <p:nvPr/>
        </p:nvSpPr>
        <p:spPr>
          <a:xfrm>
            <a:off x="3163031" y="464991"/>
            <a:ext cx="58542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tx2">
                    <a:lumMod val="90000"/>
                    <a:lumOff val="10000"/>
                  </a:schemeClr>
                </a:solidFill>
                <a:ea typeface="+mn-lt"/>
                <a:cs typeface="+mn-lt"/>
              </a:rPr>
              <a:t>Why Do We Use Analog</a:t>
            </a:r>
            <a:endParaRPr lang="en-US" sz="4000" b="1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2" name="Picture 1" descr="A diagram of a circle with arrows pointing to the center&#10;&#10;AI-generated content may be incorrect.">
            <a:extLst>
              <a:ext uri="{FF2B5EF4-FFF2-40B4-BE49-F238E27FC236}">
                <a16:creationId xmlns:a16="http://schemas.microsoft.com/office/drawing/2014/main" id="{B4B45715-9EEE-62F7-014A-47633AF820B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440" t="13520" r="3309" b="10097"/>
          <a:stretch>
            <a:fillRect/>
          </a:stretch>
        </p:blipFill>
        <p:spPr>
          <a:xfrm>
            <a:off x="693761" y="1881244"/>
            <a:ext cx="5629719" cy="33583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BDAF3E-19E0-4699-287E-608E90F0ADCE}"/>
              </a:ext>
            </a:extLst>
          </p:cNvPr>
          <p:cNvSpPr txBox="1"/>
          <p:nvPr/>
        </p:nvSpPr>
        <p:spPr>
          <a:xfrm>
            <a:off x="6323464" y="2086969"/>
            <a:ext cx="5606955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We need </a:t>
            </a:r>
            <a:r>
              <a:rPr lang="en-US" sz="2800" b="1"/>
              <a:t>smooth control</a:t>
            </a:r>
            <a:r>
              <a:rPr lang="en-US" sz="2800"/>
              <a:t>.</a:t>
            </a:r>
          </a:p>
          <a:p>
            <a:r>
              <a:rPr lang="en-US" sz="2800"/>
              <a:t>We read </a:t>
            </a:r>
            <a:r>
              <a:rPr lang="en-US" sz="2800" b="1"/>
              <a:t>real values</a:t>
            </a:r>
            <a:r>
              <a:rPr lang="en-US" sz="2800"/>
              <a:t>, not just ON/OFF decisions.</a:t>
            </a:r>
          </a:p>
          <a:p>
            <a:r>
              <a:rPr lang="en-US" sz="2800"/>
              <a:t>This allows us to control </a:t>
            </a:r>
            <a:r>
              <a:rPr lang="en-US" sz="2800" b="1"/>
              <a:t>speed, intensity, and force</a:t>
            </a:r>
            <a:r>
              <a:rPr lang="en-US" sz="2800"/>
              <a:t> precisely.</a:t>
            </a:r>
          </a:p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4029003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45EEB-A2D6-3783-6AC6-02B658024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sign with black text&#10;&#10;Description automatically generated">
            <a:extLst>
              <a:ext uri="{FF2B5EF4-FFF2-40B4-BE49-F238E27FC236}">
                <a16:creationId xmlns:a16="http://schemas.microsoft.com/office/drawing/2014/main" id="{72A7674E-7797-277D-4F35-7D56129556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BE5BE57-684F-340A-EE04-6EB463AD563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6EDD689C-1292-96CC-26E2-458F98551E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7732269-F73E-9F1C-DB62-5F8E1A8C909E}"/>
              </a:ext>
            </a:extLst>
          </p:cNvPr>
          <p:cNvSpPr/>
          <p:nvPr/>
        </p:nvSpPr>
        <p:spPr>
          <a:xfrm rot="5400000">
            <a:off x="-850931" y="16116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7DF66E9-E14D-E568-D78C-E55F21A447FB}"/>
              </a:ext>
            </a:extLst>
          </p:cNvPr>
          <p:cNvGrpSpPr/>
          <p:nvPr/>
        </p:nvGrpSpPr>
        <p:grpSpPr>
          <a:xfrm rot="10800000" flipH="1">
            <a:off x="9344730" y="207226"/>
            <a:ext cx="1947465" cy="3013886"/>
            <a:chOff x="9994434" y="207226"/>
            <a:chExt cx="1947465" cy="3013886"/>
          </a:xfrm>
          <a:solidFill>
            <a:srgbClr val="3F51B5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1945970-5419-541F-E1FB-1261EA0FE14F}"/>
                </a:ext>
              </a:extLst>
            </p:cNvPr>
            <p:cNvCxnSpPr>
              <a:cxnSpLocks/>
            </p:cNvCxnSpPr>
            <p:nvPr/>
          </p:nvCxnSpPr>
          <p:spPr>
            <a:xfrm>
              <a:off x="11926660" y="207226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720B0BB-BE65-2829-267B-0AFC2CBDE3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9885" y="591504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36E02AA-E044-8D90-6BED-AA81DA09A1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4434" y="3200054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B9BF9F9-7D5A-1DCB-2220-3D96CCC6E4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80865" y="2975422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18" descr="A blue and black logo&#10;&#10;AI-generated content may be incorrect.">
            <a:extLst>
              <a:ext uri="{FF2B5EF4-FFF2-40B4-BE49-F238E27FC236}">
                <a16:creationId xmlns:a16="http://schemas.microsoft.com/office/drawing/2014/main" id="{B62D2552-113A-9EE2-3C92-9075DC24ED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21" name="Content Placeholder 2" descr="A blue arrows on a white background&#10;&#10;AI-generated content may be incorrect.">
            <a:extLst>
              <a:ext uri="{FF2B5EF4-FFF2-40B4-BE49-F238E27FC236}">
                <a16:creationId xmlns:a16="http://schemas.microsoft.com/office/drawing/2014/main" id="{DA714283-DED7-0C54-4F24-C8B7747C81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3" name="Picture 22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302D2F6E-4972-BAB0-AF7D-9F9082E0932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5725B64-9EB3-3EE9-0536-F5F4D463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465" y="2224197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F2FF1DA8-A88E-C0EF-FC80-9C247B26E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FD59D3-D619-3324-D13E-4495E2627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022970"/>
              </p:ext>
            </p:extLst>
          </p:nvPr>
        </p:nvGraphicFramePr>
        <p:xfrm>
          <a:off x="838201" y="1674403"/>
          <a:ext cx="10049580" cy="387096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644470">
                  <a:extLst>
                    <a:ext uri="{9D8B030D-6E8A-4147-A177-3AD203B41FA5}">
                      <a16:colId xmlns:a16="http://schemas.microsoft.com/office/drawing/2014/main" val="1813441673"/>
                    </a:ext>
                  </a:extLst>
                </a:gridCol>
                <a:gridCol w="3537330">
                  <a:extLst>
                    <a:ext uri="{9D8B030D-6E8A-4147-A177-3AD203B41FA5}">
                      <a16:colId xmlns:a16="http://schemas.microsoft.com/office/drawing/2014/main" val="245553507"/>
                    </a:ext>
                  </a:extLst>
                </a:gridCol>
                <a:gridCol w="3867780">
                  <a:extLst>
                    <a:ext uri="{9D8B030D-6E8A-4147-A177-3AD203B41FA5}">
                      <a16:colId xmlns:a16="http://schemas.microsoft.com/office/drawing/2014/main" val="5354900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 b="1" dirty="0">
                          <a:effectLst/>
                        </a:rPr>
                        <a:t>Feature</a:t>
                      </a:r>
                      <a:endParaRPr lang="en-GB" sz="2800" dirty="0">
                        <a:effectLst/>
                        <a:latin typeface="Google Sans Text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 b="1" dirty="0">
                          <a:effectLst/>
                        </a:rPr>
                        <a:t>Analog</a:t>
                      </a:r>
                      <a:endParaRPr lang="en-GB" sz="2800" dirty="0">
                        <a:effectLst/>
                        <a:latin typeface="Google Sans Text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 b="1" dirty="0">
                          <a:effectLst/>
                        </a:rPr>
                        <a:t>Digital</a:t>
                      </a:r>
                      <a:endParaRPr lang="en-GB" sz="2800" dirty="0">
                        <a:effectLst/>
                        <a:latin typeface="Google Sans Text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314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 b="1" dirty="0">
                          <a:effectLst/>
                        </a:rPr>
                        <a:t>Value</a:t>
                      </a:r>
                      <a:endParaRPr lang="en-GB" sz="28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 dirty="0">
                          <a:effectLst/>
                        </a:rPr>
                        <a:t>Infinite possibilities</a:t>
                      </a:r>
                      <a:endParaRPr lang="en-GB" sz="28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 dirty="0">
                          <a:effectLst/>
                        </a:rPr>
                        <a:t>Limited steps (0 and 1)</a:t>
                      </a:r>
                      <a:endParaRPr lang="en-GB" sz="28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918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 b="1" dirty="0">
                          <a:effectLst/>
                        </a:rPr>
                        <a:t>Representation</a:t>
                      </a:r>
                      <a:endParaRPr lang="en-GB" sz="28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 dirty="0">
                          <a:effectLst/>
                        </a:rPr>
                        <a:t>A smooth curve (Sine wave)</a:t>
                      </a:r>
                      <a:endParaRPr lang="en-GB" sz="28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>
                          <a:effectLst/>
                        </a:rPr>
                        <a:t>A blocky "square" wave</a:t>
                      </a:r>
                      <a:endParaRPr lang="en-GB" sz="2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2750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 b="1">
                          <a:effectLst/>
                        </a:rPr>
                        <a:t>Noise</a:t>
                      </a:r>
                      <a:endParaRPr lang="en-GB" sz="2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 dirty="0">
                          <a:effectLst/>
                        </a:rPr>
                        <a:t>Very sensitive (static on a radio)</a:t>
                      </a:r>
                      <a:endParaRPr lang="en-GB" sz="28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>
                          <a:effectLst/>
                        </a:rPr>
                        <a:t>Very resistant (it's either a 1 or it isn't)</a:t>
                      </a:r>
                      <a:endParaRPr lang="en-GB" sz="2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5765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 b="1" dirty="0">
                          <a:effectLst/>
                        </a:rPr>
                        <a:t>Examples</a:t>
                      </a:r>
                      <a:endParaRPr lang="en-GB" sz="28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 dirty="0">
                          <a:effectLst/>
                        </a:rPr>
                        <a:t>Human voice, Mercury thermometer</a:t>
                      </a:r>
                      <a:endParaRPr lang="en-GB" sz="28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 dirty="0">
                          <a:effectLst/>
                        </a:rPr>
                        <a:t>Text messages, CD players</a:t>
                      </a:r>
                      <a:endParaRPr lang="en-GB" sz="28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2912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3221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BB4806-1DB5-0419-05D5-4A152CDACA52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3590DE-6A60-B759-4567-DC35288A8ED6}"/>
              </a:ext>
            </a:extLst>
          </p:cNvPr>
          <p:cNvSpPr/>
          <p:nvPr/>
        </p:nvSpPr>
        <p:spPr>
          <a:xfrm>
            <a:off x="0" y="-12095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A white arrows on a black background&#10;&#10;AI-generated content may be incorrect.">
            <a:extLst>
              <a:ext uri="{FF2B5EF4-FFF2-40B4-BE49-F238E27FC236}">
                <a16:creationId xmlns:a16="http://schemas.microsoft.com/office/drawing/2014/main" id="{C7452C5F-3526-6232-3881-9CAA8C25B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white sign with black text&#10;&#10;Description automatically generated">
            <a:extLst>
              <a:ext uri="{FF2B5EF4-FFF2-40B4-BE49-F238E27FC236}">
                <a16:creationId xmlns:a16="http://schemas.microsoft.com/office/drawing/2014/main" id="{0325419C-80A2-B343-C1FE-CA7B670DB1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13" name="Picture 1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6188DEDA-A4A6-A4C5-1AC5-6A0BE68C298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C0E2F4D3-1DAE-72E1-EAF3-C561DBFA5CC1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580003" y="345441"/>
            <a:chExt cx="1329559" cy="3009868"/>
          </a:xfrm>
          <a:solidFill>
            <a:srgbClr val="3F51B5"/>
          </a:solidFill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7AB183F-647D-3451-FA57-B7BE0B621783}"/>
                </a:ext>
              </a:extLst>
            </p:cNvPr>
            <p:cNvCxnSpPr>
              <a:cxnSpLocks/>
            </p:cNvCxnSpPr>
            <p:nvPr/>
          </p:nvCxnSpPr>
          <p:spPr>
            <a:xfrm>
              <a:off x="11894322" y="34544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9239605-4D22-89BD-9156-8EE3960A99BE}"/>
                </a:ext>
              </a:extLst>
            </p:cNvPr>
            <p:cNvCxnSpPr>
              <a:cxnSpLocks/>
            </p:cNvCxnSpPr>
            <p:nvPr/>
          </p:nvCxnSpPr>
          <p:spPr>
            <a:xfrm>
              <a:off x="11665722" y="63500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EFD577E-C29F-543D-DC34-A2FBB0FCB9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80003" y="334190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BF50EA2-63EE-B6C8-CDAA-03BE0EE150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79287" y="314779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0ED46C9-2A36-A70E-378E-0DC76F85172E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F69312-F325-9A16-B27D-8E575E1A4E46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5" name="Picture 24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B092B4D1-46BD-AA6C-0AC4-EAC90ACDDC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27" name="Title 14">
            <a:extLst>
              <a:ext uri="{FF2B5EF4-FFF2-40B4-BE49-F238E27FC236}">
                <a16:creationId xmlns:a16="http://schemas.microsoft.com/office/drawing/2014/main" id="{96DCD5BB-0DA8-CD4C-3DD9-7D0835E49C9A}"/>
              </a:ext>
            </a:extLst>
          </p:cNvPr>
          <p:cNvSpPr>
            <a:spLocks noGrp="1"/>
          </p:cNvSpPr>
          <p:nvPr/>
        </p:nvSpPr>
        <p:spPr>
          <a:xfrm>
            <a:off x="3288381" y="1938656"/>
            <a:ext cx="5630272" cy="1773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>
                <a:solidFill>
                  <a:schemeClr val="bg2"/>
                </a:solidFill>
              </a:rPr>
              <a:t>PWM</a:t>
            </a:r>
            <a:endParaRPr lang="en-US"/>
          </a:p>
        </p:txBody>
      </p:sp>
      <p:pic>
        <p:nvPicPr>
          <p:cNvPr id="29" name="Content Placeholder 2" descr="A blue arrows on a white background&#10;&#10;AI-generated content may be incorrect.">
            <a:extLst>
              <a:ext uri="{FF2B5EF4-FFF2-40B4-BE49-F238E27FC236}">
                <a16:creationId xmlns:a16="http://schemas.microsoft.com/office/drawing/2014/main" id="{DD01ECCF-EADE-39FA-7884-F416DD3B0B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47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C1635-562D-1D5A-A212-902218CAE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sign with black text&#10;&#10;Description automatically generated">
            <a:extLst>
              <a:ext uri="{FF2B5EF4-FFF2-40B4-BE49-F238E27FC236}">
                <a16:creationId xmlns:a16="http://schemas.microsoft.com/office/drawing/2014/main" id="{72F6E3A6-FB25-0CAB-A7AB-9FAD3C5BAB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05021A6-214C-4F9F-6D6C-49E621D8591D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743ED6F7-CF8B-1C8A-BEB1-CCCDD78AB9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9AE5B85-2113-C29C-B0BF-3AC2021DDFA5}"/>
              </a:ext>
            </a:extLst>
          </p:cNvPr>
          <p:cNvSpPr/>
          <p:nvPr/>
        </p:nvSpPr>
        <p:spPr>
          <a:xfrm rot="5400000">
            <a:off x="-850931" y="16116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C69CED3-C6A1-DC06-6327-3D45006855DC}"/>
              </a:ext>
            </a:extLst>
          </p:cNvPr>
          <p:cNvGrpSpPr/>
          <p:nvPr/>
        </p:nvGrpSpPr>
        <p:grpSpPr>
          <a:xfrm rot="10800000" flipH="1">
            <a:off x="9344730" y="207226"/>
            <a:ext cx="1947465" cy="3013886"/>
            <a:chOff x="9994434" y="207226"/>
            <a:chExt cx="1947465" cy="3013886"/>
          </a:xfrm>
          <a:solidFill>
            <a:srgbClr val="3F51B5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58F997F-2B05-B09B-A97E-775911A989BE}"/>
                </a:ext>
              </a:extLst>
            </p:cNvPr>
            <p:cNvCxnSpPr>
              <a:cxnSpLocks/>
            </p:cNvCxnSpPr>
            <p:nvPr/>
          </p:nvCxnSpPr>
          <p:spPr>
            <a:xfrm>
              <a:off x="11926660" y="207226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8F3592D-4B04-8A8F-692E-985F1330D9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9885" y="591504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2748408-8857-8DA2-C46B-4C056062F1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4434" y="3200054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43AAD56-F51C-78BA-6D8A-75F811295F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80865" y="2975422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18" descr="A blue and black logo&#10;&#10;AI-generated content may be incorrect.">
            <a:extLst>
              <a:ext uri="{FF2B5EF4-FFF2-40B4-BE49-F238E27FC236}">
                <a16:creationId xmlns:a16="http://schemas.microsoft.com/office/drawing/2014/main" id="{55F35E66-78EB-8AD9-D68F-79E3041AFA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21" name="Content Placeholder 2" descr="A blue arrows on a white background&#10;&#10;AI-generated content may be incorrect.">
            <a:extLst>
              <a:ext uri="{FF2B5EF4-FFF2-40B4-BE49-F238E27FC236}">
                <a16:creationId xmlns:a16="http://schemas.microsoft.com/office/drawing/2014/main" id="{933DCA45-B4F3-1A03-2965-23FDAA7028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3" name="Picture 22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9501D53A-E468-DD84-183C-D3EFFF44432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830CAE8-C01C-361B-8DA6-4668E1C20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465" y="2224197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175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9A94D7A-0868-96DF-E4CC-A897AC1AF951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CA10F3-E239-7898-AE2C-E03F38FE6811}"/>
              </a:ext>
            </a:extLst>
          </p:cNvPr>
          <p:cNvSpPr/>
          <p:nvPr/>
        </p:nvSpPr>
        <p:spPr>
          <a:xfrm>
            <a:off x="0" y="-12095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A white arrows on a black background&#10;&#10;AI-generated content may be incorrect.">
            <a:extLst>
              <a:ext uri="{FF2B5EF4-FFF2-40B4-BE49-F238E27FC236}">
                <a16:creationId xmlns:a16="http://schemas.microsoft.com/office/drawing/2014/main" id="{017C8A32-69CA-666E-BFC1-A56DFF1B7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white sign with black text&#10;&#10;Description automatically generated">
            <a:extLst>
              <a:ext uri="{FF2B5EF4-FFF2-40B4-BE49-F238E27FC236}">
                <a16:creationId xmlns:a16="http://schemas.microsoft.com/office/drawing/2014/main" id="{49A806CF-0ED7-735B-7EE1-3B10B6D3DC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13" name="Picture 1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A0D31C1F-8718-A3A8-04E9-C4C11444FA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7B7E06C3-FF02-68C0-8D22-F0C5DE81E671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580003" y="345441"/>
            <a:chExt cx="1329559" cy="3009868"/>
          </a:xfrm>
          <a:solidFill>
            <a:srgbClr val="3F51B5"/>
          </a:solidFill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F6DC132-7FEB-933E-D108-F7B989607D10}"/>
                </a:ext>
              </a:extLst>
            </p:cNvPr>
            <p:cNvCxnSpPr>
              <a:cxnSpLocks/>
            </p:cNvCxnSpPr>
            <p:nvPr/>
          </p:nvCxnSpPr>
          <p:spPr>
            <a:xfrm>
              <a:off x="11894322" y="34544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22D39DD-1168-8A3F-12F8-BC8F32A4F06A}"/>
                </a:ext>
              </a:extLst>
            </p:cNvPr>
            <p:cNvCxnSpPr>
              <a:cxnSpLocks/>
            </p:cNvCxnSpPr>
            <p:nvPr/>
          </p:nvCxnSpPr>
          <p:spPr>
            <a:xfrm>
              <a:off x="11665722" y="63500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D561AE0-C814-3459-D00A-858320B250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80003" y="334190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28663B5-0755-8949-44EE-C874CD846D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79287" y="314779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F036E26E-00EB-B632-CF06-22A8D4CCB47F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40FBED-2CB0-616D-7841-9F92D810C276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5" name="Picture 24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F114A56D-3588-4DEC-769F-BEE88AD0EE3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27" name="Title 14">
            <a:extLst>
              <a:ext uri="{FF2B5EF4-FFF2-40B4-BE49-F238E27FC236}">
                <a16:creationId xmlns:a16="http://schemas.microsoft.com/office/drawing/2014/main" id="{A332547C-ECCA-64CE-B14D-CD34A336C07C}"/>
              </a:ext>
            </a:extLst>
          </p:cNvPr>
          <p:cNvSpPr>
            <a:spLocks noGrp="1"/>
          </p:cNvSpPr>
          <p:nvPr/>
        </p:nvSpPr>
        <p:spPr>
          <a:xfrm>
            <a:off x="3288381" y="1938656"/>
            <a:ext cx="5630272" cy="1773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>
                <a:solidFill>
                  <a:schemeClr val="bg2"/>
                </a:solidFill>
              </a:rPr>
              <a:t>ADC</a:t>
            </a:r>
            <a:endParaRPr lang="en-US"/>
          </a:p>
        </p:txBody>
      </p:sp>
      <p:pic>
        <p:nvPicPr>
          <p:cNvPr id="29" name="Content Placeholder 2" descr="A blue arrows on a white background&#10;&#10;AI-generated content may be incorrect.">
            <a:extLst>
              <a:ext uri="{FF2B5EF4-FFF2-40B4-BE49-F238E27FC236}">
                <a16:creationId xmlns:a16="http://schemas.microsoft.com/office/drawing/2014/main" id="{CD7EF236-D477-DB69-C72E-7245C84916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634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sign with black text&#10;&#10;Description automatically generated">
            <a:extLst>
              <a:ext uri="{FF2B5EF4-FFF2-40B4-BE49-F238E27FC236}">
                <a16:creationId xmlns:a16="http://schemas.microsoft.com/office/drawing/2014/main" id="{98ADF662-04F8-459B-DFF6-D7C1A784AF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19321"/>
            <a:ext cx="731296" cy="1007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0A9E98F-959A-4A29-F674-17E56E1ED954}"/>
              </a:ext>
            </a:extLst>
          </p:cNvPr>
          <p:cNvSpPr/>
          <p:nvPr/>
        </p:nvSpPr>
        <p:spPr>
          <a:xfrm rot="5400000">
            <a:off x="-1003331" y="1471314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721476A5-F2FC-B276-2697-D2231E4607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85659"/>
            <a:ext cx="2301403" cy="9739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3312868-5640-FBEB-ABF1-F9DC539D112A}"/>
              </a:ext>
            </a:extLst>
          </p:cNvPr>
          <p:cNvSpPr/>
          <p:nvPr/>
        </p:nvSpPr>
        <p:spPr>
          <a:xfrm rot="5400000">
            <a:off x="-850931" y="1623714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4BB2288-BC99-A2F7-6699-611FC37AD755}"/>
              </a:ext>
            </a:extLst>
          </p:cNvPr>
          <p:cNvGrpSpPr/>
          <p:nvPr/>
        </p:nvGrpSpPr>
        <p:grpSpPr>
          <a:xfrm rot="10800000" flipH="1">
            <a:off x="9344730" y="219321"/>
            <a:ext cx="1947465" cy="3013886"/>
            <a:chOff x="9994434" y="207226"/>
            <a:chExt cx="1947465" cy="3013886"/>
          </a:xfrm>
          <a:solidFill>
            <a:srgbClr val="3F51B5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906B35A-B9A5-BCDA-CC48-E192524D9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6660" y="207226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661FC04-6714-749E-2D83-9F94B76920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9885" y="591504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8234F43-00B4-33D1-96CE-5B004295F2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4434" y="3200054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6933EC6-A3DF-7125-DB3C-FF3B6AD436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80865" y="2975422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18" descr="A blue and black logo&#10;&#10;AI-generated content may be incorrect.">
            <a:extLst>
              <a:ext uri="{FF2B5EF4-FFF2-40B4-BE49-F238E27FC236}">
                <a16:creationId xmlns:a16="http://schemas.microsoft.com/office/drawing/2014/main" id="{A4FBAECD-A48D-17C0-D5A5-C97D5DE194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41882"/>
            <a:ext cx="684216" cy="942872"/>
          </a:xfrm>
          <a:prstGeom prst="rect">
            <a:avLst/>
          </a:prstGeom>
        </p:spPr>
      </p:pic>
      <p:pic>
        <p:nvPicPr>
          <p:cNvPr id="21" name="Content Placeholder 2" descr="A blue arrows on a white background&#10;&#10;AI-generated content may be incorrect.">
            <a:extLst>
              <a:ext uri="{FF2B5EF4-FFF2-40B4-BE49-F238E27FC236}">
                <a16:creationId xmlns:a16="http://schemas.microsoft.com/office/drawing/2014/main" id="{F4AECBF1-5323-366A-A43A-4A241C1EFB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91699"/>
            <a:ext cx="1495425" cy="962025"/>
          </a:xfrm>
          <a:prstGeom prst="rect">
            <a:avLst/>
          </a:prstGeom>
        </p:spPr>
      </p:pic>
      <p:pic>
        <p:nvPicPr>
          <p:cNvPr id="23" name="Picture 22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F62E1923-0621-BEB5-66C5-542002122BE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81200"/>
            <a:ext cx="2272479" cy="96173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5E39734-CA0F-EDBD-4658-4E9FD258C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465" y="2236292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F67DBD-C07A-EADF-4711-7310DD6CEFFD}"/>
              </a:ext>
            </a:extLst>
          </p:cNvPr>
          <p:cNvSpPr txBox="1"/>
          <p:nvPr/>
        </p:nvSpPr>
        <p:spPr>
          <a:xfrm>
            <a:off x="1353403" y="96672"/>
            <a:ext cx="7631373" cy="28931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chemeClr val="tx2">
                    <a:lumMod val="90000"/>
                    <a:lumOff val="10000"/>
                  </a:schemeClr>
                </a:solidFill>
              </a:rPr>
              <a:t>The Core Problem</a:t>
            </a:r>
          </a:p>
          <a:p>
            <a:r>
              <a:rPr lang="en-US" sz="3200"/>
              <a:t>A microcontroller is a digital device.</a:t>
            </a:r>
            <a:br>
              <a:rPr lang="en-US" sz="3200"/>
            </a:br>
            <a:r>
              <a:rPr lang="en-US" sz="3200"/>
              <a:t>It understands only two logic levels:</a:t>
            </a:r>
          </a:p>
          <a:p>
            <a:pPr marL="228600" indent="-228600">
              <a:buFont typeface=""/>
              <a:buChar char="•"/>
            </a:pPr>
            <a:r>
              <a:rPr lang="en-US" sz="3200"/>
              <a:t>0 (LOW)</a:t>
            </a:r>
          </a:p>
          <a:p>
            <a:pPr marL="228600" indent="-228600">
              <a:buFont typeface=""/>
              <a:buChar char="•"/>
            </a:pPr>
            <a:r>
              <a:rPr lang="en-US" sz="3200"/>
              <a:t>1 (HIGH)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622083-F498-878A-7DF5-B0134E98CB38}"/>
              </a:ext>
            </a:extLst>
          </p:cNvPr>
          <p:cNvSpPr txBox="1"/>
          <p:nvPr/>
        </p:nvSpPr>
        <p:spPr>
          <a:xfrm>
            <a:off x="750627" y="2610135"/>
            <a:ext cx="9064388" cy="16037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/>
              <a:t>The microcontroller </a:t>
            </a:r>
            <a:r>
              <a:rPr lang="en-US" sz="3200" b="1"/>
              <a:t>cannot interpret these values directly</a:t>
            </a:r>
            <a:r>
              <a:rPr lang="en-US" sz="3200"/>
              <a:t>.</a:t>
            </a:r>
          </a:p>
          <a:p>
            <a:pPr algn="ctr"/>
            <a:endParaRPr lang="en-US" sz="3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9DC957-A560-56D5-6367-5D6D6134CA5F}"/>
              </a:ext>
            </a:extLst>
          </p:cNvPr>
          <p:cNvSpPr txBox="1"/>
          <p:nvPr/>
        </p:nvSpPr>
        <p:spPr>
          <a:xfrm>
            <a:off x="614435" y="3806087"/>
            <a:ext cx="937014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chemeClr val="tx2">
                    <a:lumMod val="90000"/>
                    <a:lumOff val="10000"/>
                  </a:schemeClr>
                </a:solidFill>
                <a:ea typeface="+mn-lt"/>
                <a:cs typeface="+mn-lt"/>
              </a:rPr>
              <a:t>ADC (Analog-to-Digital Converter)</a:t>
            </a:r>
          </a:p>
          <a:p>
            <a:endParaRPr lang="en-US" sz="400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EF33E6-3DE8-865C-6348-919E28CDDE84}"/>
              </a:ext>
            </a:extLst>
          </p:cNvPr>
          <p:cNvSpPr txBox="1"/>
          <p:nvPr/>
        </p:nvSpPr>
        <p:spPr>
          <a:xfrm>
            <a:off x="693762" y="4407089"/>
            <a:ext cx="8006686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ADC converts an analog voltage into a digital number</a:t>
            </a:r>
            <a:r>
              <a:rPr lang="en-US" sz="2800"/>
              <a:t>.</a:t>
            </a:r>
          </a:p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7275186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sign with black text&#10;&#10;Description automatically generated">
            <a:extLst>
              <a:ext uri="{FF2B5EF4-FFF2-40B4-BE49-F238E27FC236}">
                <a16:creationId xmlns:a16="http://schemas.microsoft.com/office/drawing/2014/main" id="{5634DF2C-C1DC-EA0A-A673-60B5E4B850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53F0FC9-204E-71CC-43EF-52AD27328948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A7E7DB81-FE57-7D2D-7F13-34CC98457D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06101CD-3884-83BF-0F2A-A97F74C47B02}"/>
              </a:ext>
            </a:extLst>
          </p:cNvPr>
          <p:cNvSpPr/>
          <p:nvPr/>
        </p:nvSpPr>
        <p:spPr>
          <a:xfrm rot="5400000">
            <a:off x="-850931" y="16116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1F8D06A-222C-C069-A872-7DD1F0DFE8AC}"/>
              </a:ext>
            </a:extLst>
          </p:cNvPr>
          <p:cNvGrpSpPr/>
          <p:nvPr/>
        </p:nvGrpSpPr>
        <p:grpSpPr>
          <a:xfrm rot="10800000" flipH="1">
            <a:off x="9344730" y="207226"/>
            <a:ext cx="1947465" cy="3013886"/>
            <a:chOff x="9994434" y="207226"/>
            <a:chExt cx="1947465" cy="3013886"/>
          </a:xfrm>
          <a:solidFill>
            <a:srgbClr val="3F51B5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00E6FE6-329D-F974-9C48-F49DCD7DCBA0}"/>
                </a:ext>
              </a:extLst>
            </p:cNvPr>
            <p:cNvCxnSpPr>
              <a:cxnSpLocks/>
            </p:cNvCxnSpPr>
            <p:nvPr/>
          </p:nvCxnSpPr>
          <p:spPr>
            <a:xfrm>
              <a:off x="11926660" y="207226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4F7655B-6EF1-BFA4-4B19-C32D6809FA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9885" y="591504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53CBEE-83BA-9933-66DA-E1CEE48D10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4434" y="3200054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19B5BF0-08CB-0443-E02D-B8D7072A88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80865" y="2975422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18" descr="A blue and black logo&#10;&#10;AI-generated content may be incorrect.">
            <a:extLst>
              <a:ext uri="{FF2B5EF4-FFF2-40B4-BE49-F238E27FC236}">
                <a16:creationId xmlns:a16="http://schemas.microsoft.com/office/drawing/2014/main" id="{1CC5E3D7-AA5E-7FF5-5630-FCA96E85EB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21" name="Content Placeholder 2" descr="A blue arrows on a white background&#10;&#10;AI-generated content may be incorrect.">
            <a:extLst>
              <a:ext uri="{FF2B5EF4-FFF2-40B4-BE49-F238E27FC236}">
                <a16:creationId xmlns:a16="http://schemas.microsoft.com/office/drawing/2014/main" id="{DA48CA50-9E04-9300-E7E1-E3E3219CC6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3" name="Picture 22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C73C4F13-0F9D-F754-1684-33DA2E8BE01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E090F12-B393-287D-3969-99E728047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465" y="2224197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53BD53-358E-346B-1E3F-CE75BE73925D}"/>
              </a:ext>
            </a:extLst>
          </p:cNvPr>
          <p:cNvSpPr txBox="1"/>
          <p:nvPr/>
        </p:nvSpPr>
        <p:spPr>
          <a:xfrm>
            <a:off x="1280281" y="517771"/>
            <a:ext cx="1009193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tx2">
                    <a:lumMod val="90000"/>
                    <a:lumOff val="10000"/>
                  </a:schemeClr>
                </a:solidFill>
                <a:ea typeface="+mn-lt"/>
                <a:cs typeface="+mn-lt"/>
              </a:rPr>
              <a:t>Analog Interfacing with Microcontrollers</a:t>
            </a:r>
            <a:endParaRPr lang="en-US" sz="4000" b="1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3" name="Picture 2" descr="A blue circuit board with black and silver components&#10;&#10;AI-generated content may be incorrect.">
            <a:extLst>
              <a:ext uri="{FF2B5EF4-FFF2-40B4-BE49-F238E27FC236}">
                <a16:creationId xmlns:a16="http://schemas.microsoft.com/office/drawing/2014/main" id="{F5E01C49-1F9B-BCBD-D9B8-E0B364E51DD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855" t="6849" r="4215" b="-303"/>
          <a:stretch>
            <a:fillRect/>
          </a:stretch>
        </p:blipFill>
        <p:spPr>
          <a:xfrm>
            <a:off x="2479838" y="1326822"/>
            <a:ext cx="6169478" cy="504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4733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sign with black text&#10;&#10;Description automatically generated">
            <a:extLst>
              <a:ext uri="{FF2B5EF4-FFF2-40B4-BE49-F238E27FC236}">
                <a16:creationId xmlns:a16="http://schemas.microsoft.com/office/drawing/2014/main" id="{1949F170-4DFC-80D1-6EB5-1734969E62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0F02747-E44A-89D3-A850-B42AC46A343C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B39A3181-C44D-F437-0F5F-35B8404367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A8D843D-F5A0-0DD0-C9B7-2F0652267D68}"/>
              </a:ext>
            </a:extLst>
          </p:cNvPr>
          <p:cNvSpPr/>
          <p:nvPr/>
        </p:nvSpPr>
        <p:spPr>
          <a:xfrm rot="5400000">
            <a:off x="-850931" y="16116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32FA68B-3A64-26C3-E1DC-CED0DBD4B8E4}"/>
              </a:ext>
            </a:extLst>
          </p:cNvPr>
          <p:cNvGrpSpPr/>
          <p:nvPr/>
        </p:nvGrpSpPr>
        <p:grpSpPr>
          <a:xfrm rot="10800000" flipH="1">
            <a:off x="9344730" y="207226"/>
            <a:ext cx="1947465" cy="3013886"/>
            <a:chOff x="9994434" y="207226"/>
            <a:chExt cx="1947465" cy="3013886"/>
          </a:xfrm>
          <a:solidFill>
            <a:srgbClr val="3F51B5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A0B1AE1-0274-0DDA-20A7-D08BD86DD46A}"/>
                </a:ext>
              </a:extLst>
            </p:cNvPr>
            <p:cNvCxnSpPr>
              <a:cxnSpLocks/>
            </p:cNvCxnSpPr>
            <p:nvPr/>
          </p:nvCxnSpPr>
          <p:spPr>
            <a:xfrm>
              <a:off x="11926660" y="207226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3815A99-6072-7556-FC1B-ED33D0810D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9885" y="591504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154A589-3480-C495-1951-F059797F37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4434" y="3200054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EBDDF4C-7FF8-40B6-ADD3-564603B874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80865" y="2975422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18" descr="A blue and black logo&#10;&#10;AI-generated content may be incorrect.">
            <a:extLst>
              <a:ext uri="{FF2B5EF4-FFF2-40B4-BE49-F238E27FC236}">
                <a16:creationId xmlns:a16="http://schemas.microsoft.com/office/drawing/2014/main" id="{FD2AB3FC-A3E5-F435-569E-6EA0F133D1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21" name="Content Placeholder 2" descr="A blue arrows on a white background&#10;&#10;AI-generated content may be incorrect.">
            <a:extLst>
              <a:ext uri="{FF2B5EF4-FFF2-40B4-BE49-F238E27FC236}">
                <a16:creationId xmlns:a16="http://schemas.microsoft.com/office/drawing/2014/main" id="{10F35F02-4A65-31DC-D127-3FA6CE9E2B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3" name="Picture 22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BCE67CB2-E7F9-3EDF-7BC1-812D06ED299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C3E7FC5-66B3-8F4A-5B7A-14F91A9F8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465" y="2224197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3A8744-F8F4-EA01-A9DF-DFA5136CA25E}"/>
              </a:ext>
            </a:extLst>
          </p:cNvPr>
          <p:cNvSpPr txBox="1"/>
          <p:nvPr/>
        </p:nvSpPr>
        <p:spPr>
          <a:xfrm>
            <a:off x="1273792" y="699449"/>
            <a:ext cx="8654953" cy="54476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tx2">
                    <a:lumMod val="90000"/>
                    <a:lumOff val="10000"/>
                  </a:schemeClr>
                </a:solidFill>
              </a:rPr>
              <a:t>What actually happens </a:t>
            </a:r>
            <a:r>
              <a:rPr lang="en-US" sz="3600" b="1">
                <a:solidFill>
                  <a:schemeClr val="tx2">
                    <a:lumMod val="90000"/>
                    <a:lumOff val="10000"/>
                  </a:schemeClr>
                </a:solidFill>
              </a:rPr>
              <a:t>inside the Arduino</a:t>
            </a:r>
            <a:r>
              <a:rPr lang="en-US" sz="3600">
                <a:solidFill>
                  <a:schemeClr val="tx2">
                    <a:lumMod val="90000"/>
                    <a:lumOff val="10000"/>
                  </a:schemeClr>
                </a:solidFill>
              </a:rPr>
              <a:t>?</a:t>
            </a:r>
          </a:p>
          <a:p>
            <a:r>
              <a:rPr lang="en-US" sz="2800"/>
              <a:t> </a:t>
            </a:r>
            <a:r>
              <a:rPr lang="en-US" sz="2800" b="1"/>
              <a:t>The pin itself is not truly “analog.”</a:t>
            </a:r>
          </a:p>
          <a:p>
            <a:r>
              <a:rPr lang="en-US" sz="2800" b="1"/>
              <a:t>The analog pin:</a:t>
            </a:r>
          </a:p>
          <a:p>
            <a:pPr marL="228600" indent="-228600">
              <a:buFont typeface=""/>
              <a:buChar char="•"/>
            </a:pPr>
            <a:r>
              <a:rPr lang="en-US" sz="2800"/>
              <a:t>It is a </a:t>
            </a:r>
            <a:r>
              <a:rPr lang="en-US" sz="2800" b="1"/>
              <a:t>voltage input</a:t>
            </a:r>
            <a:r>
              <a:rPr lang="en-US" sz="2800"/>
              <a:t>.</a:t>
            </a:r>
          </a:p>
          <a:p>
            <a:pPr marL="228600" indent="-228600">
              <a:buFont typeface=""/>
              <a:buChar char="•"/>
            </a:pPr>
            <a:r>
              <a:rPr lang="en-US" sz="2800"/>
              <a:t>It receives a </a:t>
            </a:r>
            <a:r>
              <a:rPr lang="en-US" sz="2800" b="1"/>
              <a:t>variable voltage</a:t>
            </a:r>
            <a:r>
              <a:rPr lang="en-US" sz="2800"/>
              <a:t>, usually in the range </a:t>
            </a:r>
            <a:r>
              <a:rPr lang="en-US" sz="2800" b="1"/>
              <a:t>0V to 5V</a:t>
            </a:r>
            <a:r>
              <a:rPr lang="en-US" sz="2800"/>
              <a:t>.</a:t>
            </a:r>
          </a:p>
          <a:p>
            <a:endParaRPr lang="en-US" sz="2800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538895-CD64-0684-E66E-2825384F3F7F}"/>
              </a:ext>
            </a:extLst>
          </p:cNvPr>
          <p:cNvSpPr txBox="1"/>
          <p:nvPr/>
        </p:nvSpPr>
        <p:spPr>
          <a:xfrm>
            <a:off x="1353403" y="3633717"/>
            <a:ext cx="8302388" cy="3119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800" b="1"/>
          </a:p>
          <a:p>
            <a:r>
              <a:rPr lang="en-US" sz="2800">
                <a:solidFill>
                  <a:schemeClr val="tx2">
                    <a:lumMod val="90000"/>
                    <a:lumOff val="10000"/>
                  </a:schemeClr>
                </a:solidFill>
              </a:rPr>
              <a:t>In the Arduino Uno, for example:</a:t>
            </a:r>
          </a:p>
          <a:p>
            <a:pPr marL="228600" indent="-228600">
              <a:buFont typeface=""/>
              <a:buChar char="•"/>
            </a:pPr>
            <a:r>
              <a:rPr lang="en-US" sz="2800">
                <a:solidFill>
                  <a:schemeClr val="tx2">
                    <a:lumMod val="90000"/>
                    <a:lumOff val="10000"/>
                  </a:schemeClr>
                </a:solidFill>
              </a:rPr>
              <a:t>The microcontroller is </a:t>
            </a:r>
            <a:r>
              <a:rPr lang="en-US" sz="2800" b="1">
                <a:solidFill>
                  <a:schemeClr val="tx2">
                    <a:lumMod val="90000"/>
                    <a:lumOff val="10000"/>
                  </a:schemeClr>
                </a:solidFill>
              </a:rPr>
              <a:t>ATmega328P</a:t>
            </a:r>
            <a:r>
              <a:rPr lang="en-US" sz="2800">
                <a:solidFill>
                  <a:schemeClr val="tx2">
                    <a:lumMod val="90000"/>
                    <a:lumOff val="10000"/>
                  </a:schemeClr>
                </a:solidFill>
              </a:rPr>
              <a:t>.</a:t>
            </a:r>
          </a:p>
          <a:p>
            <a:pPr marL="228600" indent="-228600">
              <a:buFont typeface=""/>
              <a:buChar char="•"/>
            </a:pPr>
            <a:r>
              <a:rPr lang="en-US" sz="2800">
                <a:solidFill>
                  <a:schemeClr val="tx2">
                    <a:lumMod val="90000"/>
                    <a:lumOff val="10000"/>
                  </a:schemeClr>
                </a:solidFill>
              </a:rPr>
              <a:t>Inside it, there is a built-in </a:t>
            </a:r>
            <a:r>
              <a:rPr lang="en-US" sz="2800" b="1">
                <a:solidFill>
                  <a:schemeClr val="tx2">
                    <a:lumMod val="90000"/>
                    <a:lumOff val="10000"/>
                  </a:schemeClr>
                </a:solidFill>
              </a:rPr>
              <a:t>ADC (Analog-to-Digital Converter)</a:t>
            </a:r>
            <a:r>
              <a:rPr lang="en-US" sz="2800">
                <a:solidFill>
                  <a:schemeClr val="tx2">
                    <a:lumMod val="90000"/>
                    <a:lumOff val="10000"/>
                  </a:schemeClr>
                </a:solidFill>
              </a:rPr>
              <a:t>.</a:t>
            </a:r>
          </a:p>
          <a:p>
            <a:endParaRPr lang="en-US" sz="2800"/>
          </a:p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891772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sign with black text&#10;&#10;Description automatically generated">
            <a:extLst>
              <a:ext uri="{FF2B5EF4-FFF2-40B4-BE49-F238E27FC236}">
                <a16:creationId xmlns:a16="http://schemas.microsoft.com/office/drawing/2014/main" id="{255B7DA7-E4FD-40B8-F7BB-2A77E60892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FE70ACE-53CB-C0B1-9651-2EA8B294E963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216F091C-396C-959C-38F8-34564E92C3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50B3F0E-2D56-A6F0-EA57-8D50EAC5B4C5}"/>
              </a:ext>
            </a:extLst>
          </p:cNvPr>
          <p:cNvSpPr/>
          <p:nvPr/>
        </p:nvSpPr>
        <p:spPr>
          <a:xfrm rot="5400000">
            <a:off x="-850931" y="16116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3BA511E-1314-C128-A483-12D86041BCDE}"/>
              </a:ext>
            </a:extLst>
          </p:cNvPr>
          <p:cNvGrpSpPr/>
          <p:nvPr/>
        </p:nvGrpSpPr>
        <p:grpSpPr>
          <a:xfrm rot="10800000" flipH="1">
            <a:off x="9344730" y="207226"/>
            <a:ext cx="1947465" cy="3013886"/>
            <a:chOff x="9994434" y="207226"/>
            <a:chExt cx="1947465" cy="3013886"/>
          </a:xfrm>
          <a:solidFill>
            <a:srgbClr val="3F51B5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A201E6B-FE77-4B6D-42E9-6E0D21C07288}"/>
                </a:ext>
              </a:extLst>
            </p:cNvPr>
            <p:cNvCxnSpPr>
              <a:cxnSpLocks/>
            </p:cNvCxnSpPr>
            <p:nvPr/>
          </p:nvCxnSpPr>
          <p:spPr>
            <a:xfrm>
              <a:off x="11926660" y="207226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64F5E7A-BE4A-FE3B-0E93-DFB4F2F916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9885" y="591504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0801CA1-CDB1-318D-D5F1-518E06236E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4434" y="3200054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AB96C8F-C0A4-5988-AE62-DABA7FE0A4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80865" y="2975422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18" descr="A blue and black logo&#10;&#10;AI-generated content may be incorrect.">
            <a:extLst>
              <a:ext uri="{FF2B5EF4-FFF2-40B4-BE49-F238E27FC236}">
                <a16:creationId xmlns:a16="http://schemas.microsoft.com/office/drawing/2014/main" id="{BEDBFFB6-2F7C-E4D5-69ED-5FB45BAD2B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21" name="Content Placeholder 2" descr="A blue arrows on a white background&#10;&#10;AI-generated content may be incorrect.">
            <a:extLst>
              <a:ext uri="{FF2B5EF4-FFF2-40B4-BE49-F238E27FC236}">
                <a16:creationId xmlns:a16="http://schemas.microsoft.com/office/drawing/2014/main" id="{7C0B8723-CE94-6960-AAC6-1E6C668EEF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3" name="Picture 22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6D3D4B44-637E-EE38-D8F7-E3723E57937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34A7626-BA7F-F3CD-C820-314EE21A5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465" y="2224197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 descr="A blue circuit board with a display&#10;&#10;AI-generated content may be incorrect.">
            <a:extLst>
              <a:ext uri="{FF2B5EF4-FFF2-40B4-BE49-F238E27FC236}">
                <a16:creationId xmlns:a16="http://schemas.microsoft.com/office/drawing/2014/main" id="{CE10AFC3-C472-3012-AC80-C11C197F14D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7043" t="3645" r="17559" b="13580"/>
          <a:stretch>
            <a:fillRect/>
          </a:stretch>
        </p:blipFill>
        <p:spPr>
          <a:xfrm>
            <a:off x="1964567" y="599047"/>
            <a:ext cx="7389389" cy="528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360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sign with black text&#10;&#10;Description automatically generated">
            <a:extLst>
              <a:ext uri="{FF2B5EF4-FFF2-40B4-BE49-F238E27FC236}">
                <a16:creationId xmlns:a16="http://schemas.microsoft.com/office/drawing/2014/main" id="{082F88AD-7720-D284-F770-3019D01327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6734A8C-800B-0B3A-E26A-6F0AE0AA7DF1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AE5EC2B9-E633-A431-89B9-0D79F00CE3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80C5071-05A0-A775-9712-98ADB37B0114}"/>
              </a:ext>
            </a:extLst>
          </p:cNvPr>
          <p:cNvSpPr/>
          <p:nvPr/>
        </p:nvSpPr>
        <p:spPr>
          <a:xfrm rot="5400000">
            <a:off x="-850931" y="16116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CAE8ED0-173D-32C1-6ABD-458A29607D34}"/>
              </a:ext>
            </a:extLst>
          </p:cNvPr>
          <p:cNvGrpSpPr/>
          <p:nvPr/>
        </p:nvGrpSpPr>
        <p:grpSpPr>
          <a:xfrm rot="10800000" flipH="1">
            <a:off x="9344730" y="207226"/>
            <a:ext cx="1947465" cy="3013886"/>
            <a:chOff x="9994434" y="207226"/>
            <a:chExt cx="1947465" cy="3013886"/>
          </a:xfrm>
          <a:solidFill>
            <a:srgbClr val="3F51B5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D8475B6-680C-7F12-0011-3B6A0CAC23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26660" y="207226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FCB69D7-34BB-6E4D-63D4-40954F4B08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9885" y="591504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013A5E0-35E3-8BA4-7433-6BACE4BA20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4434" y="3200054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BF51829-47E4-3664-AB52-C349A94B77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80865" y="2975422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18" descr="A blue and black logo&#10;&#10;AI-generated content may be incorrect.">
            <a:extLst>
              <a:ext uri="{FF2B5EF4-FFF2-40B4-BE49-F238E27FC236}">
                <a16:creationId xmlns:a16="http://schemas.microsoft.com/office/drawing/2014/main" id="{412C3E6F-7B6F-0E52-CBB9-CA27AF7B15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21" name="Content Placeholder 2" descr="A blue arrows on a white background&#10;&#10;AI-generated content may be incorrect.">
            <a:extLst>
              <a:ext uri="{FF2B5EF4-FFF2-40B4-BE49-F238E27FC236}">
                <a16:creationId xmlns:a16="http://schemas.microsoft.com/office/drawing/2014/main" id="{42F01954-2FD0-8D03-620F-18C09E98BE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3" name="Picture 22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65F53B16-13A9-F994-2C10-763712D6130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A41AAA8-A28E-187F-D992-31B0157F3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465" y="2224197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216C58-31D1-C8D3-71B1-8CA8F74B79C2}"/>
              </a:ext>
            </a:extLst>
          </p:cNvPr>
          <p:cNvSpPr txBox="1"/>
          <p:nvPr/>
        </p:nvSpPr>
        <p:spPr>
          <a:xfrm>
            <a:off x="2457743" y="682690"/>
            <a:ext cx="701976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chemeClr val="tx2">
                    <a:lumMod val="90000"/>
                    <a:lumOff val="10000"/>
                  </a:schemeClr>
                </a:solidFill>
                <a:ea typeface="+mn-lt"/>
                <a:cs typeface="+mn-lt"/>
              </a:rPr>
              <a:t>From Analog Input → to Digital Output</a:t>
            </a:r>
            <a:endParaRPr lang="en-US" sz="2800" b="1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7ACFB-4E19-0803-CEAD-3F5B504C0B27}"/>
              </a:ext>
            </a:extLst>
          </p:cNvPr>
          <p:cNvSpPr txBox="1"/>
          <p:nvPr/>
        </p:nvSpPr>
        <p:spPr>
          <a:xfrm>
            <a:off x="460657" y="1326909"/>
            <a:ext cx="11926248" cy="46474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ea typeface="+mn-lt"/>
                <a:cs typeface="+mn-lt"/>
              </a:rPr>
              <a:t>1.Analog Signal arrives at the pin</a:t>
            </a:r>
            <a:endParaRPr lang="en-US"/>
          </a:p>
          <a:p>
            <a:r>
              <a:rPr lang="en-US" sz="2800" b="1">
                <a:ea typeface="+mn-lt"/>
                <a:cs typeface="+mn-lt"/>
              </a:rPr>
              <a:t>2. Analog Multiplexer (MUX)</a:t>
            </a:r>
            <a:endParaRPr lang="en-US" sz="2800" b="1"/>
          </a:p>
          <a:p>
            <a:pPr marL="457200" indent="-4572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The MUX selects which analog pin will be connected to the ADC.</a:t>
            </a:r>
            <a:endParaRPr lang="en-US" sz="2400"/>
          </a:p>
          <a:p>
            <a:pPr marL="457200" indent="-4572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 When you call </a:t>
            </a:r>
            <a:r>
              <a:rPr lang="en-US" sz="2400" err="1">
                <a:latin typeface="Consolas"/>
              </a:rPr>
              <a:t>analogRead</a:t>
            </a:r>
            <a:r>
              <a:rPr lang="en-US" sz="2400">
                <a:latin typeface="Consolas"/>
              </a:rPr>
              <a:t>(A2)</a:t>
            </a:r>
            <a:r>
              <a:rPr lang="en-US" sz="2400">
                <a:ea typeface="+mn-lt"/>
                <a:cs typeface="+mn-lt"/>
              </a:rPr>
              <a:t>, the MUX connects pin A2 to the ADC input.</a:t>
            </a:r>
            <a:endParaRPr lang="en-US" sz="2400"/>
          </a:p>
          <a:p>
            <a:r>
              <a:rPr lang="en-US" sz="2800" b="1"/>
              <a:t>3. </a:t>
            </a:r>
            <a:r>
              <a:rPr lang="en-US" sz="2800" b="1">
                <a:ea typeface="+mn-lt"/>
                <a:cs typeface="+mn-lt"/>
              </a:rPr>
              <a:t>Before conversion, the ADC must freeze the input voltage.</a:t>
            </a:r>
            <a:endParaRPr lang="en-US" sz="2800" b="1"/>
          </a:p>
          <a:p>
            <a:r>
              <a:rPr lang="en-US" sz="2800" b="1"/>
              <a:t>4.</a:t>
            </a:r>
            <a:r>
              <a:rPr lang="en-US" sz="2800" b="1">
                <a:ea typeface="+mn-lt"/>
                <a:cs typeface="+mn-lt"/>
              </a:rPr>
              <a:t> ADC measures the input voltage relative to </a:t>
            </a:r>
            <a:r>
              <a:rPr lang="en-US" sz="2800" b="1" err="1">
                <a:ea typeface="+mn-lt"/>
                <a:cs typeface="+mn-lt"/>
              </a:rPr>
              <a:t>Vref</a:t>
            </a:r>
            <a:r>
              <a:rPr lang="en-US" sz="2800" b="1">
                <a:ea typeface="+mn-lt"/>
                <a:cs typeface="+mn-lt"/>
              </a:rPr>
              <a:t>.</a:t>
            </a:r>
            <a:endParaRPr lang="en-US" sz="2800" b="1"/>
          </a:p>
          <a:p>
            <a:r>
              <a:rPr lang="en-US" sz="2800" b="1"/>
              <a:t>5. </a:t>
            </a:r>
            <a:r>
              <a:rPr lang="en-US" sz="2800" b="1">
                <a:ea typeface="+mn-lt"/>
                <a:cs typeface="+mn-lt"/>
              </a:rPr>
              <a:t>AVR uses a Successive Approximation Register (SAR) ADC</a:t>
            </a:r>
            <a:r>
              <a:rPr lang="en-US" sz="2800"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   </a:t>
            </a:r>
            <a:r>
              <a:rPr lang="en-US" sz="2400">
                <a:ea typeface="+mn-lt"/>
                <a:cs typeface="+mn-lt"/>
              </a:rPr>
              <a:t> Compares the input voltage with internal reference steps.</a:t>
            </a:r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      Approximates the closest digital value.</a:t>
            </a:r>
            <a:endParaRPr lang="en-US" sz="2400"/>
          </a:p>
          <a:p>
            <a:r>
              <a:rPr lang="en-US" sz="2800" b="1">
                <a:ea typeface="+mn-lt"/>
                <a:cs typeface="+mn-lt"/>
              </a:rPr>
              <a:t>6. ADC Result Registers</a:t>
            </a:r>
          </a:p>
          <a:p>
            <a:r>
              <a:rPr lang="en-US" sz="2800" b="1">
                <a:ea typeface="+mn-lt"/>
                <a:cs typeface="+mn-lt"/>
              </a:rPr>
              <a:t>7. CPU Processing</a:t>
            </a:r>
          </a:p>
        </p:txBody>
      </p:sp>
    </p:spTree>
    <p:extLst>
      <p:ext uri="{BB962C8B-B14F-4D97-AF65-F5344CB8AC3E}">
        <p14:creationId xmlns:p14="http://schemas.microsoft.com/office/powerpoint/2010/main" val="31868339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540C97-9196-A13C-CDAC-9922012B3B38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4DE9D4-941A-2BBA-18CB-447ABF17E0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white arrows on a black background&#10;&#10;AI-generated content may be incorrect.">
            <a:extLst>
              <a:ext uri="{FF2B5EF4-FFF2-40B4-BE49-F238E27FC236}">
                <a16:creationId xmlns:a16="http://schemas.microsoft.com/office/drawing/2014/main" id="{C29440D6-D2C9-2E58-0CF6-42DCF01FB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white sign with black text&#10;&#10;Description automatically generated">
            <a:extLst>
              <a:ext uri="{FF2B5EF4-FFF2-40B4-BE49-F238E27FC236}">
                <a16:creationId xmlns:a16="http://schemas.microsoft.com/office/drawing/2014/main" id="{9C9C222C-6437-ABB1-B9E2-CD4892C596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FF963C8C-02A6-16BB-B4D1-D2EAC27CCD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AAF3400-719A-7ECE-6FFA-16511BF34895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580003" y="345441"/>
            <a:chExt cx="1329559" cy="3009868"/>
          </a:xfrm>
          <a:solidFill>
            <a:srgbClr val="3F51B5"/>
          </a:solidFill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332C91E-3670-03DF-0D6C-87569B2F654C}"/>
                </a:ext>
              </a:extLst>
            </p:cNvPr>
            <p:cNvCxnSpPr>
              <a:cxnSpLocks/>
            </p:cNvCxnSpPr>
            <p:nvPr/>
          </p:nvCxnSpPr>
          <p:spPr>
            <a:xfrm>
              <a:off x="11894322" y="34544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6F16CA8-77E3-6B93-9C55-27AC04B5FA2F}"/>
                </a:ext>
              </a:extLst>
            </p:cNvPr>
            <p:cNvCxnSpPr>
              <a:cxnSpLocks/>
            </p:cNvCxnSpPr>
            <p:nvPr/>
          </p:nvCxnSpPr>
          <p:spPr>
            <a:xfrm>
              <a:off x="11665722" y="63500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0BBF718-FFAA-AFCA-B39C-3D8238D8B9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80003" y="334190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962F593-2343-7211-5E7C-DDAB66B28B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79287" y="314779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91FB3E00-B195-CE3B-5293-A7B09B761F6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F16054-EFA9-0F3E-D2E3-62034690A924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2" name="Picture 1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A7E8DB92-078B-115B-1B1F-B9FDFE327A0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3" name="Title 14">
            <a:extLst>
              <a:ext uri="{FF2B5EF4-FFF2-40B4-BE49-F238E27FC236}">
                <a16:creationId xmlns:a16="http://schemas.microsoft.com/office/drawing/2014/main" id="{D36470AC-BDD3-84BD-DF99-D6B6EE05766D}"/>
              </a:ext>
            </a:extLst>
          </p:cNvPr>
          <p:cNvSpPr>
            <a:spLocks noGrp="1"/>
          </p:cNvSpPr>
          <p:nvPr/>
        </p:nvSpPr>
        <p:spPr>
          <a:xfrm>
            <a:off x="2172686" y="1507987"/>
            <a:ext cx="76772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>
                <a:solidFill>
                  <a:schemeClr val="bg2"/>
                </a:solidFill>
              </a:rPr>
              <a:t>Session Task</a:t>
            </a:r>
            <a:endParaRPr lang="en-US">
              <a:solidFill>
                <a:schemeClr val="bg2"/>
              </a:solidFill>
            </a:endParaRPr>
          </a:p>
        </p:txBody>
      </p:sp>
      <p:pic>
        <p:nvPicPr>
          <p:cNvPr id="14" name="Content Placeholder 2" descr="A blue arrows on a white background&#10;&#10;AI-generated content may be incorrect.">
            <a:extLst>
              <a:ext uri="{FF2B5EF4-FFF2-40B4-BE49-F238E27FC236}">
                <a16:creationId xmlns:a16="http://schemas.microsoft.com/office/drawing/2014/main" id="{9A71E845-C9FF-961B-2856-95A08F8568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5D2F2B-F8C9-8642-F8EE-2D97D5B6478E}"/>
              </a:ext>
            </a:extLst>
          </p:cNvPr>
          <p:cNvSpPr txBox="1"/>
          <p:nvPr/>
        </p:nvSpPr>
        <p:spPr>
          <a:xfrm>
            <a:off x="2208807" y="3105741"/>
            <a:ext cx="903477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ea typeface="+mn-lt"/>
                <a:cs typeface="+mn-lt"/>
              </a:rPr>
              <a:t>Potentiometer controls LED brightness</a:t>
            </a:r>
            <a:endParaRPr lang="en-US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012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white sign with black text&#10;&#10;Description automatically generated">
            <a:extLst>
              <a:ext uri="{FF2B5EF4-FFF2-40B4-BE49-F238E27FC236}">
                <a16:creationId xmlns:a16="http://schemas.microsoft.com/office/drawing/2014/main" id="{1014D5C5-D536-D5FF-E477-732B1F4864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D2496430-7A2F-FA40-C579-E91E1CABC414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3" name="Picture 32" descr="A black and white logo&#10;&#10;AI-generated content may be incorrect.">
            <a:extLst>
              <a:ext uri="{FF2B5EF4-FFF2-40B4-BE49-F238E27FC236}">
                <a16:creationId xmlns:a16="http://schemas.microsoft.com/office/drawing/2014/main" id="{56FFB2D5-CE4A-4F36-1C67-872ABFC96E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2E35C067-E1FE-162B-FA87-ABE459DBB1BA}"/>
              </a:ext>
            </a:extLst>
          </p:cNvPr>
          <p:cNvSpPr/>
          <p:nvPr/>
        </p:nvSpPr>
        <p:spPr>
          <a:xfrm rot="5400000">
            <a:off x="-850931" y="16116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4F80F1F-142B-64A2-77EF-C545F83F24D8}"/>
              </a:ext>
            </a:extLst>
          </p:cNvPr>
          <p:cNvGrpSpPr/>
          <p:nvPr/>
        </p:nvGrpSpPr>
        <p:grpSpPr>
          <a:xfrm rot="10800000" flipH="1">
            <a:off x="9344730" y="207226"/>
            <a:ext cx="1947465" cy="3013886"/>
            <a:chOff x="9994434" y="207226"/>
            <a:chExt cx="1947465" cy="3013886"/>
          </a:xfrm>
          <a:solidFill>
            <a:srgbClr val="3F51B5"/>
          </a:solidFill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C9CEED2-09C7-5BEB-E118-4EACC59E724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6660" y="207226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061EB8E-FF73-BEBD-854B-F6B44A9E24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9885" y="591504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7638476-3B13-1028-7862-08FA04A990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4434" y="3200054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EA50225-007B-0E53-2029-0062855061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80865" y="2975422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3" name="Picture 42" descr="A blue and black logo&#10;&#10;AI-generated content may be incorrect.">
            <a:extLst>
              <a:ext uri="{FF2B5EF4-FFF2-40B4-BE49-F238E27FC236}">
                <a16:creationId xmlns:a16="http://schemas.microsoft.com/office/drawing/2014/main" id="{E79F66AE-5C0E-7AA0-9948-6D81352188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45" name="Content Placeholder 2" descr="A blue arrows on a white background&#10;&#10;AI-generated content may be incorrect.">
            <a:extLst>
              <a:ext uri="{FF2B5EF4-FFF2-40B4-BE49-F238E27FC236}">
                <a16:creationId xmlns:a16="http://schemas.microsoft.com/office/drawing/2014/main" id="{87E7E27B-96FC-7230-5FDC-896BE4C66F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47" name="Picture 46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E9BBE084-2F3C-5891-143F-303DA30070B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1B4B8916-FF5B-2D8F-04F5-F884E2184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465" y="2224197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708D5A11-5812-91AA-7A76-644DC68E8D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6363" y="900113"/>
            <a:ext cx="9439275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0789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sign with black text&#10;&#10;Description automatically generated">
            <a:extLst>
              <a:ext uri="{FF2B5EF4-FFF2-40B4-BE49-F238E27FC236}">
                <a16:creationId xmlns:a16="http://schemas.microsoft.com/office/drawing/2014/main" id="{5471053C-91E3-A05F-444A-D7B312B8D9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CF7E245-1B03-63C6-6977-5DDBF2A583E0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7D66FDD7-487F-9F26-9A84-33088618C7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A0058C0-8C1E-D49C-3E85-CEC09FF74A38}"/>
              </a:ext>
            </a:extLst>
          </p:cNvPr>
          <p:cNvSpPr/>
          <p:nvPr/>
        </p:nvSpPr>
        <p:spPr>
          <a:xfrm rot="5400000">
            <a:off x="-850931" y="16116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773AE84-0DE0-D066-78F7-FC0E44AC18A8}"/>
              </a:ext>
            </a:extLst>
          </p:cNvPr>
          <p:cNvGrpSpPr/>
          <p:nvPr/>
        </p:nvGrpSpPr>
        <p:grpSpPr>
          <a:xfrm rot="10800000" flipH="1">
            <a:off x="9344730" y="207226"/>
            <a:ext cx="1947465" cy="3013886"/>
            <a:chOff x="9994434" y="207226"/>
            <a:chExt cx="1947465" cy="3013886"/>
          </a:xfrm>
          <a:solidFill>
            <a:srgbClr val="3F51B5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A35973B-6267-F38A-8B2B-42C1AB8B9CCB}"/>
                </a:ext>
              </a:extLst>
            </p:cNvPr>
            <p:cNvCxnSpPr>
              <a:cxnSpLocks/>
            </p:cNvCxnSpPr>
            <p:nvPr/>
          </p:nvCxnSpPr>
          <p:spPr>
            <a:xfrm>
              <a:off x="11926660" y="207226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6CA4A6A-986B-EB03-B3D3-6A52490A4A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9885" y="591504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EC4E7B0-E1D5-F152-28E4-03EA3B0CDD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4434" y="3200054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8F9B2B2-0024-F56E-7413-D797F21B20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80865" y="2975422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18" descr="A blue and black logo&#10;&#10;AI-generated content may be incorrect.">
            <a:extLst>
              <a:ext uri="{FF2B5EF4-FFF2-40B4-BE49-F238E27FC236}">
                <a16:creationId xmlns:a16="http://schemas.microsoft.com/office/drawing/2014/main" id="{1AAEEB82-6670-FB6E-86B1-29AB5E7E14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21" name="Content Placeholder 2" descr="A blue arrows on a white background&#10;&#10;AI-generated content may be incorrect.">
            <a:extLst>
              <a:ext uri="{FF2B5EF4-FFF2-40B4-BE49-F238E27FC236}">
                <a16:creationId xmlns:a16="http://schemas.microsoft.com/office/drawing/2014/main" id="{09C3756B-BF49-0FD7-4F74-D1250B382E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3" name="Picture 22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6CA76F9E-0729-946D-5659-0E7A7AF724E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F9A81BE-9C9E-D2AB-0035-8BCA3B0C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465" y="2224197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155AF1-2A08-101B-4E03-F47C8270456A}"/>
              </a:ext>
            </a:extLst>
          </p:cNvPr>
          <p:cNvSpPr txBox="1"/>
          <p:nvPr/>
        </p:nvSpPr>
        <p:spPr>
          <a:xfrm>
            <a:off x="1499810" y="6048"/>
            <a:ext cx="9543143" cy="6849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#define F_CPU 8000000UL</a:t>
            </a:r>
          </a:p>
          <a:p>
            <a:r>
              <a:rPr lang="en-US">
                <a:ea typeface="+mn-lt"/>
                <a:cs typeface="+mn-lt"/>
              </a:rPr>
              <a:t>#include &lt;</a:t>
            </a:r>
            <a:r>
              <a:rPr lang="en-US" err="1">
                <a:ea typeface="+mn-lt"/>
                <a:cs typeface="+mn-lt"/>
              </a:rPr>
              <a:t>avr</a:t>
            </a:r>
            <a:r>
              <a:rPr lang="en-US">
                <a:ea typeface="+mn-lt"/>
                <a:cs typeface="+mn-lt"/>
              </a:rPr>
              <a:t>/</a:t>
            </a:r>
            <a:r>
              <a:rPr lang="en-US" err="1">
                <a:ea typeface="+mn-lt"/>
                <a:cs typeface="+mn-lt"/>
              </a:rPr>
              <a:t>io.h</a:t>
            </a:r>
            <a:r>
              <a:rPr lang="en-US">
                <a:ea typeface="+mn-lt"/>
                <a:cs typeface="+mn-lt"/>
              </a:rPr>
              <a:t>&gt;</a:t>
            </a:r>
            <a:endParaRPr lang="en-US"/>
          </a:p>
          <a:p>
            <a:r>
              <a:rPr lang="en-US">
                <a:ea typeface="+mn-lt"/>
                <a:cs typeface="+mn-lt"/>
              </a:rPr>
              <a:t>void ADC_Init(){</a:t>
            </a:r>
          </a:p>
          <a:p>
            <a:r>
              <a:rPr lang="en-US">
                <a:ea typeface="+mn-lt"/>
                <a:cs typeface="+mn-lt"/>
              </a:rPr>
              <a:t>    ADMUX = (1 &lt;&lt; REFS0); </a:t>
            </a:r>
          </a:p>
          <a:p>
            <a:r>
              <a:rPr lang="en-US">
                <a:ea typeface="+mn-lt"/>
                <a:cs typeface="+mn-lt"/>
              </a:rPr>
              <a:t>    ADCSRA = (1 &lt;&lt; ADEN)  </a:t>
            </a:r>
          </a:p>
          <a:p>
            <a:r>
              <a:rPr lang="en-US">
                <a:ea typeface="+mn-lt"/>
                <a:cs typeface="+mn-lt"/>
              </a:rPr>
              <a:t>           | (1 &lt;&lt; ADPS2) | (1 &lt;&lt; ADPS1); </a:t>
            </a:r>
          </a:p>
          <a:p>
            <a:r>
              <a:rPr lang="en-US">
                <a:ea typeface="+mn-lt"/>
                <a:cs typeface="+mn-lt"/>
              </a:rPr>
              <a:t>}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uint16_t </a:t>
            </a:r>
            <a:r>
              <a:rPr lang="en-US" err="1">
                <a:ea typeface="+mn-lt"/>
                <a:cs typeface="+mn-lt"/>
              </a:rPr>
              <a:t>ADC_Read</a:t>
            </a:r>
            <a:r>
              <a:rPr lang="en-US">
                <a:ea typeface="+mn-lt"/>
                <a:cs typeface="+mn-lt"/>
              </a:rPr>
              <a:t>(){</a:t>
            </a:r>
          </a:p>
          <a:p>
            <a:r>
              <a:rPr lang="en-US">
                <a:ea typeface="+mn-lt"/>
                <a:cs typeface="+mn-lt"/>
              </a:rPr>
              <a:t>    ADCSRA |= (1 &lt;&lt; ADSC);        </a:t>
            </a:r>
          </a:p>
          <a:p>
            <a:r>
              <a:rPr lang="en-US">
                <a:ea typeface="+mn-lt"/>
                <a:cs typeface="+mn-lt"/>
              </a:rPr>
              <a:t>    while (ADCSRA &amp; (1 &lt;&lt; ADSC));  </a:t>
            </a:r>
          </a:p>
          <a:p>
            <a:r>
              <a:rPr lang="en-US">
                <a:ea typeface="+mn-lt"/>
                <a:cs typeface="+mn-lt"/>
              </a:rPr>
              <a:t>    return ADC;</a:t>
            </a:r>
          </a:p>
          <a:p>
            <a:r>
              <a:rPr lang="en-US">
                <a:ea typeface="+mn-lt"/>
                <a:cs typeface="+mn-lt"/>
              </a:rPr>
              <a:t>}</a:t>
            </a:r>
          </a:p>
          <a:p>
            <a:r>
              <a:rPr lang="en-US">
                <a:ea typeface="+mn-lt"/>
                <a:cs typeface="+mn-lt"/>
              </a:rPr>
              <a:t>void </a:t>
            </a:r>
            <a:r>
              <a:rPr lang="en-US" err="1">
                <a:ea typeface="+mn-lt"/>
                <a:cs typeface="+mn-lt"/>
              </a:rPr>
              <a:t>PWM_Init</a:t>
            </a:r>
            <a:r>
              <a:rPr lang="en-US">
                <a:ea typeface="+mn-lt"/>
                <a:cs typeface="+mn-lt"/>
              </a:rPr>
              <a:t>(){</a:t>
            </a:r>
          </a:p>
          <a:p>
            <a:r>
              <a:rPr lang="en-US">
                <a:ea typeface="+mn-lt"/>
                <a:cs typeface="+mn-lt"/>
              </a:rPr>
              <a:t>    DDRD |= (1 &lt;&lt; PD5);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TCCR1A = (1 &lt;&lt; COM1A1) | (1 &lt;&lt; WGM10); </a:t>
            </a:r>
          </a:p>
          <a:p>
            <a:r>
              <a:rPr lang="en-US">
                <a:ea typeface="+mn-lt"/>
                <a:cs typeface="+mn-lt"/>
              </a:rPr>
              <a:t>    TCCR1B = (1 &lt;&lt; WGM12) | (1 &lt;&lt; CS11);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int main(){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ADC_Init();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</a:t>
            </a:r>
            <a:r>
              <a:rPr lang="en-US" err="1">
                <a:ea typeface="+mn-lt"/>
                <a:cs typeface="+mn-lt"/>
              </a:rPr>
              <a:t>PWM_Init</a:t>
            </a:r>
            <a:r>
              <a:rPr lang="en-US">
                <a:ea typeface="+mn-lt"/>
                <a:cs typeface="+mn-lt"/>
              </a:rPr>
              <a:t>();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while (1)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{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     uint16_t </a:t>
            </a:r>
            <a:r>
              <a:rPr lang="en-US" err="1">
                <a:ea typeface="+mn-lt"/>
                <a:cs typeface="+mn-lt"/>
              </a:rPr>
              <a:t>adc_value</a:t>
            </a:r>
            <a:r>
              <a:rPr lang="en-US">
                <a:ea typeface="+mn-lt"/>
                <a:cs typeface="+mn-lt"/>
              </a:rPr>
              <a:t> = </a:t>
            </a:r>
            <a:r>
              <a:rPr lang="en-US" err="1">
                <a:ea typeface="+mn-lt"/>
                <a:cs typeface="+mn-lt"/>
              </a:rPr>
              <a:t>ADC_Read</a:t>
            </a:r>
            <a:r>
              <a:rPr lang="en-US">
                <a:ea typeface="+mn-lt"/>
                <a:cs typeface="+mn-lt"/>
              </a:rPr>
              <a:t>(); 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     OCR1A = </a:t>
            </a:r>
            <a:r>
              <a:rPr lang="en-US" err="1">
                <a:ea typeface="+mn-lt"/>
                <a:cs typeface="+mn-lt"/>
              </a:rPr>
              <a:t>adc_value</a:t>
            </a:r>
            <a:r>
              <a:rPr lang="en-US">
                <a:ea typeface="+mn-lt"/>
                <a:cs typeface="+mn-lt"/>
              </a:rPr>
              <a:t> / 4;      }</a:t>
            </a:r>
          </a:p>
          <a:p>
            <a:r>
              <a:rPr lang="en-US">
                <a:ea typeface="+mn-lt"/>
                <a:cs typeface="+mn-lt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6856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9311F0-3342-8C68-3B35-C6129D063C7F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9574F7-C108-07A8-0D5F-8D29C04A0B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7754EB-974D-7F80-17B5-80828DCEE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white sign with black text&#10;&#10;Description automatically generated">
            <a:extLst>
              <a:ext uri="{FF2B5EF4-FFF2-40B4-BE49-F238E27FC236}">
                <a16:creationId xmlns:a16="http://schemas.microsoft.com/office/drawing/2014/main" id="{DE00748A-83DE-5E5C-5360-ACAFB5CB29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BDB297-87B9-3C99-01A0-4E3BF3E287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4F4621A-813B-7F96-480C-ABC948565BA4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580003" y="345441"/>
            <a:chExt cx="1329559" cy="3009868"/>
          </a:xfrm>
          <a:solidFill>
            <a:srgbClr val="3F51B5"/>
          </a:solidFill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3B9133C-F8DA-E2C8-3B54-E628EE25A244}"/>
                </a:ext>
              </a:extLst>
            </p:cNvPr>
            <p:cNvCxnSpPr>
              <a:cxnSpLocks/>
            </p:cNvCxnSpPr>
            <p:nvPr/>
          </p:nvCxnSpPr>
          <p:spPr>
            <a:xfrm>
              <a:off x="11894322" y="34544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674E4ED-B657-AD50-8E6C-C8373D54E00E}"/>
                </a:ext>
              </a:extLst>
            </p:cNvPr>
            <p:cNvCxnSpPr>
              <a:cxnSpLocks/>
            </p:cNvCxnSpPr>
            <p:nvPr/>
          </p:nvCxnSpPr>
          <p:spPr>
            <a:xfrm>
              <a:off x="11665722" y="63500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236BE16-2B7E-0662-28B8-D25A282273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80003" y="334190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EB41BF9-B86E-4ADD-ACA6-C6D5B7D23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79287" y="314779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10779551-7649-3416-542B-61F0DDB490A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8A4177-4F55-6F77-D905-9C6547544CFE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2" name="Picture 1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13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sp>
        <p:nvSpPr>
          <p:cNvPr id="14" name="Title 14">
            <a:extLst>
              <a:ext uri="{FF2B5EF4-FFF2-40B4-BE49-F238E27FC236}">
                <a16:creationId xmlns:a16="http://schemas.microsoft.com/office/drawing/2014/main" id="{3DF88318-EE4D-BBFA-88E2-47338D74AB71}"/>
              </a:ext>
            </a:extLst>
          </p:cNvPr>
          <p:cNvSpPr>
            <a:spLocks noGrp="1"/>
          </p:cNvSpPr>
          <p:nvPr/>
        </p:nvSpPr>
        <p:spPr>
          <a:xfrm>
            <a:off x="3697130" y="1505752"/>
            <a:ext cx="464022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0" b="1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B74792E-961E-0D4F-4546-DC2409F89C56}"/>
              </a:ext>
            </a:extLst>
          </p:cNvPr>
          <p:cNvSpPr txBox="1">
            <a:spLocks/>
          </p:cNvSpPr>
          <p:nvPr/>
        </p:nvSpPr>
        <p:spPr>
          <a:xfrm>
            <a:off x="3405904" y="3046969"/>
            <a:ext cx="52226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0" b="1">
                <a:solidFill>
                  <a:srgbClr val="FFFFFF"/>
                </a:solidFill>
              </a:rPr>
              <a:t>Any questions?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7DA418-099D-E0A3-C836-9D508BAED793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1A3105-4D05-7842-75BF-4C5D8CD465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C515678-3056-6E24-EEA3-7C6031AF6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 descr="A white sign with black text&#10;&#10;Description automatically generated">
            <a:extLst>
              <a:ext uri="{FF2B5EF4-FFF2-40B4-BE49-F238E27FC236}">
                <a16:creationId xmlns:a16="http://schemas.microsoft.com/office/drawing/2014/main" id="{B759CB36-2B90-95D1-341B-E9294A650F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21E58D5-5BDB-02FD-FD64-A2F3B7C133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EAC49A93-0FB0-922A-63AA-2EB09EF47D81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580003" y="345441"/>
            <a:chExt cx="1329559" cy="3009868"/>
          </a:xfrm>
          <a:solidFill>
            <a:srgbClr val="3F51B5"/>
          </a:solidFill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B66B3B2-FC7E-C228-46B8-937E03FE535F}"/>
                </a:ext>
              </a:extLst>
            </p:cNvPr>
            <p:cNvCxnSpPr>
              <a:cxnSpLocks/>
            </p:cNvCxnSpPr>
            <p:nvPr/>
          </p:nvCxnSpPr>
          <p:spPr>
            <a:xfrm>
              <a:off x="11894322" y="34544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B0F3BE4-0814-14ED-EB2E-0E750620BA81}"/>
                </a:ext>
              </a:extLst>
            </p:cNvPr>
            <p:cNvCxnSpPr>
              <a:cxnSpLocks/>
            </p:cNvCxnSpPr>
            <p:nvPr/>
          </p:nvCxnSpPr>
          <p:spPr>
            <a:xfrm>
              <a:off x="11665722" y="63500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3CC7ED-08BE-FF8F-8DB2-FDE31DF958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80003" y="334190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9047EA0-B9C6-1371-D858-4FC9929639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79287" y="314779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F19E4FD6-E877-3B6A-054C-ECDE0D33D77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658477-D747-9730-02E7-6FC25BC1F7E9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8" name="Picture 2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AA243E98-D9E6-2203-310A-37728E7EB6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29" name="Content Placeholder 2">
            <a:extLst>
              <a:ext uri="{FF2B5EF4-FFF2-40B4-BE49-F238E27FC236}">
                <a16:creationId xmlns:a16="http://schemas.microsoft.com/office/drawing/2014/main" id="{CDD71111-5514-644E-3628-12FF9D686A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sp>
        <p:nvSpPr>
          <p:cNvPr id="30" name="Title 14">
            <a:extLst>
              <a:ext uri="{FF2B5EF4-FFF2-40B4-BE49-F238E27FC236}">
                <a16:creationId xmlns:a16="http://schemas.microsoft.com/office/drawing/2014/main" id="{49562138-6B80-4D62-0753-6A7DB3C8E640}"/>
              </a:ext>
            </a:extLst>
          </p:cNvPr>
          <p:cNvSpPr>
            <a:spLocks noGrp="1"/>
          </p:cNvSpPr>
          <p:nvPr/>
        </p:nvSpPr>
        <p:spPr>
          <a:xfrm>
            <a:off x="3697130" y="1505752"/>
            <a:ext cx="464022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0" b="1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31" name="Title 14">
            <a:extLst>
              <a:ext uri="{FF2B5EF4-FFF2-40B4-BE49-F238E27FC236}">
                <a16:creationId xmlns:a16="http://schemas.microsoft.com/office/drawing/2014/main" id="{4054822A-DB2A-F681-926E-10CE8EC84281}"/>
              </a:ext>
            </a:extLst>
          </p:cNvPr>
          <p:cNvSpPr txBox="1">
            <a:spLocks/>
          </p:cNvSpPr>
          <p:nvPr/>
        </p:nvSpPr>
        <p:spPr>
          <a:xfrm>
            <a:off x="3405904" y="3046969"/>
            <a:ext cx="52226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0" b="1">
                <a:solidFill>
                  <a:srgbClr val="FFFFFF"/>
                </a:solidFill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355188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A380B-9D05-97B2-44BF-1D720478D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sign with black text&#10;&#10;Description automatically generated">
            <a:extLst>
              <a:ext uri="{FF2B5EF4-FFF2-40B4-BE49-F238E27FC236}">
                <a16:creationId xmlns:a16="http://schemas.microsoft.com/office/drawing/2014/main" id="{DE69AC5F-E617-E5A5-3620-FAFAB2B707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C084891-7623-DC7F-9A42-CD3DEDE55583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2707CB97-7928-834C-3BE8-6F125FA98C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0E1372C-CA25-A1AF-6429-54E8B6BE09AE}"/>
              </a:ext>
            </a:extLst>
          </p:cNvPr>
          <p:cNvSpPr/>
          <p:nvPr/>
        </p:nvSpPr>
        <p:spPr>
          <a:xfrm rot="5400000">
            <a:off x="-850931" y="16116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C59C299-8888-6F92-FF68-883D3A0E037B}"/>
              </a:ext>
            </a:extLst>
          </p:cNvPr>
          <p:cNvGrpSpPr/>
          <p:nvPr/>
        </p:nvGrpSpPr>
        <p:grpSpPr>
          <a:xfrm rot="10800000" flipH="1">
            <a:off x="9344730" y="207226"/>
            <a:ext cx="1947465" cy="3013886"/>
            <a:chOff x="9994434" y="207226"/>
            <a:chExt cx="1947465" cy="3013886"/>
          </a:xfrm>
          <a:solidFill>
            <a:srgbClr val="3F51B5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AC084D3-C839-6D88-1A50-CEEABDDCC7F3}"/>
                </a:ext>
              </a:extLst>
            </p:cNvPr>
            <p:cNvCxnSpPr>
              <a:cxnSpLocks/>
            </p:cNvCxnSpPr>
            <p:nvPr/>
          </p:nvCxnSpPr>
          <p:spPr>
            <a:xfrm>
              <a:off x="11926660" y="207226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B31D62E-3382-564E-246B-560009761A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9885" y="591504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BD9DEA3-765B-0441-557B-CF34B898F2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4434" y="3200054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6F6DC2-8F9E-4901-7AB0-7DF2DFA9D1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80865" y="2975422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18" descr="A blue and black logo&#10;&#10;AI-generated content may be incorrect.">
            <a:extLst>
              <a:ext uri="{FF2B5EF4-FFF2-40B4-BE49-F238E27FC236}">
                <a16:creationId xmlns:a16="http://schemas.microsoft.com/office/drawing/2014/main" id="{4B4C6DC9-EADD-F946-B2D7-4A585AF628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21" name="Content Placeholder 2" descr="A blue arrows on a white background&#10;&#10;AI-generated content may be incorrect.">
            <a:extLst>
              <a:ext uri="{FF2B5EF4-FFF2-40B4-BE49-F238E27FC236}">
                <a16:creationId xmlns:a16="http://schemas.microsoft.com/office/drawing/2014/main" id="{2DE6580E-7C5F-1638-AFB8-BA10200871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3" name="Picture 22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66F614B0-F7A5-7CD8-ED0D-95DC196EE75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A830B884-79B5-6DB2-557D-87910021D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465" y="2224197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C9CB01D-DF9D-7011-D07D-A35B1EF28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2D85EBD-7CFF-B218-5636-77A07DF3D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Example 1</a:t>
            </a:r>
          </a:p>
          <a:p>
            <a:r>
              <a:rPr lang="en-GB" dirty="0"/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755482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768</Words>
  <Application>Microsoft Office PowerPoint</Application>
  <PresentationFormat>Widescreen</PresentationFormat>
  <Paragraphs>128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Consolas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Digital Signals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Abdelwadoud Ahmad</cp:lastModifiedBy>
  <cp:revision>3</cp:revision>
  <dcterms:created xsi:type="dcterms:W3CDTF">2026-02-09T12:31:45Z</dcterms:created>
  <dcterms:modified xsi:type="dcterms:W3CDTF">2026-02-19T21:03:48Z</dcterms:modified>
</cp:coreProperties>
</file>