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  <p:sldMasterId id="2147483682" r:id="rId5"/>
  </p:sldMasterIdLst>
  <p:notesMasterIdLst>
    <p:notesMasterId r:id="rId41"/>
  </p:notesMasterIdLst>
  <p:sldIdLst>
    <p:sldId id="257" r:id="rId6"/>
    <p:sldId id="268" r:id="rId7"/>
    <p:sldId id="269" r:id="rId8"/>
    <p:sldId id="327" r:id="rId9"/>
    <p:sldId id="258" r:id="rId10"/>
    <p:sldId id="259" r:id="rId11"/>
    <p:sldId id="272" r:id="rId12"/>
    <p:sldId id="320" r:id="rId13"/>
    <p:sldId id="273" r:id="rId14"/>
    <p:sldId id="316" r:id="rId15"/>
    <p:sldId id="321" r:id="rId16"/>
    <p:sldId id="322" r:id="rId17"/>
    <p:sldId id="323" r:id="rId18"/>
    <p:sldId id="324" r:id="rId19"/>
    <p:sldId id="325" r:id="rId20"/>
    <p:sldId id="290" r:id="rId21"/>
    <p:sldId id="274" r:id="rId22"/>
    <p:sldId id="275" r:id="rId23"/>
    <p:sldId id="276" r:id="rId24"/>
    <p:sldId id="277" r:id="rId25"/>
    <p:sldId id="291" r:id="rId26"/>
    <p:sldId id="292" r:id="rId27"/>
    <p:sldId id="280" r:id="rId28"/>
    <p:sldId id="293" r:id="rId29"/>
    <p:sldId id="326" r:id="rId30"/>
    <p:sldId id="283" r:id="rId31"/>
    <p:sldId id="284" r:id="rId32"/>
    <p:sldId id="285" r:id="rId33"/>
    <p:sldId id="294" r:id="rId34"/>
    <p:sldId id="287" r:id="rId35"/>
    <p:sldId id="286" r:id="rId36"/>
    <p:sldId id="288" r:id="rId37"/>
    <p:sldId id="295" r:id="rId38"/>
    <p:sldId id="319" r:id="rId39"/>
    <p:sldId id="271" r:id="rId4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هند محمد عبدالعظيم احمد ابراهيم" initials="هند" lastIdx="1" clrIdx="0">
    <p:extLst>
      <p:ext uri="{19B8F6BF-5375-455C-9EA6-DF929625EA0E}">
        <p15:presenceInfo xmlns:p15="http://schemas.microsoft.com/office/powerpoint/2012/main" userId="S::11410120240652@stud.cu.edu.eg::e86b74b8-1e82-47ee-baab-55ff5cc6fd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91AF"/>
    <a:srgbClr val="F8FA9D"/>
    <a:srgbClr val="8DA1B9"/>
    <a:srgbClr val="E9AE7E"/>
    <a:srgbClr val="004567"/>
    <a:srgbClr val="026DA5"/>
    <a:srgbClr val="0000FF"/>
    <a:srgbClr val="5656B9"/>
    <a:srgbClr val="000000"/>
    <a:srgbClr val="468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4T08:53:0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23513 6553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4T09:09:42.010"/>
    </inkml:context>
    <inkml:brush xml:id="br0">
      <inkml:brushProperty name="width" value="0.1" units="cm"/>
      <inkml:brushProperty name="height" value="0.1" units="cm"/>
      <inkml:brushProperty name="color" value="#004F8B"/>
      <inkml:brushProperty name="ignorePressure" value="1"/>
    </inkml:brush>
  </inkml:definitions>
  <inkml:trace contextRef="#ctx0" brushRef="#br0">0 0,'0'148,"0"1617,0-1940,0 4245,0-2723,0-1139,0-209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09:09:50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09:09:51.2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4T09:09:51.5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14T08:53:0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23513 6553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50A56-7270-4321-92B3-C19135B7CE4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2C0E6-85B1-4A0C-8126-5FFA8399F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1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2C0E6-85B1-4A0C-8126-5FFA8399F4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29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6D1E8-8681-D204-D156-0BE4B933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E4DF7-2CAA-F9C7-9EBF-6C242620C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2DA18-17DD-0B2D-FE82-AD3D22675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04A3A-E641-3225-FD9C-7A0B01872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2C0E6-85B1-4A0C-8126-5FFA8399F4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7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57" name="Google Shape;508;p13"/>
          <p:cNvGrpSpPr/>
          <p:nvPr/>
        </p:nvGrpSpPr>
        <p:grpSpPr>
          <a:xfrm>
            <a:off x="-693000" y="2711880"/>
            <a:ext cx="1981440" cy="3308400"/>
            <a:chOff x="-693000" y="2711880"/>
            <a:chExt cx="1981440" cy="3308400"/>
          </a:xfrm>
        </p:grpSpPr>
        <p:sp>
          <p:nvSpPr>
            <p:cNvPr id="158" name="Google Shape;509;p13"/>
            <p:cNvSpPr/>
            <p:nvPr/>
          </p:nvSpPr>
          <p:spPr>
            <a:xfrm flipH="1">
              <a:off x="-504720" y="4279320"/>
              <a:ext cx="1139040" cy="986400"/>
            </a:xfrm>
            <a:custGeom>
              <a:avLst/>
              <a:gdLst>
                <a:gd name="textAreaLeft" fmla="*/ 360 w 1139040"/>
                <a:gd name="textAreaRight" fmla="*/ 1139760 w 1139040"/>
                <a:gd name="textAreaTop" fmla="*/ 0 h 986400"/>
                <a:gd name="textAreaBottom" fmla="*/ 986760 h 9864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9" name="Google Shape;510;p13"/>
            <p:cNvGrpSpPr/>
            <p:nvPr/>
          </p:nvGrpSpPr>
          <p:grpSpPr>
            <a:xfrm>
              <a:off x="171000" y="4682160"/>
              <a:ext cx="327960" cy="328320"/>
              <a:chOff x="171000" y="4682160"/>
              <a:chExt cx="327960" cy="328320"/>
            </a:xfrm>
          </p:grpSpPr>
          <p:sp>
            <p:nvSpPr>
              <p:cNvPr id="160" name="Google Shape;511;p13"/>
              <p:cNvSpPr/>
              <p:nvPr/>
            </p:nvSpPr>
            <p:spPr>
              <a:xfrm>
                <a:off x="171000" y="468216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512;p13"/>
              <p:cNvSpPr/>
              <p:nvPr/>
            </p:nvSpPr>
            <p:spPr>
              <a:xfrm>
                <a:off x="206280" y="47178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513;p13"/>
              <p:cNvSpPr/>
              <p:nvPr/>
            </p:nvSpPr>
            <p:spPr>
              <a:xfrm>
                <a:off x="241920" y="475308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514;p13"/>
              <p:cNvSpPr/>
              <p:nvPr/>
            </p:nvSpPr>
            <p:spPr>
              <a:xfrm>
                <a:off x="277200" y="4788720"/>
                <a:ext cx="115560" cy="115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515;p13"/>
              <p:cNvSpPr/>
              <p:nvPr/>
            </p:nvSpPr>
            <p:spPr>
              <a:xfrm>
                <a:off x="312840" y="48240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516;p13"/>
              <p:cNvSpPr/>
              <p:nvPr/>
            </p:nvSpPr>
            <p:spPr>
              <a:xfrm>
                <a:off x="348480" y="485964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517;p13"/>
              <p:cNvSpPr/>
              <p:nvPr/>
            </p:nvSpPr>
            <p:spPr>
              <a:xfrm>
                <a:off x="383400" y="489492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7" name="Google Shape;518;p13"/>
            <p:cNvGrpSpPr/>
            <p:nvPr/>
          </p:nvGrpSpPr>
          <p:grpSpPr>
            <a:xfrm>
              <a:off x="-693000" y="2711880"/>
              <a:ext cx="1116720" cy="1598040"/>
              <a:chOff x="-693000" y="2711880"/>
              <a:chExt cx="1116720" cy="1598040"/>
            </a:xfrm>
          </p:grpSpPr>
          <p:sp>
            <p:nvSpPr>
              <p:cNvPr id="168" name="Google Shape;519;p13"/>
              <p:cNvSpPr/>
              <p:nvPr/>
            </p:nvSpPr>
            <p:spPr>
              <a:xfrm rot="9000000">
                <a:off x="-283680" y="2659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69" name="Google Shape;520;p13"/>
              <p:cNvGrpSpPr/>
              <p:nvPr/>
            </p:nvGrpSpPr>
            <p:grpSpPr>
              <a:xfrm>
                <a:off x="290160" y="4120920"/>
                <a:ext cx="133560" cy="133560"/>
                <a:chOff x="290160" y="4120920"/>
                <a:chExt cx="133560" cy="133560"/>
              </a:xfrm>
            </p:grpSpPr>
            <p:sp>
              <p:nvSpPr>
                <p:cNvPr id="170" name="Google Shape;521;p13"/>
                <p:cNvSpPr/>
                <p:nvPr/>
              </p:nvSpPr>
              <p:spPr>
                <a:xfrm>
                  <a:off x="290160" y="412092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522;p13"/>
                <p:cNvSpPr/>
                <p:nvPr/>
              </p:nvSpPr>
              <p:spPr>
                <a:xfrm>
                  <a:off x="317160" y="415152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2" name="Google Shape;523;p13"/>
            <p:cNvGrpSpPr/>
            <p:nvPr/>
          </p:nvGrpSpPr>
          <p:grpSpPr>
            <a:xfrm>
              <a:off x="-132840" y="3610800"/>
              <a:ext cx="363960" cy="1786680"/>
              <a:chOff x="-132840" y="3610800"/>
              <a:chExt cx="363960" cy="1786680"/>
            </a:xfrm>
          </p:grpSpPr>
          <p:sp>
            <p:nvSpPr>
              <p:cNvPr id="173" name="Google Shape;524;p13"/>
              <p:cNvSpPr/>
              <p:nvPr/>
            </p:nvSpPr>
            <p:spPr>
              <a:xfrm rot="21519000">
                <a:off x="-35280" y="369180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4" name="Google Shape;525;p13"/>
              <p:cNvGrpSpPr/>
              <p:nvPr/>
            </p:nvGrpSpPr>
            <p:grpSpPr>
              <a:xfrm>
                <a:off x="-132840" y="3610800"/>
                <a:ext cx="181440" cy="181080"/>
                <a:chOff x="-132840" y="3610800"/>
                <a:chExt cx="181440" cy="181080"/>
              </a:xfrm>
            </p:grpSpPr>
            <p:sp>
              <p:nvSpPr>
                <p:cNvPr id="175" name="Google Shape;526;p13"/>
                <p:cNvSpPr/>
                <p:nvPr/>
              </p:nvSpPr>
              <p:spPr>
                <a:xfrm rot="12519000">
                  <a:off x="-108720" y="3634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" name="Google Shape;527;p13"/>
                <p:cNvSpPr/>
                <p:nvPr/>
              </p:nvSpPr>
              <p:spPr>
                <a:xfrm rot="12519000">
                  <a:off x="-81720" y="3664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7" name="Google Shape;528;p13"/>
            <p:cNvGrpSpPr/>
            <p:nvPr/>
          </p:nvGrpSpPr>
          <p:grpSpPr>
            <a:xfrm>
              <a:off x="171720" y="4422600"/>
              <a:ext cx="1116720" cy="1597680"/>
              <a:chOff x="171720" y="4422600"/>
              <a:chExt cx="1116720" cy="1597680"/>
            </a:xfrm>
          </p:grpSpPr>
          <p:sp>
            <p:nvSpPr>
              <p:cNvPr id="178" name="Google Shape;529;p13"/>
              <p:cNvSpPr/>
              <p:nvPr/>
            </p:nvSpPr>
            <p:spPr>
              <a:xfrm rot="19800000">
                <a:off x="632520" y="436968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9" name="Google Shape;530;p13"/>
              <p:cNvGrpSpPr/>
              <p:nvPr/>
            </p:nvGrpSpPr>
            <p:grpSpPr>
              <a:xfrm>
                <a:off x="171720" y="4478040"/>
                <a:ext cx="133560" cy="133560"/>
                <a:chOff x="171720" y="4478040"/>
                <a:chExt cx="133560" cy="133560"/>
              </a:xfrm>
            </p:grpSpPr>
            <p:sp>
              <p:nvSpPr>
                <p:cNvPr id="180" name="Google Shape;531;p13"/>
                <p:cNvSpPr/>
                <p:nvPr/>
              </p:nvSpPr>
              <p:spPr>
                <a:xfrm rot="10800000">
                  <a:off x="171720" y="44780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" name="Google Shape;532;p13"/>
                <p:cNvSpPr/>
                <p:nvPr/>
              </p:nvSpPr>
              <p:spPr>
                <a:xfrm rot="10800000">
                  <a:off x="198360" y="450828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82" name="Google Shape;533;p13"/>
          <p:cNvGrpSpPr/>
          <p:nvPr/>
        </p:nvGrpSpPr>
        <p:grpSpPr>
          <a:xfrm>
            <a:off x="6471000" y="-1724760"/>
            <a:ext cx="4026960" cy="4161240"/>
            <a:chOff x="6471000" y="-1724760"/>
            <a:chExt cx="4026960" cy="4161240"/>
          </a:xfrm>
        </p:grpSpPr>
        <p:grpSp>
          <p:nvGrpSpPr>
            <p:cNvPr id="183" name="Google Shape;534;p13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184" name="Google Shape;535;p13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536;p13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537;p13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7" name="Google Shape;538;p13"/>
            <p:cNvSpPr/>
            <p:nvPr/>
          </p:nvSpPr>
          <p:spPr>
            <a:xfrm>
              <a:off x="6471000" y="-76320"/>
              <a:ext cx="283680" cy="24552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539;p13"/>
            <p:cNvSpPr/>
            <p:nvPr/>
          </p:nvSpPr>
          <p:spPr>
            <a:xfrm>
              <a:off x="6703920" y="-125280"/>
              <a:ext cx="570240" cy="4935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493560"/>
                <a:gd name="textAreaBottom" fmla="*/ 493920 h 4935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9" name="Google Shape;540;p13"/>
          <p:cNvGrpSpPr/>
          <p:nvPr/>
        </p:nvGrpSpPr>
        <p:grpSpPr>
          <a:xfrm>
            <a:off x="783360" y="-601200"/>
            <a:ext cx="993960" cy="1794960"/>
            <a:chOff x="783360" y="-601200"/>
            <a:chExt cx="993960" cy="1794960"/>
          </a:xfrm>
        </p:grpSpPr>
        <p:sp>
          <p:nvSpPr>
            <p:cNvPr id="190" name="Google Shape;541;p13"/>
            <p:cNvSpPr/>
            <p:nvPr/>
          </p:nvSpPr>
          <p:spPr>
            <a:xfrm>
              <a:off x="1643400" y="229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91" name="Google Shape;542;p13"/>
            <p:cNvCxnSpPr/>
            <p:nvPr/>
          </p:nvCxnSpPr>
          <p:spPr>
            <a:xfrm flipV="1">
              <a:off x="783360" y="-601200"/>
              <a:ext cx="360" cy="17953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92" name="Google Shape;543;p13"/>
            <p:cNvSpPr/>
            <p:nvPr/>
          </p:nvSpPr>
          <p:spPr>
            <a:xfrm>
              <a:off x="1673640" y="25920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13160" y="3349080"/>
            <a:ext cx="669096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7" name="Google Shape;673;p17"/>
          <p:cNvGrpSpPr/>
          <p:nvPr/>
        </p:nvGrpSpPr>
        <p:grpSpPr>
          <a:xfrm>
            <a:off x="-2176560" y="-112320"/>
            <a:ext cx="4680000" cy="5934600"/>
            <a:chOff x="-2176560" y="-112320"/>
            <a:chExt cx="4680000" cy="5934600"/>
          </a:xfrm>
        </p:grpSpPr>
        <p:grpSp>
          <p:nvGrpSpPr>
            <p:cNvPr id="318" name="Google Shape;674;p17"/>
            <p:cNvGrpSpPr/>
            <p:nvPr/>
          </p:nvGrpSpPr>
          <p:grpSpPr>
            <a:xfrm>
              <a:off x="-2176560" y="-112320"/>
              <a:ext cx="4680000" cy="5934600"/>
              <a:chOff x="-2176560" y="-112320"/>
              <a:chExt cx="4680000" cy="5934600"/>
            </a:xfrm>
          </p:grpSpPr>
          <p:sp>
            <p:nvSpPr>
              <p:cNvPr id="319" name="Google Shape;675;p17"/>
              <p:cNvSpPr/>
              <p:nvPr/>
            </p:nvSpPr>
            <p:spPr>
              <a:xfrm rot="18900000">
                <a:off x="-1523880" y="217836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20" name="Google Shape;676;p17"/>
              <p:cNvGrpSpPr/>
              <p:nvPr/>
            </p:nvGrpSpPr>
            <p:grpSpPr>
              <a:xfrm>
                <a:off x="214200" y="4320360"/>
                <a:ext cx="174600" cy="822960"/>
                <a:chOff x="214200" y="4320360"/>
                <a:chExt cx="174600" cy="822960"/>
              </a:xfrm>
            </p:grpSpPr>
            <p:sp>
              <p:nvSpPr>
                <p:cNvPr id="321" name="Google Shape;677;p17"/>
                <p:cNvSpPr/>
                <p:nvPr/>
              </p:nvSpPr>
              <p:spPr>
                <a:xfrm rot="18900000">
                  <a:off x="239400" y="499464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678;p17"/>
                <p:cNvSpPr/>
                <p:nvPr/>
              </p:nvSpPr>
              <p:spPr>
                <a:xfrm rot="18900000">
                  <a:off x="239760" y="4886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3" name="Google Shape;679;p17"/>
                <p:cNvSpPr/>
                <p:nvPr/>
              </p:nvSpPr>
              <p:spPr>
                <a:xfrm rot="18900000">
                  <a:off x="239400" y="4778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4" name="Google Shape;680;p17"/>
                <p:cNvSpPr/>
                <p:nvPr/>
              </p:nvSpPr>
              <p:spPr>
                <a:xfrm rot="18900000">
                  <a:off x="239400" y="4670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681;p17"/>
                <p:cNvSpPr/>
                <p:nvPr/>
              </p:nvSpPr>
              <p:spPr>
                <a:xfrm rot="18900000">
                  <a:off x="239760" y="4562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682;p17"/>
                <p:cNvSpPr/>
                <p:nvPr/>
              </p:nvSpPr>
              <p:spPr>
                <a:xfrm rot="18900000">
                  <a:off x="239400" y="4454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683;p17"/>
                <p:cNvSpPr/>
                <p:nvPr/>
              </p:nvSpPr>
              <p:spPr>
                <a:xfrm rot="18900000">
                  <a:off x="239760" y="43455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28" name="Google Shape;684;p17"/>
              <p:cNvGrpSpPr/>
              <p:nvPr/>
            </p:nvGrpSpPr>
            <p:grpSpPr>
              <a:xfrm>
                <a:off x="20520" y="2584080"/>
                <a:ext cx="174600" cy="823320"/>
                <a:chOff x="20520" y="2584080"/>
                <a:chExt cx="174600" cy="823320"/>
              </a:xfrm>
            </p:grpSpPr>
            <p:sp>
              <p:nvSpPr>
                <p:cNvPr id="329" name="Google Shape;685;p17"/>
                <p:cNvSpPr/>
                <p:nvPr/>
              </p:nvSpPr>
              <p:spPr>
                <a:xfrm rot="18900000">
                  <a:off x="45720" y="325872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686;p17"/>
                <p:cNvSpPr/>
                <p:nvPr/>
              </p:nvSpPr>
              <p:spPr>
                <a:xfrm rot="18900000">
                  <a:off x="46080" y="31503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687;p17"/>
                <p:cNvSpPr/>
                <p:nvPr/>
              </p:nvSpPr>
              <p:spPr>
                <a:xfrm rot="18900000">
                  <a:off x="45720" y="3042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2" name="Google Shape;688;p17"/>
                <p:cNvSpPr/>
                <p:nvPr/>
              </p:nvSpPr>
              <p:spPr>
                <a:xfrm rot="18900000">
                  <a:off x="45720" y="2934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3" name="Google Shape;689;p17"/>
                <p:cNvSpPr/>
                <p:nvPr/>
              </p:nvSpPr>
              <p:spPr>
                <a:xfrm rot="18900000">
                  <a:off x="46080" y="2826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4" name="Google Shape;690;p17"/>
                <p:cNvSpPr/>
                <p:nvPr/>
              </p:nvSpPr>
              <p:spPr>
                <a:xfrm rot="18900000">
                  <a:off x="45720" y="2718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691;p17"/>
                <p:cNvSpPr/>
                <p:nvPr/>
              </p:nvSpPr>
              <p:spPr>
                <a:xfrm rot="18900000">
                  <a:off x="46080" y="2609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36" name="Google Shape;692;p17"/>
              <p:cNvSpPr/>
              <p:nvPr/>
            </p:nvSpPr>
            <p:spPr>
              <a:xfrm rot="2700000" flipH="1">
                <a:off x="-1073880" y="47376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37" name="Google Shape;693;p17"/>
            <p:cNvGrpSpPr/>
            <p:nvPr/>
          </p:nvGrpSpPr>
          <p:grpSpPr>
            <a:xfrm>
              <a:off x="-234360" y="3727440"/>
              <a:ext cx="438840" cy="438840"/>
              <a:chOff x="-234360" y="3727440"/>
              <a:chExt cx="438840" cy="438840"/>
            </a:xfrm>
          </p:grpSpPr>
          <p:sp>
            <p:nvSpPr>
              <p:cNvPr id="338" name="Google Shape;694;p17"/>
              <p:cNvSpPr/>
              <p:nvPr/>
            </p:nvSpPr>
            <p:spPr>
              <a:xfrm>
                <a:off x="-234360" y="37274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695;p17"/>
              <p:cNvSpPr/>
              <p:nvPr/>
            </p:nvSpPr>
            <p:spPr>
              <a:xfrm>
                <a:off x="-146160" y="382752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40" name="Google Shape;696;p17"/>
            <p:cNvGrpSpPr/>
            <p:nvPr/>
          </p:nvGrpSpPr>
          <p:grpSpPr>
            <a:xfrm>
              <a:off x="713520" y="4931640"/>
              <a:ext cx="438840" cy="438840"/>
              <a:chOff x="713520" y="4931640"/>
              <a:chExt cx="438840" cy="438840"/>
            </a:xfrm>
          </p:grpSpPr>
          <p:sp>
            <p:nvSpPr>
              <p:cNvPr id="341" name="Google Shape;697;p17"/>
              <p:cNvSpPr/>
              <p:nvPr/>
            </p:nvSpPr>
            <p:spPr>
              <a:xfrm rot="10800000">
                <a:off x="713520" y="49316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698;p17"/>
              <p:cNvSpPr/>
              <p:nvPr/>
            </p:nvSpPr>
            <p:spPr>
              <a:xfrm rot="10800000">
                <a:off x="801720" y="50310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43" name="Google Shape;699;p17"/>
          <p:cNvGrpSpPr/>
          <p:nvPr/>
        </p:nvGrpSpPr>
        <p:grpSpPr>
          <a:xfrm>
            <a:off x="6642360" y="-392400"/>
            <a:ext cx="4558680" cy="1863360"/>
            <a:chOff x="6642360" y="-392400"/>
            <a:chExt cx="4558680" cy="1863360"/>
          </a:xfrm>
        </p:grpSpPr>
        <p:pic>
          <p:nvPicPr>
            <p:cNvPr id="344" name="Google Shape;700;p1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8354880" y="-39240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45" name="Google Shape;701;p17"/>
            <p:cNvGrpSpPr/>
            <p:nvPr/>
          </p:nvGrpSpPr>
          <p:grpSpPr>
            <a:xfrm>
              <a:off x="7215120" y="-117000"/>
              <a:ext cx="2584080" cy="1134720"/>
              <a:chOff x="7215120" y="-117000"/>
              <a:chExt cx="2584080" cy="1134720"/>
            </a:xfrm>
          </p:grpSpPr>
          <p:grpSp>
            <p:nvGrpSpPr>
              <p:cNvPr id="346" name="Google Shape;702;p17"/>
              <p:cNvGrpSpPr/>
              <p:nvPr/>
            </p:nvGrpSpPr>
            <p:grpSpPr>
              <a:xfrm>
                <a:off x="7429320" y="-117000"/>
                <a:ext cx="2369880" cy="1134720"/>
                <a:chOff x="7429320" y="-117000"/>
                <a:chExt cx="2369880" cy="1134720"/>
              </a:xfrm>
            </p:grpSpPr>
            <p:sp>
              <p:nvSpPr>
                <p:cNvPr id="347" name="Google Shape;703;p17"/>
                <p:cNvSpPr/>
                <p:nvPr/>
              </p:nvSpPr>
              <p:spPr>
                <a:xfrm rot="16200000">
                  <a:off x="7993080" y="-68040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8" name="Google Shape;704;p17"/>
                <p:cNvSpPr/>
                <p:nvPr/>
              </p:nvSpPr>
              <p:spPr>
                <a:xfrm rot="5400000">
                  <a:off x="8100720" y="-68076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49" name="Google Shape;705;p17"/>
              <p:cNvSpPr/>
              <p:nvPr/>
            </p:nvSpPr>
            <p:spPr>
              <a:xfrm rot="5400000">
                <a:off x="8213400" y="-493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0" name="Google Shape;706;p17"/>
              <p:cNvSpPr/>
              <p:nvPr/>
            </p:nvSpPr>
            <p:spPr>
              <a:xfrm rot="5400000">
                <a:off x="8574840" y="817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51" name="Google Shape;707;p17"/>
              <p:cNvGrpSpPr/>
              <p:nvPr/>
            </p:nvGrpSpPr>
            <p:grpSpPr>
              <a:xfrm>
                <a:off x="7215120" y="-91440"/>
                <a:ext cx="1001160" cy="353160"/>
                <a:chOff x="7215120" y="-91440"/>
                <a:chExt cx="1001160" cy="353160"/>
              </a:xfrm>
            </p:grpSpPr>
            <p:sp>
              <p:nvSpPr>
                <p:cNvPr id="352" name="Google Shape;708;p17"/>
                <p:cNvSpPr/>
                <p:nvPr/>
              </p:nvSpPr>
              <p:spPr>
                <a:xfrm rot="13500000" flipV="1">
                  <a:off x="7914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3" name="Google Shape;709;p17"/>
                <p:cNvSpPr/>
                <p:nvPr/>
              </p:nvSpPr>
              <p:spPr>
                <a:xfrm rot="13500000" flipV="1">
                  <a:off x="780732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4" name="Google Shape;710;p17"/>
                <p:cNvSpPr/>
                <p:nvPr/>
              </p:nvSpPr>
              <p:spPr>
                <a:xfrm rot="13500000" flipV="1">
                  <a:off x="7698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5" name="Google Shape;711;p17"/>
                <p:cNvSpPr/>
                <p:nvPr/>
              </p:nvSpPr>
              <p:spPr>
                <a:xfrm rot="13500000" flipV="1">
                  <a:off x="7590960" y="-39960"/>
                  <a:ext cx="249480" cy="24912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6" name="Google Shape;712;p17"/>
                <p:cNvSpPr/>
                <p:nvPr/>
              </p:nvSpPr>
              <p:spPr>
                <a:xfrm rot="13500000" flipV="1">
                  <a:off x="7482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7" name="Google Shape;713;p17"/>
                <p:cNvSpPr/>
                <p:nvPr/>
              </p:nvSpPr>
              <p:spPr>
                <a:xfrm rot="13500000" flipV="1">
                  <a:off x="7374600" y="-3924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480 w 24912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714;p17"/>
                <p:cNvSpPr/>
                <p:nvPr/>
              </p:nvSpPr>
              <p:spPr>
                <a:xfrm rot="13500000" flipV="1">
                  <a:off x="7266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59" name="Google Shape;715;p17"/>
            <p:cNvGrpSpPr/>
            <p:nvPr/>
          </p:nvGrpSpPr>
          <p:grpSpPr>
            <a:xfrm>
              <a:off x="6642360" y="234000"/>
              <a:ext cx="4558680" cy="133920"/>
              <a:chOff x="6642360" y="234000"/>
              <a:chExt cx="4558680" cy="133920"/>
            </a:xfrm>
          </p:grpSpPr>
          <p:sp>
            <p:nvSpPr>
              <p:cNvPr id="360" name="Google Shape;716;p17"/>
              <p:cNvSpPr/>
              <p:nvPr/>
            </p:nvSpPr>
            <p:spPr>
              <a:xfrm rot="10800000">
                <a:off x="6642360" y="2340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361" name="Google Shape;717;p17"/>
              <p:cNvCxnSpPr/>
              <p:nvPr/>
            </p:nvCxnSpPr>
            <p:spPr>
              <a:xfrm flipH="1">
                <a:off x="6738120" y="30096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62" name="Google Shape;718;p17"/>
              <p:cNvSpPr/>
              <p:nvPr/>
            </p:nvSpPr>
            <p:spPr>
              <a:xfrm rot="10800000">
                <a:off x="6672960" y="26460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720;p18"/>
          <p:cNvGrpSpPr/>
          <p:nvPr/>
        </p:nvGrpSpPr>
        <p:grpSpPr>
          <a:xfrm>
            <a:off x="5405040" y="2221200"/>
            <a:ext cx="4262760" cy="3616920"/>
            <a:chOff x="5405040" y="2221200"/>
            <a:chExt cx="4262760" cy="3616920"/>
          </a:xfrm>
        </p:grpSpPr>
        <p:sp>
          <p:nvSpPr>
            <p:cNvPr id="364" name="Google Shape;721;p18"/>
            <p:cNvSpPr/>
            <p:nvPr/>
          </p:nvSpPr>
          <p:spPr>
            <a:xfrm>
              <a:off x="5405040" y="2221200"/>
              <a:ext cx="4262760" cy="361692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65" name="Google Shape;722;p18"/>
            <p:cNvGrpSpPr/>
            <p:nvPr/>
          </p:nvGrpSpPr>
          <p:grpSpPr>
            <a:xfrm>
              <a:off x="7294320" y="4854960"/>
              <a:ext cx="930600" cy="525600"/>
              <a:chOff x="7294320" y="4854960"/>
              <a:chExt cx="930600" cy="525600"/>
            </a:xfrm>
          </p:grpSpPr>
          <p:grpSp>
            <p:nvGrpSpPr>
              <p:cNvPr id="366" name="Google Shape;723;p18"/>
              <p:cNvGrpSpPr/>
              <p:nvPr/>
            </p:nvGrpSpPr>
            <p:grpSpPr>
              <a:xfrm>
                <a:off x="7786080" y="4941720"/>
                <a:ext cx="438840" cy="438840"/>
                <a:chOff x="7786080" y="4941720"/>
                <a:chExt cx="438840" cy="438840"/>
              </a:xfrm>
            </p:grpSpPr>
            <p:sp>
              <p:nvSpPr>
                <p:cNvPr id="367" name="Google Shape;724;p18"/>
                <p:cNvSpPr/>
                <p:nvPr/>
              </p:nvSpPr>
              <p:spPr>
                <a:xfrm>
                  <a:off x="7786080" y="494172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725;p18"/>
                <p:cNvSpPr/>
                <p:nvPr/>
              </p:nvSpPr>
              <p:spPr>
                <a:xfrm>
                  <a:off x="7874640" y="504180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69" name="Google Shape;726;p18"/>
              <p:cNvGrpSpPr/>
              <p:nvPr/>
            </p:nvGrpSpPr>
            <p:grpSpPr>
              <a:xfrm>
                <a:off x="7294320" y="4854960"/>
                <a:ext cx="438840" cy="438840"/>
                <a:chOff x="7294320" y="4854960"/>
                <a:chExt cx="438840" cy="438840"/>
              </a:xfrm>
            </p:grpSpPr>
            <p:sp>
              <p:nvSpPr>
                <p:cNvPr id="370" name="Google Shape;727;p18"/>
                <p:cNvSpPr/>
                <p:nvPr/>
              </p:nvSpPr>
              <p:spPr>
                <a:xfrm>
                  <a:off x="7294320" y="485496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728;p18"/>
                <p:cNvSpPr/>
                <p:nvPr/>
              </p:nvSpPr>
              <p:spPr>
                <a:xfrm>
                  <a:off x="7382520" y="495504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73" name="Google Shape;730;p18"/>
          <p:cNvGrpSpPr/>
          <p:nvPr/>
        </p:nvGrpSpPr>
        <p:grpSpPr>
          <a:xfrm>
            <a:off x="-2174760" y="3012480"/>
            <a:ext cx="3700800" cy="3344760"/>
            <a:chOff x="-2174760" y="3012480"/>
            <a:chExt cx="3700800" cy="3344760"/>
          </a:xfrm>
        </p:grpSpPr>
        <p:pic>
          <p:nvPicPr>
            <p:cNvPr id="374" name="Google Shape;731;p18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0800000">
              <a:off x="-2174760" y="3532680"/>
              <a:ext cx="3700800" cy="2824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5" name="Google Shape;732;p18"/>
            <p:cNvSpPr/>
            <p:nvPr/>
          </p:nvSpPr>
          <p:spPr>
            <a:xfrm rot="10800000">
              <a:off x="-690120" y="301248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733;p18"/>
            <p:cNvSpPr/>
            <p:nvPr/>
          </p:nvSpPr>
          <p:spPr>
            <a:xfrm rot="10800000">
              <a:off x="-495000" y="301320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77" name="Google Shape;734;p18"/>
            <p:cNvGrpSpPr/>
            <p:nvPr/>
          </p:nvGrpSpPr>
          <p:grpSpPr>
            <a:xfrm>
              <a:off x="-326160" y="5427000"/>
              <a:ext cx="133560" cy="133560"/>
              <a:chOff x="-326160" y="5427000"/>
              <a:chExt cx="133560" cy="133560"/>
            </a:xfrm>
          </p:grpSpPr>
          <p:sp>
            <p:nvSpPr>
              <p:cNvPr id="378" name="Google Shape;735;p18"/>
              <p:cNvSpPr/>
              <p:nvPr/>
            </p:nvSpPr>
            <p:spPr>
              <a:xfrm rot="10800000">
                <a:off x="-326160" y="54270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9" name="Google Shape;736;p18"/>
              <p:cNvSpPr/>
              <p:nvPr/>
            </p:nvSpPr>
            <p:spPr>
              <a:xfrm rot="10800000">
                <a:off x="-307080" y="54457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0" name="Google Shape;737;p18"/>
            <p:cNvGrpSpPr/>
            <p:nvPr/>
          </p:nvGrpSpPr>
          <p:grpSpPr>
            <a:xfrm>
              <a:off x="159480" y="4587120"/>
              <a:ext cx="133560" cy="133560"/>
              <a:chOff x="159480" y="4587120"/>
              <a:chExt cx="133560" cy="133560"/>
            </a:xfrm>
          </p:grpSpPr>
          <p:sp>
            <p:nvSpPr>
              <p:cNvPr id="381" name="Google Shape;738;p18"/>
              <p:cNvSpPr/>
              <p:nvPr/>
            </p:nvSpPr>
            <p:spPr>
              <a:xfrm rot="10800000">
                <a:off x="159480" y="4587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739;p18"/>
              <p:cNvSpPr/>
              <p:nvPr/>
            </p:nvSpPr>
            <p:spPr>
              <a:xfrm rot="10800000">
                <a:off x="178200" y="4605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83" name="Google Shape;740;p18"/>
            <p:cNvGrpSpPr/>
            <p:nvPr/>
          </p:nvGrpSpPr>
          <p:grpSpPr>
            <a:xfrm>
              <a:off x="251640" y="3399120"/>
              <a:ext cx="133560" cy="133560"/>
              <a:chOff x="251640" y="3399120"/>
              <a:chExt cx="133560" cy="133560"/>
            </a:xfrm>
          </p:grpSpPr>
          <p:sp>
            <p:nvSpPr>
              <p:cNvPr id="384" name="Google Shape;741;p18"/>
              <p:cNvSpPr/>
              <p:nvPr/>
            </p:nvSpPr>
            <p:spPr>
              <a:xfrm rot="10800000">
                <a:off x="251640" y="3399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742;p18"/>
              <p:cNvSpPr/>
              <p:nvPr/>
            </p:nvSpPr>
            <p:spPr>
              <a:xfrm rot="10800000">
                <a:off x="270360" y="3417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86" name="Google Shape;743;p18"/>
          <p:cNvGrpSpPr/>
          <p:nvPr/>
        </p:nvGrpSpPr>
        <p:grpSpPr>
          <a:xfrm>
            <a:off x="5928840" y="-303840"/>
            <a:ext cx="5688000" cy="3547800"/>
            <a:chOff x="5928840" y="-303840"/>
            <a:chExt cx="5688000" cy="3547800"/>
          </a:xfrm>
        </p:grpSpPr>
        <p:grpSp>
          <p:nvGrpSpPr>
            <p:cNvPr id="387" name="Google Shape;744;p18"/>
            <p:cNvGrpSpPr/>
            <p:nvPr/>
          </p:nvGrpSpPr>
          <p:grpSpPr>
            <a:xfrm>
              <a:off x="8859600" y="1899360"/>
              <a:ext cx="401760" cy="1344600"/>
              <a:chOff x="8859600" y="1899360"/>
              <a:chExt cx="401760" cy="1344600"/>
            </a:xfrm>
          </p:grpSpPr>
          <p:sp>
            <p:nvSpPr>
              <p:cNvPr id="388" name="Google Shape;745;p18"/>
              <p:cNvSpPr/>
              <p:nvPr/>
            </p:nvSpPr>
            <p:spPr>
              <a:xfrm flipH="1">
                <a:off x="9014400" y="201744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3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746;p18"/>
              <p:cNvSpPr/>
              <p:nvPr/>
            </p:nvSpPr>
            <p:spPr>
              <a:xfrm flipH="1">
                <a:off x="8859240" y="189936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0" name="Google Shape;747;p18"/>
            <p:cNvGrpSpPr/>
            <p:nvPr/>
          </p:nvGrpSpPr>
          <p:grpSpPr>
            <a:xfrm>
              <a:off x="8674920" y="1421280"/>
              <a:ext cx="904320" cy="725760"/>
              <a:chOff x="8674920" y="1421280"/>
              <a:chExt cx="904320" cy="725760"/>
            </a:xfrm>
          </p:grpSpPr>
          <p:sp>
            <p:nvSpPr>
              <p:cNvPr id="391" name="Google Shape;748;p18"/>
              <p:cNvSpPr/>
              <p:nvPr/>
            </p:nvSpPr>
            <p:spPr>
              <a:xfrm>
                <a:off x="8906400" y="1564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2" name="Google Shape;749;p18"/>
              <p:cNvSpPr/>
              <p:nvPr/>
            </p:nvSpPr>
            <p:spPr>
              <a:xfrm>
                <a:off x="8894160" y="1421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750;p18"/>
              <p:cNvSpPr/>
              <p:nvPr/>
            </p:nvSpPr>
            <p:spPr>
              <a:xfrm>
                <a:off x="8674920" y="1564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4" name="Google Shape;751;p18"/>
            <p:cNvGrpSpPr/>
            <p:nvPr/>
          </p:nvGrpSpPr>
          <p:grpSpPr>
            <a:xfrm>
              <a:off x="7678800" y="-303840"/>
              <a:ext cx="2555280" cy="2546280"/>
              <a:chOff x="7678800" y="-303840"/>
              <a:chExt cx="2555280" cy="2546280"/>
            </a:xfrm>
          </p:grpSpPr>
          <p:sp>
            <p:nvSpPr>
              <p:cNvPr id="395" name="Google Shape;752;p18"/>
              <p:cNvSpPr/>
              <p:nvPr/>
            </p:nvSpPr>
            <p:spPr>
              <a:xfrm rot="18900000" flipH="1" flipV="1">
                <a:off x="8404560" y="-20520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753;p18"/>
              <p:cNvSpPr/>
              <p:nvPr/>
            </p:nvSpPr>
            <p:spPr>
              <a:xfrm rot="18900000" flipH="1" flipV="1">
                <a:off x="8525160" y="-31716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97" name="Google Shape;754;p18"/>
            <p:cNvSpPr/>
            <p:nvPr/>
          </p:nvSpPr>
          <p:spPr>
            <a:xfrm rot="5400000" flipH="1">
              <a:off x="6627240" y="-895320"/>
              <a:ext cx="577080" cy="1974240"/>
            </a:xfrm>
            <a:custGeom>
              <a:avLst/>
              <a:gdLst>
                <a:gd name="textAreaLeft" fmla="*/ -360 w 577080"/>
                <a:gd name="textAreaRight" fmla="*/ 57708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98" name="Google Shape;755;p18"/>
            <p:cNvGrpSpPr/>
            <p:nvPr/>
          </p:nvGrpSpPr>
          <p:grpSpPr>
            <a:xfrm>
              <a:off x="6993720" y="245880"/>
              <a:ext cx="4623120" cy="133560"/>
              <a:chOff x="6993720" y="245880"/>
              <a:chExt cx="4623120" cy="133560"/>
            </a:xfrm>
          </p:grpSpPr>
          <p:sp>
            <p:nvSpPr>
              <p:cNvPr id="399" name="Google Shape;756;p18"/>
              <p:cNvSpPr/>
              <p:nvPr/>
            </p:nvSpPr>
            <p:spPr>
              <a:xfrm flipH="1">
                <a:off x="6993360" y="245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757;p18"/>
              <p:cNvSpPr/>
              <p:nvPr/>
            </p:nvSpPr>
            <p:spPr>
              <a:xfrm flipH="1">
                <a:off x="7023960" y="276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401" name="Google Shape;758;p18"/>
              <p:cNvCxnSpPr/>
              <p:nvPr/>
            </p:nvCxnSpPr>
            <p:spPr>
              <a:xfrm flipH="1">
                <a:off x="7089840" y="312840"/>
                <a:ext cx="45273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03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404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6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407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1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412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413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416" name="Google Shape;776;p1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7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19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420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2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423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30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431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3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4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5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6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7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0000" y="1566000"/>
            <a:ext cx="279864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40" name="Google Shape;801;p20"/>
          <p:cNvGrpSpPr/>
          <p:nvPr/>
        </p:nvGrpSpPr>
        <p:grpSpPr>
          <a:xfrm>
            <a:off x="-1623600" y="2499840"/>
            <a:ext cx="5118840" cy="4373640"/>
            <a:chOff x="-1623600" y="2499840"/>
            <a:chExt cx="5118840" cy="4373640"/>
          </a:xfrm>
        </p:grpSpPr>
        <p:pic>
          <p:nvPicPr>
            <p:cNvPr id="441" name="Google Shape;802;p2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-1827000" y="3417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42" name="Google Shape;803;p20"/>
            <p:cNvGrpSpPr/>
            <p:nvPr/>
          </p:nvGrpSpPr>
          <p:grpSpPr>
            <a:xfrm>
              <a:off x="47520" y="4588560"/>
              <a:ext cx="480600" cy="480240"/>
              <a:chOff x="47520" y="4588560"/>
              <a:chExt cx="480600" cy="480240"/>
            </a:xfrm>
          </p:grpSpPr>
          <p:sp>
            <p:nvSpPr>
              <p:cNvPr id="443" name="Google Shape;804;p20"/>
              <p:cNvSpPr/>
              <p:nvPr/>
            </p:nvSpPr>
            <p:spPr>
              <a:xfrm rot="16200000">
                <a:off x="426600" y="49672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4" name="Google Shape;805;p20"/>
              <p:cNvSpPr/>
              <p:nvPr/>
            </p:nvSpPr>
            <p:spPr>
              <a:xfrm rot="16200000">
                <a:off x="363240" y="490392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5" name="Google Shape;806;p20"/>
              <p:cNvSpPr/>
              <p:nvPr/>
            </p:nvSpPr>
            <p:spPr>
              <a:xfrm rot="16200000">
                <a:off x="300240" y="4840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6" name="Google Shape;807;p20"/>
              <p:cNvSpPr/>
              <p:nvPr/>
            </p:nvSpPr>
            <p:spPr>
              <a:xfrm rot="16200000">
                <a:off x="236880" y="4777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7" name="Google Shape;808;p20"/>
              <p:cNvSpPr/>
              <p:nvPr/>
            </p:nvSpPr>
            <p:spPr>
              <a:xfrm rot="16200000">
                <a:off x="174240" y="4714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8" name="Google Shape;809;p20"/>
              <p:cNvSpPr/>
              <p:nvPr/>
            </p:nvSpPr>
            <p:spPr>
              <a:xfrm rot="16200000">
                <a:off x="110880" y="4651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9" name="Google Shape;810;p20"/>
              <p:cNvSpPr/>
              <p:nvPr/>
            </p:nvSpPr>
            <p:spPr>
              <a:xfrm rot="16200000">
                <a:off x="47520" y="45882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50" name="Google Shape;811;p20"/>
            <p:cNvGrpSpPr/>
            <p:nvPr/>
          </p:nvGrpSpPr>
          <p:grpSpPr>
            <a:xfrm>
              <a:off x="-1623600" y="3062880"/>
              <a:ext cx="5118840" cy="3152880"/>
              <a:chOff x="-1623600" y="3062880"/>
              <a:chExt cx="5118840" cy="3152880"/>
            </a:xfrm>
          </p:grpSpPr>
          <p:sp>
            <p:nvSpPr>
              <p:cNvPr id="451" name="Google Shape;812;p20"/>
              <p:cNvSpPr/>
              <p:nvPr/>
            </p:nvSpPr>
            <p:spPr>
              <a:xfrm rot="16200000">
                <a:off x="-640440" y="20797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52" name="Google Shape;813;p20"/>
              <p:cNvGrpSpPr/>
              <p:nvPr/>
            </p:nvGrpSpPr>
            <p:grpSpPr>
              <a:xfrm>
                <a:off x="1063440" y="4663080"/>
                <a:ext cx="133560" cy="133560"/>
                <a:chOff x="1063440" y="4663080"/>
                <a:chExt cx="133560" cy="133560"/>
              </a:xfrm>
            </p:grpSpPr>
            <p:sp>
              <p:nvSpPr>
                <p:cNvPr id="453" name="Google Shape;814;p20"/>
                <p:cNvSpPr/>
                <p:nvPr/>
              </p:nvSpPr>
              <p:spPr>
                <a:xfrm rot="16200000">
                  <a:off x="1063440" y="4663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815;p20"/>
                <p:cNvSpPr/>
                <p:nvPr/>
              </p:nvSpPr>
              <p:spPr>
                <a:xfrm rot="16200000">
                  <a:off x="1082160" y="46821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5" name="Google Shape;816;p20"/>
              <p:cNvGrpSpPr/>
              <p:nvPr/>
            </p:nvGrpSpPr>
            <p:grpSpPr>
              <a:xfrm>
                <a:off x="689400" y="5047200"/>
                <a:ext cx="133560" cy="133560"/>
                <a:chOff x="689400" y="5047200"/>
                <a:chExt cx="133560" cy="133560"/>
              </a:xfrm>
            </p:grpSpPr>
            <p:sp>
              <p:nvSpPr>
                <p:cNvPr id="456" name="Google Shape;817;p20"/>
                <p:cNvSpPr/>
                <p:nvPr/>
              </p:nvSpPr>
              <p:spPr>
                <a:xfrm rot="16200000">
                  <a:off x="689400" y="50472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7" name="Google Shape;818;p20"/>
                <p:cNvSpPr/>
                <p:nvPr/>
              </p:nvSpPr>
              <p:spPr>
                <a:xfrm rot="16200000">
                  <a:off x="708480" y="50659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8" name="Google Shape;819;p20"/>
              <p:cNvGrpSpPr/>
              <p:nvPr/>
            </p:nvGrpSpPr>
            <p:grpSpPr>
              <a:xfrm>
                <a:off x="3240" y="4053600"/>
                <a:ext cx="133560" cy="133560"/>
                <a:chOff x="3240" y="4053600"/>
                <a:chExt cx="133560" cy="133560"/>
              </a:xfrm>
            </p:grpSpPr>
            <p:sp>
              <p:nvSpPr>
                <p:cNvPr id="459" name="Google Shape;820;p20"/>
                <p:cNvSpPr/>
                <p:nvPr/>
              </p:nvSpPr>
              <p:spPr>
                <a:xfrm rot="16200000">
                  <a:off x="3240" y="4053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821;p20"/>
                <p:cNvSpPr/>
                <p:nvPr/>
              </p:nvSpPr>
              <p:spPr>
                <a:xfrm rot="16200000">
                  <a:off x="22320" y="4072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461" name="Google Shape;822;p20"/>
            <p:cNvSpPr/>
            <p:nvPr/>
          </p:nvSpPr>
          <p:spPr>
            <a:xfrm>
              <a:off x="-706320" y="24998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62" name="Google Shape;823;p20"/>
            <p:cNvGrpSpPr/>
            <p:nvPr/>
          </p:nvGrpSpPr>
          <p:grpSpPr>
            <a:xfrm>
              <a:off x="-1008720" y="4443840"/>
              <a:ext cx="2151360" cy="87840"/>
              <a:chOff x="-1008720" y="4443840"/>
              <a:chExt cx="2151360" cy="87840"/>
            </a:xfrm>
          </p:grpSpPr>
          <p:sp>
            <p:nvSpPr>
              <p:cNvPr id="463" name="Google Shape;824;p20"/>
              <p:cNvSpPr/>
              <p:nvPr/>
            </p:nvSpPr>
            <p:spPr>
              <a:xfrm rot="16200000">
                <a:off x="60840" y="3449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4" name="Google Shape;825;p20"/>
              <p:cNvSpPr/>
              <p:nvPr/>
            </p:nvSpPr>
            <p:spPr>
              <a:xfrm rot="16200000">
                <a:off x="60840" y="33742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5" name="Google Shape;826;p20"/>
            <p:cNvGrpSpPr/>
            <p:nvPr/>
          </p:nvGrpSpPr>
          <p:grpSpPr>
            <a:xfrm>
              <a:off x="-1136520" y="4683600"/>
              <a:ext cx="2151360" cy="87840"/>
              <a:chOff x="-1136520" y="4683600"/>
              <a:chExt cx="2151360" cy="87840"/>
            </a:xfrm>
          </p:grpSpPr>
          <p:sp>
            <p:nvSpPr>
              <p:cNvPr id="466" name="Google Shape;827;p20"/>
              <p:cNvSpPr/>
              <p:nvPr/>
            </p:nvSpPr>
            <p:spPr>
              <a:xfrm rot="16200000">
                <a:off x="-66960" y="36896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7" name="Google Shape;828;p20"/>
              <p:cNvSpPr/>
              <p:nvPr/>
            </p:nvSpPr>
            <p:spPr>
              <a:xfrm rot="16200000">
                <a:off x="-66960" y="3614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68" name="Google Shape;829;p20"/>
          <p:cNvGrpSpPr/>
          <p:nvPr/>
        </p:nvGrpSpPr>
        <p:grpSpPr>
          <a:xfrm>
            <a:off x="7628040" y="-1420200"/>
            <a:ext cx="3213720" cy="3920040"/>
            <a:chOff x="7628040" y="-1420200"/>
            <a:chExt cx="3213720" cy="3920040"/>
          </a:xfrm>
        </p:grpSpPr>
        <p:pic>
          <p:nvPicPr>
            <p:cNvPr id="469" name="Google Shape;830;p20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385760" y="-95616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0" name="Google Shape;831;p20"/>
            <p:cNvSpPr/>
            <p:nvPr/>
          </p:nvSpPr>
          <p:spPr>
            <a:xfrm rot="5400000">
              <a:off x="8389440" y="-3711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832;p20"/>
            <p:cNvSpPr/>
            <p:nvPr/>
          </p:nvSpPr>
          <p:spPr>
            <a:xfrm rot="5400000">
              <a:off x="8390160" y="-53028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833;p20"/>
            <p:cNvSpPr/>
            <p:nvPr/>
          </p:nvSpPr>
          <p:spPr>
            <a:xfrm rot="16200000">
              <a:off x="7625520" y="-9972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73" name="Google Shape;834;p20"/>
            <p:cNvGrpSpPr/>
            <p:nvPr/>
          </p:nvGrpSpPr>
          <p:grpSpPr>
            <a:xfrm>
              <a:off x="8277480" y="-228240"/>
              <a:ext cx="1650960" cy="699840"/>
              <a:chOff x="8277480" y="-228240"/>
              <a:chExt cx="1650960" cy="699840"/>
            </a:xfrm>
          </p:grpSpPr>
          <p:sp>
            <p:nvSpPr>
              <p:cNvPr id="474" name="Google Shape;835;p20"/>
              <p:cNvSpPr/>
              <p:nvPr/>
            </p:nvSpPr>
            <p:spPr>
              <a:xfrm rot="16200000">
                <a:off x="8542800" y="-2764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836;p20"/>
              <p:cNvSpPr/>
              <p:nvPr/>
            </p:nvSpPr>
            <p:spPr>
              <a:xfrm rot="16200000">
                <a:off x="9191880" y="-6253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6" name="Google Shape;837;p20"/>
              <p:cNvSpPr/>
              <p:nvPr/>
            </p:nvSpPr>
            <p:spPr>
              <a:xfrm rot="16200000">
                <a:off x="9098640" y="-7178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77" name="Google Shape;838;p20"/>
            <p:cNvGrpSpPr/>
            <p:nvPr/>
          </p:nvGrpSpPr>
          <p:grpSpPr>
            <a:xfrm>
              <a:off x="9087120" y="-40320"/>
              <a:ext cx="725760" cy="904320"/>
              <a:chOff x="9087120" y="-40320"/>
              <a:chExt cx="725760" cy="904320"/>
            </a:xfrm>
          </p:grpSpPr>
          <p:sp>
            <p:nvSpPr>
              <p:cNvPr id="478" name="Google Shape;839;p20"/>
              <p:cNvSpPr/>
              <p:nvPr/>
            </p:nvSpPr>
            <p:spPr>
              <a:xfrm rot="16200000">
                <a:off x="9185040" y="468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9" name="Google Shape;840;p20"/>
              <p:cNvSpPr/>
              <p:nvPr/>
            </p:nvSpPr>
            <p:spPr>
              <a:xfrm rot="16200000">
                <a:off x="9054720" y="19620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0" name="Google Shape;841;p20"/>
              <p:cNvSpPr/>
              <p:nvPr/>
            </p:nvSpPr>
            <p:spPr>
              <a:xfrm rot="16200000">
                <a:off x="9198000" y="415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2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3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484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485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6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87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488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9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90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491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492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493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494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5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6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7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98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499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00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501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502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03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504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5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6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7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8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09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0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511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12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13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14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5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6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7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18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9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20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21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528080" cy="69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527" name="Google Shape;845;p21"/>
          <p:cNvGrpSpPr/>
          <p:nvPr/>
        </p:nvGrpSpPr>
        <p:grpSpPr>
          <a:xfrm>
            <a:off x="6846840" y="-1382040"/>
            <a:ext cx="4230000" cy="4230360"/>
            <a:chOff x="6846840" y="-1382040"/>
            <a:chExt cx="4230000" cy="4230360"/>
          </a:xfrm>
        </p:grpSpPr>
        <p:sp>
          <p:nvSpPr>
            <p:cNvPr id="528" name="Google Shape;846;p21"/>
            <p:cNvSpPr/>
            <p:nvPr/>
          </p:nvSpPr>
          <p:spPr>
            <a:xfrm rot="13500000" flipH="1">
              <a:off x="7499160" y="-795240"/>
              <a:ext cx="2925000" cy="3057480"/>
            </a:xfrm>
            <a:custGeom>
              <a:avLst/>
              <a:gdLst>
                <a:gd name="textAreaLeft" fmla="*/ -360 w 2925000"/>
                <a:gd name="textAreaRight" fmla="*/ 292500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847;p21"/>
            <p:cNvSpPr/>
            <p:nvPr/>
          </p:nvSpPr>
          <p:spPr>
            <a:xfrm>
              <a:off x="8605440" y="-36828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848;p21"/>
            <p:cNvSpPr/>
            <p:nvPr/>
          </p:nvSpPr>
          <p:spPr>
            <a:xfrm>
              <a:off x="8857800" y="-5760"/>
              <a:ext cx="686880" cy="20865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1" name="Google Shape;849;p21"/>
            <p:cNvGrpSpPr/>
            <p:nvPr/>
          </p:nvGrpSpPr>
          <p:grpSpPr>
            <a:xfrm>
              <a:off x="8698680" y="1168560"/>
              <a:ext cx="133920" cy="133920"/>
              <a:chOff x="8698680" y="1168560"/>
              <a:chExt cx="133920" cy="133920"/>
            </a:xfrm>
          </p:grpSpPr>
          <p:sp>
            <p:nvSpPr>
              <p:cNvPr id="532" name="Google Shape;850;p21"/>
              <p:cNvSpPr/>
              <p:nvPr/>
            </p:nvSpPr>
            <p:spPr>
              <a:xfrm>
                <a:off x="8698680" y="116856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851;p21"/>
              <p:cNvSpPr/>
              <p:nvPr/>
            </p:nvSpPr>
            <p:spPr>
              <a:xfrm>
                <a:off x="8717760" y="118728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4" name="Google Shape;852;p21"/>
            <p:cNvGrpSpPr/>
            <p:nvPr/>
          </p:nvGrpSpPr>
          <p:grpSpPr>
            <a:xfrm>
              <a:off x="8827200" y="2102400"/>
              <a:ext cx="133920" cy="133920"/>
              <a:chOff x="8827200" y="2102400"/>
              <a:chExt cx="133920" cy="133920"/>
            </a:xfrm>
          </p:grpSpPr>
          <p:sp>
            <p:nvSpPr>
              <p:cNvPr id="535" name="Google Shape;853;p21"/>
              <p:cNvSpPr/>
              <p:nvPr/>
            </p:nvSpPr>
            <p:spPr>
              <a:xfrm>
                <a:off x="8827200" y="21024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6" name="Google Shape;854;p21"/>
              <p:cNvSpPr/>
              <p:nvPr/>
            </p:nvSpPr>
            <p:spPr>
              <a:xfrm>
                <a:off x="8845920" y="212112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7" name="Google Shape;855;p21"/>
            <p:cNvGrpSpPr/>
            <p:nvPr/>
          </p:nvGrpSpPr>
          <p:grpSpPr>
            <a:xfrm>
              <a:off x="8776080" y="234720"/>
              <a:ext cx="133560" cy="133560"/>
              <a:chOff x="8776080" y="234720"/>
              <a:chExt cx="133560" cy="133560"/>
            </a:xfrm>
          </p:grpSpPr>
          <p:sp>
            <p:nvSpPr>
              <p:cNvPr id="538" name="Google Shape;856;p21"/>
              <p:cNvSpPr/>
              <p:nvPr/>
            </p:nvSpPr>
            <p:spPr>
              <a:xfrm>
                <a:off x="8776080" y="2347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857;p21"/>
              <p:cNvSpPr/>
              <p:nvPr/>
            </p:nvSpPr>
            <p:spPr>
              <a:xfrm>
                <a:off x="8795160" y="2538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540" name="Google Shape;858;p2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179120" y="-111276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41" name="Google Shape;859;p21"/>
          <p:cNvGrpSpPr/>
          <p:nvPr/>
        </p:nvGrpSpPr>
        <p:grpSpPr>
          <a:xfrm>
            <a:off x="-1981800" y="1924920"/>
            <a:ext cx="6190920" cy="6190920"/>
            <a:chOff x="-1981800" y="1924920"/>
            <a:chExt cx="6190920" cy="6190920"/>
          </a:xfrm>
        </p:grpSpPr>
        <p:pic>
          <p:nvPicPr>
            <p:cNvPr id="542" name="Google Shape;860;p2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537480" y="435852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543" name="Google Shape;861;p21"/>
            <p:cNvGrpSpPr/>
            <p:nvPr/>
          </p:nvGrpSpPr>
          <p:grpSpPr>
            <a:xfrm>
              <a:off x="-1981800" y="1924920"/>
              <a:ext cx="6190920" cy="6190920"/>
              <a:chOff x="-1981800" y="1924920"/>
              <a:chExt cx="6190920" cy="6190920"/>
            </a:xfrm>
          </p:grpSpPr>
          <p:sp>
            <p:nvSpPr>
              <p:cNvPr id="544" name="Google Shape;862;p21"/>
              <p:cNvSpPr/>
              <p:nvPr/>
            </p:nvSpPr>
            <p:spPr>
              <a:xfrm rot="8100000" flipH="1">
                <a:off x="-889560" y="264564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5" name="Google Shape;863;p21"/>
              <p:cNvSpPr/>
              <p:nvPr/>
            </p:nvSpPr>
            <p:spPr>
              <a:xfrm rot="8100000" flipH="1">
                <a:off x="-10440" y="349164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46" name="Google Shape;864;p21"/>
              <p:cNvGrpSpPr/>
              <p:nvPr/>
            </p:nvGrpSpPr>
            <p:grpSpPr>
              <a:xfrm>
                <a:off x="2304720" y="5135400"/>
                <a:ext cx="133920" cy="133920"/>
                <a:chOff x="2304720" y="5135400"/>
                <a:chExt cx="133920" cy="133920"/>
              </a:xfrm>
            </p:grpSpPr>
            <p:sp>
              <p:nvSpPr>
                <p:cNvPr id="547" name="Google Shape;865;p21"/>
                <p:cNvSpPr/>
                <p:nvPr/>
              </p:nvSpPr>
              <p:spPr>
                <a:xfrm rot="16200000">
                  <a:off x="2304720" y="513540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8" name="Google Shape;866;p21"/>
                <p:cNvSpPr/>
                <p:nvPr/>
              </p:nvSpPr>
              <p:spPr>
                <a:xfrm rot="16200000">
                  <a:off x="2323440" y="515448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49" name="Google Shape;867;p21"/>
              <p:cNvGrpSpPr/>
              <p:nvPr/>
            </p:nvGrpSpPr>
            <p:grpSpPr>
              <a:xfrm>
                <a:off x="1636560" y="4896720"/>
                <a:ext cx="133920" cy="133920"/>
                <a:chOff x="1636560" y="4896720"/>
                <a:chExt cx="133920" cy="133920"/>
              </a:xfrm>
            </p:grpSpPr>
            <p:sp>
              <p:nvSpPr>
                <p:cNvPr id="550" name="Google Shape;868;p21"/>
                <p:cNvSpPr/>
                <p:nvPr/>
              </p:nvSpPr>
              <p:spPr>
                <a:xfrm rot="16200000">
                  <a:off x="1636560" y="489672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1" name="Google Shape;869;p21"/>
                <p:cNvSpPr/>
                <p:nvPr/>
              </p:nvSpPr>
              <p:spPr>
                <a:xfrm rot="16200000">
                  <a:off x="1655280" y="4915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52" name="Google Shape;870;p21"/>
              <p:cNvGrpSpPr/>
              <p:nvPr/>
            </p:nvGrpSpPr>
            <p:grpSpPr>
              <a:xfrm>
                <a:off x="-748080" y="4648680"/>
                <a:ext cx="2449080" cy="939600"/>
                <a:chOff x="-748080" y="4648680"/>
                <a:chExt cx="2449080" cy="939600"/>
              </a:xfrm>
            </p:grpSpPr>
            <p:sp>
              <p:nvSpPr>
                <p:cNvPr id="553" name="Google Shape;871;p21"/>
                <p:cNvSpPr/>
                <p:nvPr/>
              </p:nvSpPr>
              <p:spPr>
                <a:xfrm rot="16200000">
                  <a:off x="-49320" y="431244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4" name="Google Shape;872;p21"/>
                <p:cNvSpPr/>
                <p:nvPr/>
              </p:nvSpPr>
              <p:spPr>
                <a:xfrm rot="16200000">
                  <a:off x="314280" y="394884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5" name="Google Shape;873;p21"/>
                <p:cNvGrpSpPr/>
                <p:nvPr/>
              </p:nvGrpSpPr>
              <p:grpSpPr>
                <a:xfrm>
                  <a:off x="-145080" y="5283720"/>
                  <a:ext cx="133560" cy="133560"/>
                  <a:chOff x="-145080" y="5283720"/>
                  <a:chExt cx="133560" cy="133560"/>
                </a:xfrm>
              </p:grpSpPr>
              <p:sp>
                <p:nvSpPr>
                  <p:cNvPr id="556" name="Google Shape;874;p21"/>
                  <p:cNvSpPr/>
                  <p:nvPr/>
                </p:nvSpPr>
                <p:spPr>
                  <a:xfrm rot="16200000">
                    <a:off x="-145080" y="528372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7" name="Google Shape;875;p21"/>
                  <p:cNvSpPr/>
                  <p:nvPr/>
                </p:nvSpPr>
                <p:spPr>
                  <a:xfrm rot="16200000">
                    <a:off x="-126000" y="530280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55" name="Google Shape;979;p23"/>
          <p:cNvGrpSpPr/>
          <p:nvPr/>
        </p:nvGrpSpPr>
        <p:grpSpPr>
          <a:xfrm>
            <a:off x="6379200" y="1165320"/>
            <a:ext cx="4752720" cy="4760640"/>
            <a:chOff x="6379200" y="1165320"/>
            <a:chExt cx="4752720" cy="4760640"/>
          </a:xfrm>
        </p:grpSpPr>
        <p:pic>
          <p:nvPicPr>
            <p:cNvPr id="656" name="Google Shape;980;p23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57" name="Google Shape;981;p23"/>
            <p:cNvGrpSpPr/>
            <p:nvPr/>
          </p:nvGrpSpPr>
          <p:grpSpPr>
            <a:xfrm>
              <a:off x="6379200" y="1165320"/>
              <a:ext cx="4752720" cy="4760280"/>
              <a:chOff x="6379200" y="1165320"/>
              <a:chExt cx="4752720" cy="4760280"/>
            </a:xfrm>
          </p:grpSpPr>
          <p:grpSp>
            <p:nvGrpSpPr>
              <p:cNvPr id="658" name="Google Shape;982;p23"/>
              <p:cNvGrpSpPr/>
              <p:nvPr/>
            </p:nvGrpSpPr>
            <p:grpSpPr>
              <a:xfrm>
                <a:off x="7297920" y="4842360"/>
                <a:ext cx="2083680" cy="237600"/>
                <a:chOff x="7297920" y="4842360"/>
                <a:chExt cx="2083680" cy="237600"/>
              </a:xfrm>
            </p:grpSpPr>
            <p:sp>
              <p:nvSpPr>
                <p:cNvPr id="659" name="Google Shape;983;p23"/>
                <p:cNvSpPr/>
                <p:nvPr/>
              </p:nvSpPr>
              <p:spPr>
                <a:xfrm rot="16200000" flipV="1">
                  <a:off x="8332560" y="40305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0" name="Google Shape;984;p23"/>
                <p:cNvSpPr/>
                <p:nvPr/>
              </p:nvSpPr>
              <p:spPr>
                <a:xfrm rot="16200000" flipV="1">
                  <a:off x="8332560" y="38070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1" name="Google Shape;985;p23"/>
              <p:cNvGrpSpPr/>
              <p:nvPr/>
            </p:nvGrpSpPr>
            <p:grpSpPr>
              <a:xfrm>
                <a:off x="6379200" y="1165320"/>
                <a:ext cx="4752720" cy="4479840"/>
                <a:chOff x="6379200" y="1165320"/>
                <a:chExt cx="4752720" cy="4479840"/>
              </a:xfrm>
            </p:grpSpPr>
            <p:sp>
              <p:nvSpPr>
                <p:cNvPr id="662" name="Google Shape;986;p23"/>
                <p:cNvSpPr/>
                <p:nvPr/>
              </p:nvSpPr>
              <p:spPr>
                <a:xfrm rot="2700000" flipV="1">
                  <a:off x="7169400" y="16869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3" name="Google Shape;987;p23"/>
                <p:cNvSpPr/>
                <p:nvPr/>
              </p:nvSpPr>
              <p:spPr>
                <a:xfrm rot="2700000" flipV="1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4" name="Google Shape;988;p23"/>
                <p:cNvSpPr/>
                <p:nvPr/>
              </p:nvSpPr>
              <p:spPr>
                <a:xfrm rot="2700000" flipV="1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65" name="Google Shape;989;p23"/>
              <p:cNvGrpSpPr/>
              <p:nvPr/>
            </p:nvGrpSpPr>
            <p:grpSpPr>
              <a:xfrm>
                <a:off x="8066880" y="4561920"/>
                <a:ext cx="546120" cy="798840"/>
                <a:chOff x="8066880" y="4561920"/>
                <a:chExt cx="546120" cy="798840"/>
              </a:xfrm>
            </p:grpSpPr>
            <p:grpSp>
              <p:nvGrpSpPr>
                <p:cNvPr id="666" name="Google Shape;990;p23"/>
                <p:cNvGrpSpPr/>
                <p:nvPr/>
              </p:nvGrpSpPr>
              <p:grpSpPr>
                <a:xfrm>
                  <a:off x="8066880" y="4814640"/>
                  <a:ext cx="546120" cy="546120"/>
                  <a:chOff x="8066880" y="4814640"/>
                  <a:chExt cx="546120" cy="546120"/>
                </a:xfrm>
              </p:grpSpPr>
              <p:sp>
                <p:nvSpPr>
                  <p:cNvPr id="667" name="Google Shape;991;p23"/>
                  <p:cNvSpPr/>
                  <p:nvPr/>
                </p:nvSpPr>
                <p:spPr>
                  <a:xfrm rot="13500000" flipV="1">
                    <a:off x="8142480" y="48985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68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669" name="Google Shape;993;p23"/>
                    <p:cNvSpPr/>
                    <p:nvPr/>
                  </p:nvSpPr>
                  <p:spPr>
                    <a:xfrm rot="13500000" flipV="1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0" name="Google Shape;994;p23"/>
                    <p:cNvSpPr/>
                    <p:nvPr/>
                  </p:nvSpPr>
                  <p:spPr>
                    <a:xfrm rot="13500000" flipV="1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1" name="Google Shape;995;p23"/>
                    <p:cNvSpPr/>
                    <p:nvPr/>
                  </p:nvSpPr>
                  <p:spPr>
                    <a:xfrm rot="13500000" flipV="1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2" name="Google Shape;996;p23"/>
                    <p:cNvSpPr/>
                    <p:nvPr/>
                  </p:nvSpPr>
                  <p:spPr>
                    <a:xfrm rot="13500000" flipV="1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73" name="Google Shape;997;p23"/>
                    <p:cNvSpPr/>
                    <p:nvPr/>
                  </p:nvSpPr>
                  <p:spPr>
                    <a:xfrm rot="13500000" flipV="1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74" name="Google Shape;998;p23"/>
                <p:cNvSpPr/>
                <p:nvPr/>
              </p:nvSpPr>
              <p:spPr>
                <a:xfrm rot="18900000" flipV="1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75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676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677" name="Google Shape;1001;p23"/>
                  <p:cNvSpPr/>
                  <p:nvPr/>
                </p:nvSpPr>
                <p:spPr>
                  <a:xfrm rot="13500000" flipV="1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78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679" name="Google Shape;1003;p23"/>
                    <p:cNvSpPr/>
                    <p:nvPr/>
                  </p:nvSpPr>
                  <p:spPr>
                    <a:xfrm rot="13500000" flipV="1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0" name="Google Shape;1004;p23"/>
                    <p:cNvSpPr/>
                    <p:nvPr/>
                  </p:nvSpPr>
                  <p:spPr>
                    <a:xfrm rot="13500000" flipV="1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1" name="Google Shape;1005;p23"/>
                    <p:cNvSpPr/>
                    <p:nvPr/>
                  </p:nvSpPr>
                  <p:spPr>
                    <a:xfrm rot="13500000" flipV="1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2" name="Google Shape;1006;p23"/>
                    <p:cNvSpPr/>
                    <p:nvPr/>
                  </p:nvSpPr>
                  <p:spPr>
                    <a:xfrm rot="13500000" flipV="1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83" name="Google Shape;1007;p23"/>
                    <p:cNvSpPr/>
                    <p:nvPr/>
                  </p:nvSpPr>
                  <p:spPr>
                    <a:xfrm rot="13500000" flipV="1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84" name="Google Shape;1008;p23"/>
                <p:cNvSpPr/>
                <p:nvPr/>
              </p:nvSpPr>
              <p:spPr>
                <a:xfrm rot="18900000" flipV="1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85" name="Google Shape;1009;p23"/>
              <p:cNvGrpSpPr/>
              <p:nvPr/>
            </p:nvGrpSpPr>
            <p:grpSpPr>
              <a:xfrm>
                <a:off x="8818200" y="4057560"/>
                <a:ext cx="546120" cy="798840"/>
                <a:chOff x="8818200" y="4057560"/>
                <a:chExt cx="546120" cy="798840"/>
              </a:xfrm>
            </p:grpSpPr>
            <p:grpSp>
              <p:nvGrpSpPr>
                <p:cNvPr id="686" name="Google Shape;1010;p23"/>
                <p:cNvGrpSpPr/>
                <p:nvPr/>
              </p:nvGrpSpPr>
              <p:grpSpPr>
                <a:xfrm>
                  <a:off x="8818200" y="4310280"/>
                  <a:ext cx="546120" cy="546120"/>
                  <a:chOff x="8818200" y="4310280"/>
                  <a:chExt cx="546120" cy="546120"/>
                </a:xfrm>
              </p:grpSpPr>
              <p:sp>
                <p:nvSpPr>
                  <p:cNvPr id="687" name="Google Shape;1011;p23"/>
                  <p:cNvSpPr/>
                  <p:nvPr/>
                </p:nvSpPr>
                <p:spPr>
                  <a:xfrm rot="13500000" flipV="1">
                    <a:off x="8893800" y="43941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grpSp>
                <p:nvGrpSpPr>
                  <p:cNvPr id="688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689" name="Google Shape;1013;p23"/>
                    <p:cNvSpPr/>
                    <p:nvPr/>
                  </p:nvSpPr>
                  <p:spPr>
                    <a:xfrm rot="13500000" flipV="1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0" name="Google Shape;1014;p23"/>
                    <p:cNvSpPr/>
                    <p:nvPr/>
                  </p:nvSpPr>
                  <p:spPr>
                    <a:xfrm rot="13500000" flipV="1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1" name="Google Shape;1015;p23"/>
                    <p:cNvSpPr/>
                    <p:nvPr/>
                  </p:nvSpPr>
                  <p:spPr>
                    <a:xfrm rot="13500000" flipV="1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2" name="Google Shape;1016;p23"/>
                    <p:cNvSpPr/>
                    <p:nvPr/>
                  </p:nvSpPr>
                  <p:spPr>
                    <a:xfrm rot="13500000" flipV="1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sp>
                  <p:nvSpPr>
                    <p:cNvPr id="693" name="Google Shape;1017;p23"/>
                    <p:cNvSpPr/>
                    <p:nvPr/>
                  </p:nvSpPr>
                  <p:spPr>
                    <a:xfrm rot="13500000" flipV="1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94" name="Google Shape;1018;p23"/>
                <p:cNvSpPr/>
                <p:nvPr/>
              </p:nvSpPr>
              <p:spPr>
                <a:xfrm rot="18900000" flipV="1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95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696" name="Google Shape;1020;p23"/>
                <p:cNvSpPr/>
                <p:nvPr/>
              </p:nvSpPr>
              <p:spPr>
                <a:xfrm rot="13500000" flipV="1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7" name="Google Shape;1021;p23"/>
                <p:cNvSpPr/>
                <p:nvPr/>
              </p:nvSpPr>
              <p:spPr>
                <a:xfrm rot="13500000" flipV="1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98" name="Google Shape;1022;p23"/>
            <p:cNvGrpSpPr/>
            <p:nvPr/>
          </p:nvGrpSpPr>
          <p:grpSpPr>
            <a:xfrm>
              <a:off x="9068040" y="1975320"/>
              <a:ext cx="438840" cy="438840"/>
              <a:chOff x="9068040" y="1975320"/>
              <a:chExt cx="438840" cy="438840"/>
            </a:xfrm>
          </p:grpSpPr>
          <p:sp>
            <p:nvSpPr>
              <p:cNvPr id="699" name="Google Shape;1023;p23"/>
              <p:cNvSpPr/>
              <p:nvPr/>
            </p:nvSpPr>
            <p:spPr>
              <a:xfrm rot="5400000" flipV="1">
                <a:off x="9068040" y="19749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0" name="Google Shape;1024;p23"/>
              <p:cNvSpPr/>
              <p:nvPr/>
            </p:nvSpPr>
            <p:spPr>
              <a:xfrm rot="5400000" flipV="1">
                <a:off x="9156600" y="20750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701" name="Google Shape;1025;p23"/>
          <p:cNvPicPr/>
          <p:nvPr/>
        </p:nvPicPr>
        <p:blipFill>
          <a:blip r:embed="rId2"/>
          <a:srcRect l="16959" t="24713" r="7122" b="2617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02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703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04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705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06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707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708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9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0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1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12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713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14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715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6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7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718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9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sp>
          <p:nvSpPr>
            <p:cNvPr id="720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21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722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723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724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27" name="Google Shape;1174;p26"/>
          <p:cNvGrpSpPr/>
          <p:nvPr/>
        </p:nvGrpSpPr>
        <p:grpSpPr>
          <a:xfrm>
            <a:off x="-2902320" y="1271880"/>
            <a:ext cx="6190920" cy="6190920"/>
            <a:chOff x="-2902320" y="1271880"/>
            <a:chExt cx="6190920" cy="6190920"/>
          </a:xfrm>
        </p:grpSpPr>
        <p:pic>
          <p:nvPicPr>
            <p:cNvPr id="828" name="Google Shape;1175;p2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757080" y="386676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29" name="Google Shape;1176;p26"/>
            <p:cNvGrpSpPr/>
            <p:nvPr/>
          </p:nvGrpSpPr>
          <p:grpSpPr>
            <a:xfrm>
              <a:off x="-2902320" y="1271880"/>
              <a:ext cx="6190920" cy="6190920"/>
              <a:chOff x="-2902320" y="1271880"/>
              <a:chExt cx="6190920" cy="6190920"/>
            </a:xfrm>
          </p:grpSpPr>
          <p:sp>
            <p:nvSpPr>
              <p:cNvPr id="830" name="Google Shape;1177;p26"/>
              <p:cNvSpPr/>
              <p:nvPr/>
            </p:nvSpPr>
            <p:spPr>
              <a:xfrm rot="2700000" flipH="1">
                <a:off x="-1810080" y="199260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1" name="Google Shape;1178;p26"/>
              <p:cNvSpPr/>
              <p:nvPr/>
            </p:nvSpPr>
            <p:spPr>
              <a:xfrm rot="2700000" flipH="1">
                <a:off x="-1269000" y="250020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832" name="Google Shape;1179;p26"/>
              <p:cNvGrpSpPr/>
              <p:nvPr/>
            </p:nvGrpSpPr>
            <p:grpSpPr>
              <a:xfrm>
                <a:off x="308880" y="3043080"/>
                <a:ext cx="133920" cy="133920"/>
                <a:chOff x="308880" y="3043080"/>
                <a:chExt cx="133920" cy="133920"/>
              </a:xfrm>
            </p:grpSpPr>
            <p:sp>
              <p:nvSpPr>
                <p:cNvPr id="833" name="Google Shape;1180;p26"/>
                <p:cNvSpPr/>
                <p:nvPr/>
              </p:nvSpPr>
              <p:spPr>
                <a:xfrm rot="10800000">
                  <a:off x="308880" y="30430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4" name="Google Shape;1181;p26"/>
                <p:cNvSpPr/>
                <p:nvPr/>
              </p:nvSpPr>
              <p:spPr>
                <a:xfrm rot="10800000">
                  <a:off x="327600" y="3061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35" name="Google Shape;1182;p26"/>
              <p:cNvGrpSpPr/>
              <p:nvPr/>
            </p:nvGrpSpPr>
            <p:grpSpPr>
              <a:xfrm>
                <a:off x="70200" y="3711240"/>
                <a:ext cx="133920" cy="133920"/>
                <a:chOff x="70200" y="3711240"/>
                <a:chExt cx="133920" cy="133920"/>
              </a:xfrm>
            </p:grpSpPr>
            <p:sp>
              <p:nvSpPr>
                <p:cNvPr id="836" name="Google Shape;1183;p26"/>
                <p:cNvSpPr/>
                <p:nvPr/>
              </p:nvSpPr>
              <p:spPr>
                <a:xfrm rot="10800000">
                  <a:off x="70200" y="37112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7" name="Google Shape;1184;p26"/>
                <p:cNvSpPr/>
                <p:nvPr/>
              </p:nvSpPr>
              <p:spPr>
                <a:xfrm rot="10800000">
                  <a:off x="88920" y="37299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38" name="Google Shape;1185;p26"/>
              <p:cNvGrpSpPr/>
              <p:nvPr/>
            </p:nvGrpSpPr>
            <p:grpSpPr>
              <a:xfrm>
                <a:off x="-177840" y="3780720"/>
                <a:ext cx="939240" cy="2448720"/>
                <a:chOff x="-177840" y="3780720"/>
                <a:chExt cx="939240" cy="2448720"/>
              </a:xfrm>
            </p:grpSpPr>
            <p:sp>
              <p:nvSpPr>
                <p:cNvPr id="839" name="Google Shape;1186;p26"/>
                <p:cNvSpPr/>
                <p:nvPr/>
              </p:nvSpPr>
              <p:spPr>
                <a:xfrm rot="10800000">
                  <a:off x="184320" y="425520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0" name="Google Shape;1187;p26"/>
                <p:cNvSpPr/>
                <p:nvPr/>
              </p:nvSpPr>
              <p:spPr>
                <a:xfrm rot="10800000">
                  <a:off x="-177480" y="378072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841" name="Google Shape;1188;p26"/>
                <p:cNvGrpSpPr/>
                <p:nvPr/>
              </p:nvGrpSpPr>
              <p:grpSpPr>
                <a:xfrm>
                  <a:off x="457200" y="5492880"/>
                  <a:ext cx="133560" cy="133560"/>
                  <a:chOff x="457200" y="5492880"/>
                  <a:chExt cx="133560" cy="133560"/>
                </a:xfrm>
              </p:grpSpPr>
              <p:sp>
                <p:nvSpPr>
                  <p:cNvPr id="842" name="Google Shape;1189;p26"/>
                  <p:cNvSpPr/>
                  <p:nvPr/>
                </p:nvSpPr>
                <p:spPr>
                  <a:xfrm rot="10800000">
                    <a:off x="457200" y="549288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3" name="Google Shape;1190;p26"/>
                  <p:cNvSpPr/>
                  <p:nvPr/>
                </p:nvSpPr>
                <p:spPr>
                  <a:xfrm rot="10800000">
                    <a:off x="475920" y="551196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grpSp>
        <p:nvGrpSpPr>
          <p:cNvPr id="844" name="Google Shape;1191;p26"/>
          <p:cNvGrpSpPr/>
          <p:nvPr/>
        </p:nvGrpSpPr>
        <p:grpSpPr>
          <a:xfrm>
            <a:off x="5650200" y="-1036440"/>
            <a:ext cx="6190920" cy="6865200"/>
            <a:chOff x="5650200" y="-1036440"/>
            <a:chExt cx="6190920" cy="6865200"/>
          </a:xfrm>
        </p:grpSpPr>
        <p:grpSp>
          <p:nvGrpSpPr>
            <p:cNvPr id="845" name="Google Shape;1192;p26"/>
            <p:cNvGrpSpPr/>
            <p:nvPr/>
          </p:nvGrpSpPr>
          <p:grpSpPr>
            <a:xfrm>
              <a:off x="5650200" y="-362160"/>
              <a:ext cx="6190920" cy="6190920"/>
              <a:chOff x="5650200" y="-362160"/>
              <a:chExt cx="6190920" cy="6190920"/>
            </a:xfrm>
          </p:grpSpPr>
          <p:grpSp>
            <p:nvGrpSpPr>
              <p:cNvPr id="846" name="Google Shape;1193;p26"/>
              <p:cNvGrpSpPr/>
              <p:nvPr/>
            </p:nvGrpSpPr>
            <p:grpSpPr>
              <a:xfrm>
                <a:off x="5650200" y="-362160"/>
                <a:ext cx="6190920" cy="6190920"/>
                <a:chOff x="5650200" y="-362160"/>
                <a:chExt cx="6190920" cy="6190920"/>
              </a:xfrm>
            </p:grpSpPr>
            <p:sp>
              <p:nvSpPr>
                <p:cNvPr id="847" name="Google Shape;1194;p26"/>
                <p:cNvSpPr/>
                <p:nvPr/>
              </p:nvSpPr>
              <p:spPr>
                <a:xfrm rot="13500000" flipH="1">
                  <a:off x="6742080" y="358560"/>
                  <a:ext cx="4006080" cy="4749120"/>
                </a:xfrm>
                <a:custGeom>
                  <a:avLst/>
                  <a:gdLst>
                    <a:gd name="textAreaLeft" fmla="*/ 360 w 4006080"/>
                    <a:gd name="textAreaRight" fmla="*/ 4006800 w 4006080"/>
                    <a:gd name="textAreaTop" fmla="*/ 0 h 4749120"/>
                    <a:gd name="textAreaBottom" fmla="*/ 4749480 h 474912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8" name="Google Shape;1195;p26"/>
                <p:cNvSpPr/>
                <p:nvPr/>
              </p:nvSpPr>
              <p:spPr>
                <a:xfrm rot="13500000" flipH="1">
                  <a:off x="7282800" y="1542600"/>
                  <a:ext cx="2925000" cy="3057480"/>
                </a:xfrm>
                <a:custGeom>
                  <a:avLst/>
                  <a:gdLst>
                    <a:gd name="textAreaLeft" fmla="*/ -360 w 2925000"/>
                    <a:gd name="textAreaRight" fmla="*/ 2925000 w 2925000"/>
                    <a:gd name="textAreaTop" fmla="*/ 0 h 3057480"/>
                    <a:gd name="textAreaBottom" fmla="*/ 3057840 h 305748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9" name="Google Shape;1196;p26"/>
                <p:cNvSpPr/>
                <p:nvPr/>
              </p:nvSpPr>
              <p:spPr>
                <a:xfrm>
                  <a:off x="8507880" y="-29196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0" name="Google Shape;1197;p26"/>
                <p:cNvSpPr/>
                <p:nvPr/>
              </p:nvSpPr>
              <p:spPr>
                <a:xfrm>
                  <a:off x="8760600" y="7020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1" name="Google Shape;1198;p26"/>
              <p:cNvGrpSpPr/>
              <p:nvPr/>
            </p:nvGrpSpPr>
            <p:grpSpPr>
              <a:xfrm>
                <a:off x="8496720" y="3923640"/>
                <a:ext cx="133920" cy="133920"/>
                <a:chOff x="8496720" y="3923640"/>
                <a:chExt cx="133920" cy="133920"/>
              </a:xfrm>
            </p:grpSpPr>
            <p:sp>
              <p:nvSpPr>
                <p:cNvPr id="852" name="Google Shape;1199;p26"/>
                <p:cNvSpPr/>
                <p:nvPr/>
              </p:nvSpPr>
              <p:spPr>
                <a:xfrm>
                  <a:off x="8496720" y="39236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3" name="Google Shape;1200;p26"/>
                <p:cNvSpPr/>
                <p:nvPr/>
              </p:nvSpPr>
              <p:spPr>
                <a:xfrm>
                  <a:off x="8515440" y="39423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4" name="Google Shape;1201;p26"/>
              <p:cNvGrpSpPr/>
              <p:nvPr/>
            </p:nvGrpSpPr>
            <p:grpSpPr>
              <a:xfrm>
                <a:off x="8735400" y="3255480"/>
                <a:ext cx="133920" cy="133920"/>
                <a:chOff x="8735400" y="3255480"/>
                <a:chExt cx="133920" cy="133920"/>
              </a:xfrm>
            </p:grpSpPr>
            <p:sp>
              <p:nvSpPr>
                <p:cNvPr id="855" name="Google Shape;1202;p26"/>
                <p:cNvSpPr/>
                <p:nvPr/>
              </p:nvSpPr>
              <p:spPr>
                <a:xfrm>
                  <a:off x="8735400" y="32554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6" name="Google Shape;1203;p26"/>
                <p:cNvSpPr/>
                <p:nvPr/>
              </p:nvSpPr>
              <p:spPr>
                <a:xfrm>
                  <a:off x="8754120" y="32745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57" name="Google Shape;1204;p26"/>
              <p:cNvGrpSpPr/>
              <p:nvPr/>
            </p:nvGrpSpPr>
            <p:grpSpPr>
              <a:xfrm>
                <a:off x="8678880" y="311040"/>
                <a:ext cx="133560" cy="133560"/>
                <a:chOff x="8678880" y="311040"/>
                <a:chExt cx="133560" cy="133560"/>
              </a:xfrm>
            </p:grpSpPr>
            <p:sp>
              <p:nvSpPr>
                <p:cNvPr id="858" name="Google Shape;1205;p26"/>
                <p:cNvSpPr/>
                <p:nvPr/>
              </p:nvSpPr>
              <p:spPr>
                <a:xfrm>
                  <a:off x="8678880" y="3110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59" name="Google Shape;1206;p26"/>
                <p:cNvSpPr/>
                <p:nvPr/>
              </p:nvSpPr>
              <p:spPr>
                <a:xfrm>
                  <a:off x="8697600" y="3301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pic>
          <p:nvPicPr>
            <p:cNvPr id="860" name="Google Shape;1207;p26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081920" y="-103644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61" name="Google Shape;1208;p26"/>
          <p:cNvGrpSpPr/>
          <p:nvPr/>
        </p:nvGrpSpPr>
        <p:grpSpPr>
          <a:xfrm>
            <a:off x="3984120" y="4933080"/>
            <a:ext cx="667800" cy="438840"/>
            <a:chOff x="3984120" y="4933080"/>
            <a:chExt cx="667800" cy="438840"/>
          </a:xfrm>
        </p:grpSpPr>
        <p:grpSp>
          <p:nvGrpSpPr>
            <p:cNvPr id="862" name="Google Shape;1209;p26"/>
            <p:cNvGrpSpPr/>
            <p:nvPr/>
          </p:nvGrpSpPr>
          <p:grpSpPr>
            <a:xfrm>
              <a:off x="3984120" y="4933080"/>
              <a:ext cx="438840" cy="438840"/>
              <a:chOff x="3984120" y="4933080"/>
              <a:chExt cx="438840" cy="438840"/>
            </a:xfrm>
          </p:grpSpPr>
          <p:sp>
            <p:nvSpPr>
              <p:cNvPr id="863" name="Google Shape;1210;p26"/>
              <p:cNvSpPr/>
              <p:nvPr/>
            </p:nvSpPr>
            <p:spPr>
              <a:xfrm rot="5400000">
                <a:off x="3984120" y="4933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4" name="Google Shape;1211;p26"/>
              <p:cNvSpPr/>
              <p:nvPr/>
            </p:nvSpPr>
            <p:spPr>
              <a:xfrm rot="5400000">
                <a:off x="4072320" y="5033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65" name="Google Shape;1212;p26"/>
            <p:cNvGrpSpPr/>
            <p:nvPr/>
          </p:nvGrpSpPr>
          <p:grpSpPr>
            <a:xfrm>
              <a:off x="4423320" y="5038200"/>
              <a:ext cx="228600" cy="228600"/>
              <a:chOff x="4423320" y="5038200"/>
              <a:chExt cx="228600" cy="228600"/>
            </a:xfrm>
          </p:grpSpPr>
          <p:sp>
            <p:nvSpPr>
              <p:cNvPr id="866" name="Google Shape;1213;p26"/>
              <p:cNvSpPr/>
              <p:nvPr/>
            </p:nvSpPr>
            <p:spPr>
              <a:xfrm rot="5400000">
                <a:off x="4423320" y="5038200"/>
                <a:ext cx="228600" cy="228600"/>
              </a:xfrm>
              <a:custGeom>
                <a:avLst/>
                <a:gdLst>
                  <a:gd name="textAreaLeft" fmla="*/ 0 w 228600"/>
                  <a:gd name="textAreaRight" fmla="*/ 228960 w 228600"/>
                  <a:gd name="textAreaTop" fmla="*/ 0 h 228600"/>
                  <a:gd name="textAreaBottom" fmla="*/ 228960 h 2286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7" name="Google Shape;1214;p26"/>
              <p:cNvSpPr/>
              <p:nvPr/>
            </p:nvSpPr>
            <p:spPr>
              <a:xfrm rot="5400000">
                <a:off x="4469040" y="5090040"/>
                <a:ext cx="136440" cy="124560"/>
              </a:xfrm>
              <a:custGeom>
                <a:avLst/>
                <a:gdLst>
                  <a:gd name="textAreaLeft" fmla="*/ 0 w 136440"/>
                  <a:gd name="textAreaRight" fmla="*/ 136800 w 13644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69" name="Google Shape;1229;p27"/>
          <p:cNvGrpSpPr/>
          <p:nvPr/>
        </p:nvGrpSpPr>
        <p:grpSpPr>
          <a:xfrm>
            <a:off x="6102720" y="-1724760"/>
            <a:ext cx="4395240" cy="4161240"/>
            <a:chOff x="6102720" y="-1724760"/>
            <a:chExt cx="4395240" cy="4161240"/>
          </a:xfrm>
        </p:grpSpPr>
        <p:pic>
          <p:nvPicPr>
            <p:cNvPr id="870" name="Google Shape;1230;p2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437600" y="-67284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71" name="Google Shape;1231;p27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872" name="Google Shape;1232;p27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3" name="Google Shape;1233;p27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4" name="Google Shape;1234;p27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875" name="Google Shape;1235;p27"/>
            <p:cNvGrpSpPr/>
            <p:nvPr/>
          </p:nvGrpSpPr>
          <p:grpSpPr>
            <a:xfrm>
              <a:off x="6102720" y="-125280"/>
              <a:ext cx="803160" cy="493560"/>
              <a:chOff x="6102720" y="-125280"/>
              <a:chExt cx="803160" cy="493560"/>
            </a:xfrm>
          </p:grpSpPr>
          <p:sp>
            <p:nvSpPr>
              <p:cNvPr id="876" name="Google Shape;1236;p27"/>
              <p:cNvSpPr/>
              <p:nvPr/>
            </p:nvSpPr>
            <p:spPr>
              <a:xfrm>
                <a:off x="6102720" y="-76320"/>
                <a:ext cx="283680" cy="245520"/>
              </a:xfrm>
              <a:custGeom>
                <a:avLst/>
                <a:gdLst>
                  <a:gd name="textAreaLeft" fmla="*/ 0 w 283680"/>
                  <a:gd name="textAreaRight" fmla="*/ 284040 w 2836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7" name="Google Shape;1237;p27"/>
              <p:cNvSpPr/>
              <p:nvPr/>
            </p:nvSpPr>
            <p:spPr>
              <a:xfrm>
                <a:off x="6335640" y="-125280"/>
                <a:ext cx="570240" cy="493560"/>
              </a:xfrm>
              <a:custGeom>
                <a:avLst/>
                <a:gdLst>
                  <a:gd name="textAreaLeft" fmla="*/ 0 w 570240"/>
                  <a:gd name="textAreaRight" fmla="*/ 570600 w 570240"/>
                  <a:gd name="textAreaTop" fmla="*/ 0 h 493560"/>
                  <a:gd name="textAreaBottom" fmla="*/ 493920 h 4935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878" name="Google Shape;1238;p27"/>
          <p:cNvGrpSpPr/>
          <p:nvPr/>
        </p:nvGrpSpPr>
        <p:grpSpPr>
          <a:xfrm>
            <a:off x="-1089000" y="4200480"/>
            <a:ext cx="5368320" cy="1863360"/>
            <a:chOff x="-1089000" y="4200480"/>
            <a:chExt cx="5368320" cy="1863360"/>
          </a:xfrm>
        </p:grpSpPr>
        <p:grpSp>
          <p:nvGrpSpPr>
            <p:cNvPr id="879" name="Google Shape;1239;p27"/>
            <p:cNvGrpSpPr/>
            <p:nvPr/>
          </p:nvGrpSpPr>
          <p:grpSpPr>
            <a:xfrm>
              <a:off x="-185040" y="4598280"/>
              <a:ext cx="904320" cy="725760"/>
              <a:chOff x="-185040" y="4598280"/>
              <a:chExt cx="904320" cy="725760"/>
            </a:xfrm>
          </p:grpSpPr>
          <p:sp>
            <p:nvSpPr>
              <p:cNvPr id="880" name="Google Shape;1240;p27"/>
              <p:cNvSpPr/>
              <p:nvPr/>
            </p:nvSpPr>
            <p:spPr>
              <a:xfrm>
                <a:off x="46440" y="4741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1" name="Google Shape;1241;p27"/>
              <p:cNvSpPr/>
              <p:nvPr/>
            </p:nvSpPr>
            <p:spPr>
              <a:xfrm>
                <a:off x="34200" y="4598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2" name="Google Shape;1242;p27"/>
              <p:cNvSpPr/>
              <p:nvPr/>
            </p:nvSpPr>
            <p:spPr>
              <a:xfrm>
                <a:off x="-185040" y="4741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pic>
          <p:nvPicPr>
            <p:cNvPr id="883" name="Google Shape;1243;p2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1837800" y="4200480"/>
              <a:ext cx="2441520" cy="186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4" name="Google Shape;1244;p27"/>
            <p:cNvGrpSpPr/>
            <p:nvPr/>
          </p:nvGrpSpPr>
          <p:grpSpPr>
            <a:xfrm>
              <a:off x="241560" y="4799880"/>
              <a:ext cx="596880" cy="322920"/>
              <a:chOff x="241560" y="4799880"/>
              <a:chExt cx="596880" cy="322920"/>
            </a:xfrm>
          </p:grpSpPr>
          <p:grpSp>
            <p:nvGrpSpPr>
              <p:cNvPr id="885" name="Google Shape;1245;p27"/>
              <p:cNvGrpSpPr/>
              <p:nvPr/>
            </p:nvGrpSpPr>
            <p:grpSpPr>
              <a:xfrm>
                <a:off x="415080" y="4973760"/>
                <a:ext cx="423360" cy="149040"/>
                <a:chOff x="415080" y="4973760"/>
                <a:chExt cx="423360" cy="149040"/>
              </a:xfrm>
            </p:grpSpPr>
            <p:sp>
              <p:nvSpPr>
                <p:cNvPr id="886" name="Google Shape;1246;p27"/>
                <p:cNvSpPr/>
                <p:nvPr/>
              </p:nvSpPr>
              <p:spPr>
                <a:xfrm rot="18900000">
                  <a:off x="43668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7" name="Google Shape;1247;p27"/>
                <p:cNvSpPr/>
                <p:nvPr/>
              </p:nvSpPr>
              <p:spPr>
                <a:xfrm rot="18900000">
                  <a:off x="4824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8" name="Google Shape;1248;p27"/>
                <p:cNvSpPr/>
                <p:nvPr/>
              </p:nvSpPr>
              <p:spPr>
                <a:xfrm rot="18900000">
                  <a:off x="52812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9" name="Google Shape;1249;p27"/>
                <p:cNvSpPr/>
                <p:nvPr/>
              </p:nvSpPr>
              <p:spPr>
                <a:xfrm rot="18900000">
                  <a:off x="573840" y="499536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0" name="Google Shape;1250;p27"/>
                <p:cNvSpPr/>
                <p:nvPr/>
              </p:nvSpPr>
              <p:spPr>
                <a:xfrm rot="18900000">
                  <a:off x="61956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1" name="Google Shape;1251;p27"/>
                <p:cNvSpPr/>
                <p:nvPr/>
              </p:nvSpPr>
              <p:spPr>
                <a:xfrm rot="18900000">
                  <a:off x="66528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2" name="Google Shape;1252;p27"/>
                <p:cNvSpPr/>
                <p:nvPr/>
              </p:nvSpPr>
              <p:spPr>
                <a:xfrm rot="18900000">
                  <a:off x="7110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93" name="Google Shape;1253;p27"/>
              <p:cNvGrpSpPr/>
              <p:nvPr/>
            </p:nvGrpSpPr>
            <p:grpSpPr>
              <a:xfrm>
                <a:off x="241560" y="4799880"/>
                <a:ext cx="423000" cy="149400"/>
                <a:chOff x="241560" y="4799880"/>
                <a:chExt cx="423000" cy="149400"/>
              </a:xfrm>
            </p:grpSpPr>
            <p:sp>
              <p:nvSpPr>
                <p:cNvPr id="894" name="Google Shape;1254;p27"/>
                <p:cNvSpPr/>
                <p:nvPr/>
              </p:nvSpPr>
              <p:spPr>
                <a:xfrm rot="18900000">
                  <a:off x="26316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5" name="Google Shape;1255;p27"/>
                <p:cNvSpPr/>
                <p:nvPr/>
              </p:nvSpPr>
              <p:spPr>
                <a:xfrm rot="18900000">
                  <a:off x="30852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6" name="Google Shape;1256;p27"/>
                <p:cNvSpPr/>
                <p:nvPr/>
              </p:nvSpPr>
              <p:spPr>
                <a:xfrm rot="18900000">
                  <a:off x="35460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7" name="Google Shape;1257;p27"/>
                <p:cNvSpPr/>
                <p:nvPr/>
              </p:nvSpPr>
              <p:spPr>
                <a:xfrm rot="18900000">
                  <a:off x="399960" y="482184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8" name="Google Shape;1258;p27"/>
                <p:cNvSpPr/>
                <p:nvPr/>
              </p:nvSpPr>
              <p:spPr>
                <a:xfrm rot="18900000">
                  <a:off x="44604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9" name="Google Shape;1259;p27"/>
                <p:cNvSpPr/>
                <p:nvPr/>
              </p:nvSpPr>
              <p:spPr>
                <a:xfrm rot="18900000">
                  <a:off x="49176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0" name="Google Shape;1260;p27"/>
                <p:cNvSpPr/>
                <p:nvPr/>
              </p:nvSpPr>
              <p:spPr>
                <a:xfrm rot="18900000">
                  <a:off x="53712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01" name="Google Shape;1261;p27"/>
            <p:cNvGrpSpPr/>
            <p:nvPr/>
          </p:nvGrpSpPr>
          <p:grpSpPr>
            <a:xfrm>
              <a:off x="-1089000" y="4894200"/>
              <a:ext cx="4558680" cy="133920"/>
              <a:chOff x="-1089000" y="4894200"/>
              <a:chExt cx="4558680" cy="133920"/>
            </a:xfrm>
          </p:grpSpPr>
          <p:sp>
            <p:nvSpPr>
              <p:cNvPr id="902" name="Google Shape;1262;p27"/>
              <p:cNvSpPr/>
              <p:nvPr/>
            </p:nvSpPr>
            <p:spPr>
              <a:xfrm>
                <a:off x="3335760" y="48942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903" name="Google Shape;1263;p27"/>
              <p:cNvCxnSpPr/>
              <p:nvPr/>
            </p:nvCxnSpPr>
            <p:spPr>
              <a:xfrm>
                <a:off x="-1089000" y="496116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904" name="Google Shape;1264;p27"/>
              <p:cNvSpPr/>
              <p:nvPr/>
            </p:nvSpPr>
            <p:spPr>
              <a:xfrm>
                <a:off x="3366000" y="49244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2358360" y="6649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 type="title"/>
          </p:nvPr>
        </p:nvSpPr>
        <p:spPr>
          <a:xfrm>
            <a:off x="2358360" y="20271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title"/>
          </p:nvPr>
        </p:nvSpPr>
        <p:spPr>
          <a:xfrm>
            <a:off x="2358360" y="339048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u="none" strike="noStrike">
                <a:solidFill>
                  <a:schemeClr val="dk2"/>
                </a:solidFill>
                <a:effectLst/>
                <a:uFillTx/>
                <a:latin typeface="Poppins"/>
                <a:ea typeface="Poppins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8" name="Google Shape;1272;p28"/>
          <p:cNvSpPr/>
          <p:nvPr/>
        </p:nvSpPr>
        <p:spPr>
          <a:xfrm>
            <a:off x="6751080" y="2645640"/>
            <a:ext cx="2924640" cy="2945160"/>
          </a:xfrm>
          <a:prstGeom prst="ellipse">
            <a:avLst/>
          </a:prstGeom>
          <a:gradFill rotWithShape="0">
            <a:gsLst>
              <a:gs pos="0">
                <a:srgbClr val="9900FF">
                  <a:alpha val="29000"/>
                </a:srgbClr>
              </a:gs>
              <a:gs pos="26000">
                <a:srgbClr val="F5F8FF"/>
              </a:gs>
              <a:gs pos="44000">
                <a:srgbClr val="FFFFFF">
                  <a:alpha val="0"/>
                </a:srgbClr>
              </a:gs>
              <a:gs pos="82000">
                <a:srgbClr val="F5F8FF"/>
              </a:gs>
              <a:gs pos="100000">
                <a:srgbClr val="F5F8FF"/>
              </a:gs>
            </a:gsLst>
            <a:lin ang="135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09" name="Google Shape;1273;p28"/>
          <p:cNvGrpSpPr/>
          <p:nvPr/>
        </p:nvGrpSpPr>
        <p:grpSpPr>
          <a:xfrm>
            <a:off x="8360280" y="-226080"/>
            <a:ext cx="438840" cy="438840"/>
            <a:chOff x="8360280" y="-226080"/>
            <a:chExt cx="438840" cy="438840"/>
          </a:xfrm>
        </p:grpSpPr>
        <p:sp>
          <p:nvSpPr>
            <p:cNvPr id="910" name="Google Shape;1274;p28"/>
            <p:cNvSpPr/>
            <p:nvPr/>
          </p:nvSpPr>
          <p:spPr>
            <a:xfrm rot="5400000">
              <a:off x="8360280" y="-2260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1" name="Google Shape;1275;p28"/>
            <p:cNvSpPr/>
            <p:nvPr/>
          </p:nvSpPr>
          <p:spPr>
            <a:xfrm rot="5400000">
              <a:off x="8448120" y="-1263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2" name="Google Shape;1276;p28"/>
          <p:cNvGrpSpPr/>
          <p:nvPr/>
        </p:nvGrpSpPr>
        <p:grpSpPr>
          <a:xfrm>
            <a:off x="-903240" y="4838040"/>
            <a:ext cx="4558680" cy="133920"/>
            <a:chOff x="-903240" y="4838040"/>
            <a:chExt cx="4558680" cy="133920"/>
          </a:xfrm>
        </p:grpSpPr>
        <p:sp>
          <p:nvSpPr>
            <p:cNvPr id="913" name="Google Shape;1277;p28"/>
            <p:cNvSpPr/>
            <p:nvPr/>
          </p:nvSpPr>
          <p:spPr>
            <a:xfrm>
              <a:off x="3521520" y="48380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14" name="Google Shape;1278;p28"/>
            <p:cNvCxnSpPr/>
            <p:nvPr/>
          </p:nvCxnSpPr>
          <p:spPr>
            <a:xfrm>
              <a:off x="-903240" y="49050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915" name="Google Shape;1279;p28"/>
            <p:cNvSpPr/>
            <p:nvPr/>
          </p:nvSpPr>
          <p:spPr>
            <a:xfrm>
              <a:off x="3551760" y="48682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033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034" name="Google Shape;144;p4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35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036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7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38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39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040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41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042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3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4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1045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6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7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1048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9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50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1051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2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3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1054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1055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6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058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9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60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1061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3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378;p31"/>
          <p:cNvGrpSpPr/>
          <p:nvPr/>
        </p:nvGrpSpPr>
        <p:grpSpPr>
          <a:xfrm>
            <a:off x="8332920" y="720"/>
            <a:ext cx="2385720" cy="3292560"/>
            <a:chOff x="8332920" y="720"/>
            <a:chExt cx="2385720" cy="3292560"/>
          </a:xfrm>
        </p:grpSpPr>
        <p:pic>
          <p:nvPicPr>
            <p:cNvPr id="1065" name="Google Shape;1379;p3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7962840" y="537120"/>
              <a:ext cx="3125880" cy="23857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066" name="Google Shape;1380;p31"/>
            <p:cNvGrpSpPr/>
            <p:nvPr/>
          </p:nvGrpSpPr>
          <p:grpSpPr>
            <a:xfrm>
              <a:off x="8529120" y="720"/>
              <a:ext cx="324360" cy="1787400"/>
              <a:chOff x="8529120" y="720"/>
              <a:chExt cx="324360" cy="1787400"/>
            </a:xfrm>
          </p:grpSpPr>
          <p:sp>
            <p:nvSpPr>
              <p:cNvPr id="1067" name="Google Shape;1381;p31"/>
              <p:cNvSpPr/>
              <p:nvPr/>
            </p:nvSpPr>
            <p:spPr>
              <a:xfrm>
                <a:off x="8606880" y="85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68" name="Google Shape;1382;p31"/>
              <p:cNvGrpSpPr/>
              <p:nvPr/>
            </p:nvGrpSpPr>
            <p:grpSpPr>
              <a:xfrm>
                <a:off x="8529120" y="720"/>
                <a:ext cx="182160" cy="182520"/>
                <a:chOff x="8529120" y="720"/>
                <a:chExt cx="182160" cy="182520"/>
              </a:xfrm>
            </p:grpSpPr>
            <p:sp>
              <p:nvSpPr>
                <p:cNvPr id="1069" name="Google Shape;1383;p31"/>
                <p:cNvSpPr/>
                <p:nvPr/>
              </p:nvSpPr>
              <p:spPr>
                <a:xfrm rot="12600000">
                  <a:off x="8553240" y="25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9525">
                  <a:solidFill>
                    <a:srgbClr val="F5F8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0" name="Google Shape;1384;p31"/>
                <p:cNvSpPr/>
                <p:nvPr/>
              </p:nvSpPr>
              <p:spPr>
                <a:xfrm rot="12600000">
                  <a:off x="8580240" y="55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1071" name="Google Shape;1385;p31"/>
          <p:cNvGrpSpPr/>
          <p:nvPr/>
        </p:nvGrpSpPr>
        <p:grpSpPr>
          <a:xfrm>
            <a:off x="-213480" y="171360"/>
            <a:ext cx="438840" cy="438840"/>
            <a:chOff x="-213480" y="171360"/>
            <a:chExt cx="438840" cy="438840"/>
          </a:xfrm>
        </p:grpSpPr>
        <p:sp>
          <p:nvSpPr>
            <p:cNvPr id="1072" name="Google Shape;1386;p31"/>
            <p:cNvSpPr/>
            <p:nvPr/>
          </p:nvSpPr>
          <p:spPr>
            <a:xfrm>
              <a:off x="-213480" y="17136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3" name="Google Shape;1387;p31"/>
            <p:cNvSpPr/>
            <p:nvPr/>
          </p:nvSpPr>
          <p:spPr>
            <a:xfrm>
              <a:off x="-125280" y="27108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4" name="Google Shape;1388;p31"/>
          <p:cNvGrpSpPr/>
          <p:nvPr/>
        </p:nvGrpSpPr>
        <p:grpSpPr>
          <a:xfrm>
            <a:off x="-1262520" y="3161160"/>
            <a:ext cx="4821840" cy="2934000"/>
            <a:chOff x="-1262520" y="3161160"/>
            <a:chExt cx="4821840" cy="2934000"/>
          </a:xfrm>
        </p:grpSpPr>
        <p:pic>
          <p:nvPicPr>
            <p:cNvPr id="1075" name="Google Shape;1389;p31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5400000">
              <a:off x="-1609920" y="3508560"/>
              <a:ext cx="2934000" cy="2239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76" name="Google Shape;1390;p31"/>
            <p:cNvSpPr/>
            <p:nvPr/>
          </p:nvSpPr>
          <p:spPr>
            <a:xfrm rot="16200000">
              <a:off x="-260280" y="359676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77" name="Google Shape;1391;p31"/>
            <p:cNvGrpSpPr/>
            <p:nvPr/>
          </p:nvGrpSpPr>
          <p:grpSpPr>
            <a:xfrm>
              <a:off x="-16920" y="4609080"/>
              <a:ext cx="604080" cy="656640"/>
              <a:chOff x="-16920" y="4609080"/>
              <a:chExt cx="604080" cy="656640"/>
            </a:xfrm>
          </p:grpSpPr>
          <p:grpSp>
            <p:nvGrpSpPr>
              <p:cNvPr id="1078" name="Google Shape;1392;p31"/>
              <p:cNvGrpSpPr/>
              <p:nvPr/>
            </p:nvGrpSpPr>
            <p:grpSpPr>
              <a:xfrm>
                <a:off x="-16920" y="4609080"/>
                <a:ext cx="327960" cy="327960"/>
                <a:chOff x="-16920" y="4609080"/>
                <a:chExt cx="327960" cy="327960"/>
              </a:xfrm>
            </p:grpSpPr>
            <p:sp>
              <p:nvSpPr>
                <p:cNvPr id="1079" name="Google Shape;1393;p31"/>
                <p:cNvSpPr/>
                <p:nvPr/>
              </p:nvSpPr>
              <p:spPr>
                <a:xfrm rot="10800000">
                  <a:off x="19548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0" name="Google Shape;1394;p31"/>
                <p:cNvSpPr/>
                <p:nvPr/>
              </p:nvSpPr>
              <p:spPr>
                <a:xfrm rot="10800000">
                  <a:off x="16020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1" name="Google Shape;1395;p31"/>
                <p:cNvSpPr/>
                <p:nvPr/>
              </p:nvSpPr>
              <p:spPr>
                <a:xfrm rot="10800000">
                  <a:off x="12456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2" name="Google Shape;1396;p31"/>
                <p:cNvSpPr/>
                <p:nvPr/>
              </p:nvSpPr>
              <p:spPr>
                <a:xfrm rot="10800000">
                  <a:off x="8928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3" name="Google Shape;1397;p31"/>
                <p:cNvSpPr/>
                <p:nvPr/>
              </p:nvSpPr>
              <p:spPr>
                <a:xfrm rot="10800000">
                  <a:off x="5400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4" name="Google Shape;1398;p31"/>
                <p:cNvSpPr/>
                <p:nvPr/>
              </p:nvSpPr>
              <p:spPr>
                <a:xfrm rot="10800000">
                  <a:off x="1836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5" name="Google Shape;1399;p31"/>
                <p:cNvSpPr/>
                <p:nvPr/>
              </p:nvSpPr>
              <p:spPr>
                <a:xfrm rot="10800000">
                  <a:off x="-1692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86" name="Google Shape;1400;p31"/>
              <p:cNvGrpSpPr/>
              <p:nvPr/>
            </p:nvGrpSpPr>
            <p:grpSpPr>
              <a:xfrm>
                <a:off x="258840" y="4609080"/>
                <a:ext cx="328320" cy="327960"/>
                <a:chOff x="258840" y="4609080"/>
                <a:chExt cx="328320" cy="327960"/>
              </a:xfrm>
            </p:grpSpPr>
            <p:sp>
              <p:nvSpPr>
                <p:cNvPr id="1087" name="Google Shape;1401;p31"/>
                <p:cNvSpPr/>
                <p:nvPr/>
              </p:nvSpPr>
              <p:spPr>
                <a:xfrm rot="10800000">
                  <a:off x="47160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8" name="Google Shape;1402;p31"/>
                <p:cNvSpPr/>
                <p:nvPr/>
              </p:nvSpPr>
              <p:spPr>
                <a:xfrm rot="10800000">
                  <a:off x="43632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9" name="Google Shape;1403;p31"/>
                <p:cNvSpPr/>
                <p:nvPr/>
              </p:nvSpPr>
              <p:spPr>
                <a:xfrm rot="10800000">
                  <a:off x="40068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0" name="Google Shape;1404;p31"/>
                <p:cNvSpPr/>
                <p:nvPr/>
              </p:nvSpPr>
              <p:spPr>
                <a:xfrm rot="10800000">
                  <a:off x="36540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1" name="Google Shape;1405;p31"/>
                <p:cNvSpPr/>
                <p:nvPr/>
              </p:nvSpPr>
              <p:spPr>
                <a:xfrm rot="10800000">
                  <a:off x="32976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2" name="Google Shape;1406;p31"/>
                <p:cNvSpPr/>
                <p:nvPr/>
              </p:nvSpPr>
              <p:spPr>
                <a:xfrm rot="10800000">
                  <a:off x="29448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3" name="Google Shape;1407;p31"/>
                <p:cNvSpPr/>
                <p:nvPr/>
              </p:nvSpPr>
              <p:spPr>
                <a:xfrm rot="10800000">
                  <a:off x="25884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94" name="Google Shape;1408;p31"/>
              <p:cNvGrpSpPr/>
              <p:nvPr/>
            </p:nvGrpSpPr>
            <p:grpSpPr>
              <a:xfrm>
                <a:off x="206640" y="4937400"/>
                <a:ext cx="327960" cy="328320"/>
                <a:chOff x="206640" y="4937400"/>
                <a:chExt cx="327960" cy="328320"/>
              </a:xfrm>
            </p:grpSpPr>
            <p:sp>
              <p:nvSpPr>
                <p:cNvPr id="1095" name="Google Shape;1409;p31"/>
                <p:cNvSpPr/>
                <p:nvPr/>
              </p:nvSpPr>
              <p:spPr>
                <a:xfrm rot="10800000">
                  <a:off x="419040" y="51501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6" name="Google Shape;1410;p31"/>
                <p:cNvSpPr/>
                <p:nvPr/>
              </p:nvSpPr>
              <p:spPr>
                <a:xfrm rot="10800000">
                  <a:off x="383760" y="51148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7" name="Google Shape;1411;p31"/>
                <p:cNvSpPr/>
                <p:nvPr/>
              </p:nvSpPr>
              <p:spPr>
                <a:xfrm rot="10800000">
                  <a:off x="348480" y="50792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8" name="Google Shape;1412;p31"/>
                <p:cNvSpPr/>
                <p:nvPr/>
              </p:nvSpPr>
              <p:spPr>
                <a:xfrm rot="10800000">
                  <a:off x="312840" y="504396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99" name="Google Shape;1413;p31"/>
                <p:cNvSpPr/>
                <p:nvPr/>
              </p:nvSpPr>
              <p:spPr>
                <a:xfrm rot="10800000">
                  <a:off x="277560" y="500832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0" name="Google Shape;1414;p31"/>
                <p:cNvSpPr/>
                <p:nvPr/>
              </p:nvSpPr>
              <p:spPr>
                <a:xfrm rot="10800000">
                  <a:off x="242280" y="49730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01" name="Google Shape;1415;p31"/>
                <p:cNvSpPr/>
                <p:nvPr/>
              </p:nvSpPr>
              <p:spPr>
                <a:xfrm rot="10800000">
                  <a:off x="206640" y="49374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102" name="Google Shape;1416;p31"/>
            <p:cNvGrpSpPr/>
            <p:nvPr/>
          </p:nvGrpSpPr>
          <p:grpSpPr>
            <a:xfrm>
              <a:off x="-999000" y="4796640"/>
              <a:ext cx="4558320" cy="133920"/>
              <a:chOff x="-999000" y="4796640"/>
              <a:chExt cx="4558320" cy="133920"/>
            </a:xfrm>
          </p:grpSpPr>
          <p:sp>
            <p:nvSpPr>
              <p:cNvPr id="1103" name="Google Shape;1417;p31"/>
              <p:cNvSpPr/>
              <p:nvPr/>
            </p:nvSpPr>
            <p:spPr>
              <a:xfrm>
                <a:off x="3425400" y="47966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F5F8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04" name="Google Shape;1418;p31"/>
              <p:cNvCxnSpPr/>
              <p:nvPr/>
            </p:nvCxnSpPr>
            <p:spPr>
              <a:xfrm>
                <a:off x="-999000" y="4863600"/>
                <a:ext cx="4462560" cy="360"/>
              </a:xfrm>
              <a:prstGeom prst="straightConnector1">
                <a:avLst/>
              </a:prstGeom>
              <a:ln w="9525">
                <a:solidFill>
                  <a:srgbClr val="F5F8FF"/>
                </a:solidFill>
                <a:round/>
              </a:ln>
            </p:spPr>
          </p:cxnSp>
          <p:sp>
            <p:nvSpPr>
              <p:cNvPr id="1105" name="Google Shape;1419;p31"/>
              <p:cNvSpPr/>
              <p:nvPr/>
            </p:nvSpPr>
            <p:spPr>
              <a:xfrm>
                <a:off x="3455640" y="4826520"/>
                <a:ext cx="73440" cy="734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07" name="Google Shape;180;p5"/>
          <p:cNvGrpSpPr/>
          <p:nvPr/>
        </p:nvGrpSpPr>
        <p:grpSpPr>
          <a:xfrm>
            <a:off x="7579080" y="-889920"/>
            <a:ext cx="2898000" cy="3032640"/>
            <a:chOff x="7579080" y="-889920"/>
            <a:chExt cx="2898000" cy="3032640"/>
          </a:xfrm>
        </p:grpSpPr>
        <p:pic>
          <p:nvPicPr>
            <p:cNvPr id="1108" name="Google Shape;181;p5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rot="16200000">
              <a:off x="7511760" y="-822600"/>
              <a:ext cx="3032640" cy="28980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109" name="Google Shape;182;p5"/>
            <p:cNvGrpSpPr/>
            <p:nvPr/>
          </p:nvGrpSpPr>
          <p:grpSpPr>
            <a:xfrm>
              <a:off x="8700480" y="-249840"/>
              <a:ext cx="1459800" cy="1171440"/>
              <a:chOff x="8700480" y="-249840"/>
              <a:chExt cx="1459800" cy="1171440"/>
            </a:xfrm>
          </p:grpSpPr>
          <p:sp>
            <p:nvSpPr>
              <p:cNvPr id="1110" name="Google Shape;183;p5"/>
              <p:cNvSpPr/>
              <p:nvPr/>
            </p:nvSpPr>
            <p:spPr>
              <a:xfrm>
                <a:off x="9074160" y="-18720"/>
                <a:ext cx="1086120" cy="940320"/>
              </a:xfrm>
              <a:custGeom>
                <a:avLst/>
                <a:gdLst>
                  <a:gd name="textAreaLeft" fmla="*/ 0 w 1086120"/>
                  <a:gd name="textAreaRight" fmla="*/ 1086480 w 1086120"/>
                  <a:gd name="textAreaTop" fmla="*/ 0 h 940320"/>
                  <a:gd name="textAreaBottom" fmla="*/ 940680 h 940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1" name="Google Shape;184;p5"/>
              <p:cNvSpPr/>
              <p:nvPr/>
            </p:nvSpPr>
            <p:spPr>
              <a:xfrm>
                <a:off x="9054000" y="-24984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2" name="Google Shape;185;p5"/>
              <p:cNvSpPr/>
              <p:nvPr/>
            </p:nvSpPr>
            <p:spPr>
              <a:xfrm>
                <a:off x="8700480" y="-1872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13" name="Google Shape;186;p5"/>
          <p:cNvGrpSpPr/>
          <p:nvPr/>
        </p:nvGrpSpPr>
        <p:grpSpPr>
          <a:xfrm>
            <a:off x="-613800" y="3694320"/>
            <a:ext cx="2048040" cy="2238120"/>
            <a:chOff x="-613800" y="3694320"/>
            <a:chExt cx="2048040" cy="2238120"/>
          </a:xfrm>
        </p:grpSpPr>
        <p:grpSp>
          <p:nvGrpSpPr>
            <p:cNvPr id="1114" name="Google Shape;187;p5"/>
            <p:cNvGrpSpPr/>
            <p:nvPr/>
          </p:nvGrpSpPr>
          <p:grpSpPr>
            <a:xfrm>
              <a:off x="-613800" y="3694320"/>
              <a:ext cx="1915560" cy="2238120"/>
              <a:chOff x="-613800" y="3694320"/>
              <a:chExt cx="1915560" cy="2238120"/>
            </a:xfrm>
          </p:grpSpPr>
          <p:grpSp>
            <p:nvGrpSpPr>
              <p:cNvPr id="1115" name="Google Shape;188;p5"/>
              <p:cNvGrpSpPr/>
              <p:nvPr/>
            </p:nvGrpSpPr>
            <p:grpSpPr>
              <a:xfrm>
                <a:off x="-613800" y="4086360"/>
                <a:ext cx="1915560" cy="1537920"/>
                <a:chOff x="-613800" y="4086360"/>
                <a:chExt cx="1915560" cy="1537920"/>
              </a:xfrm>
            </p:grpSpPr>
            <p:sp>
              <p:nvSpPr>
                <p:cNvPr id="1116" name="Google Shape;189;p5"/>
                <p:cNvSpPr/>
                <p:nvPr/>
              </p:nvSpPr>
              <p:spPr>
                <a:xfrm flipH="1">
                  <a:off x="-613800" y="4389840"/>
                  <a:ext cx="1425600" cy="1234440"/>
                </a:xfrm>
                <a:custGeom>
                  <a:avLst/>
                  <a:gdLst>
                    <a:gd name="textAreaLeft" fmla="*/ 360 w 1425600"/>
                    <a:gd name="textAreaRight" fmla="*/ 1426320 w 1425600"/>
                    <a:gd name="textAreaTop" fmla="*/ 0 h 1234440"/>
                    <a:gd name="textAreaBottom" fmla="*/ 1234800 h 123444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7" name="Google Shape;190;p5"/>
                <p:cNvSpPr/>
                <p:nvPr/>
              </p:nvSpPr>
              <p:spPr>
                <a:xfrm flipH="1">
                  <a:off x="-181080" y="408636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18" name="Google Shape;191;p5"/>
                <p:cNvSpPr/>
                <p:nvPr/>
              </p:nvSpPr>
              <p:spPr>
                <a:xfrm flipH="1">
                  <a:off x="282960" y="438984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19" name="Google Shape;192;p5"/>
              <p:cNvGrpSpPr/>
              <p:nvPr/>
            </p:nvGrpSpPr>
            <p:grpSpPr>
              <a:xfrm>
                <a:off x="-462240" y="3694320"/>
                <a:ext cx="1447920" cy="2238120"/>
                <a:chOff x="-462240" y="3694320"/>
                <a:chExt cx="1447920" cy="2238120"/>
              </a:xfrm>
            </p:grpSpPr>
            <p:grpSp>
              <p:nvGrpSpPr>
                <p:cNvPr id="1120" name="Google Shape;193;p5"/>
                <p:cNvGrpSpPr/>
                <p:nvPr/>
              </p:nvGrpSpPr>
              <p:grpSpPr>
                <a:xfrm>
                  <a:off x="-428760" y="3946680"/>
                  <a:ext cx="981000" cy="1985760"/>
                  <a:chOff x="-428760" y="3946680"/>
                  <a:chExt cx="981000" cy="1985760"/>
                </a:xfrm>
              </p:grpSpPr>
              <p:sp>
                <p:nvSpPr>
                  <p:cNvPr id="1121" name="Google Shape;194;p5"/>
                  <p:cNvSpPr/>
                  <p:nvPr/>
                </p:nvSpPr>
                <p:spPr>
                  <a:xfrm rot="10800000">
                    <a:off x="-428400" y="394668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2" name="Google Shape;195;p5"/>
                  <p:cNvSpPr/>
                  <p:nvPr/>
                </p:nvSpPr>
                <p:spPr>
                  <a:xfrm rot="10800000">
                    <a:off x="-291600" y="394740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23" name="Google Shape;196;p5"/>
                <p:cNvGrpSpPr/>
                <p:nvPr/>
              </p:nvGrpSpPr>
              <p:grpSpPr>
                <a:xfrm>
                  <a:off x="210960" y="4983120"/>
                  <a:ext cx="699120" cy="478080"/>
                  <a:chOff x="210960" y="4983120"/>
                  <a:chExt cx="699120" cy="478080"/>
                </a:xfrm>
              </p:grpSpPr>
              <p:grpSp>
                <p:nvGrpSpPr>
                  <p:cNvPr id="1124" name="Google Shape;197;p5"/>
                  <p:cNvGrpSpPr/>
                  <p:nvPr/>
                </p:nvGrpSpPr>
                <p:grpSpPr>
                  <a:xfrm>
                    <a:off x="210960" y="4983120"/>
                    <a:ext cx="478080" cy="478080"/>
                    <a:chOff x="210960" y="4983120"/>
                    <a:chExt cx="478080" cy="478080"/>
                  </a:xfrm>
                </p:grpSpPr>
                <p:sp>
                  <p:nvSpPr>
                    <p:cNvPr id="1125" name="Google Shape;198;p5"/>
                    <p:cNvSpPr/>
                    <p:nvPr/>
                  </p:nvSpPr>
                  <p:spPr>
                    <a:xfrm rot="2700000">
                      <a:off x="277200" y="505656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26" name="Google Shape;199;p5"/>
                    <p:cNvGrpSpPr/>
                    <p:nvPr/>
                  </p:nvGrpSpPr>
                  <p:grpSpPr>
                    <a:xfrm>
                      <a:off x="255600" y="5083920"/>
                      <a:ext cx="387720" cy="222840"/>
                      <a:chOff x="255600" y="5083920"/>
                      <a:chExt cx="387720" cy="222840"/>
                    </a:xfrm>
                  </p:grpSpPr>
                  <p:sp>
                    <p:nvSpPr>
                      <p:cNvPr id="1127" name="Google Shape;200;p5"/>
                      <p:cNvSpPr/>
                      <p:nvPr/>
                    </p:nvSpPr>
                    <p:spPr>
                      <a:xfrm rot="2700000">
                        <a:off x="28836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8" name="Google Shape;201;p5"/>
                      <p:cNvSpPr/>
                      <p:nvPr/>
                    </p:nvSpPr>
                    <p:spPr>
                      <a:xfrm rot="2700000">
                        <a:off x="3294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9" name="Google Shape;202;p5"/>
                      <p:cNvSpPr/>
                      <p:nvPr/>
                    </p:nvSpPr>
                    <p:spPr>
                      <a:xfrm rot="2700000">
                        <a:off x="3708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0" name="Google Shape;203;p5"/>
                      <p:cNvSpPr/>
                      <p:nvPr/>
                    </p:nvSpPr>
                    <p:spPr>
                      <a:xfrm rot="2700000">
                        <a:off x="41184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1" name="Google Shape;204;p5"/>
                      <p:cNvSpPr/>
                      <p:nvPr/>
                    </p:nvSpPr>
                    <p:spPr>
                      <a:xfrm rot="2700000">
                        <a:off x="45288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32" name="Google Shape;205;p5"/>
                  <p:cNvSpPr/>
                  <p:nvPr/>
                </p:nvSpPr>
                <p:spPr>
                  <a:xfrm rot="18900000">
                    <a:off x="542160" y="506232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33" name="Google Shape;206;p5"/>
                <p:cNvGrpSpPr/>
                <p:nvPr/>
              </p:nvGrpSpPr>
              <p:grpSpPr>
                <a:xfrm>
                  <a:off x="-462240" y="3694320"/>
                  <a:ext cx="1047240" cy="1350720"/>
                  <a:chOff x="-462240" y="3694320"/>
                  <a:chExt cx="1047240" cy="1350720"/>
                </a:xfrm>
              </p:grpSpPr>
              <p:sp>
                <p:nvSpPr>
                  <p:cNvPr id="1134" name="Google Shape;207;p5"/>
                  <p:cNvSpPr/>
                  <p:nvPr/>
                </p:nvSpPr>
                <p:spPr>
                  <a:xfrm rot="13500000">
                    <a:off x="-115200" y="434772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5" name="Google Shape;208;p5"/>
                  <p:cNvSpPr/>
                  <p:nvPr/>
                </p:nvSpPr>
                <p:spPr>
                  <a:xfrm rot="13500000">
                    <a:off x="-191160" y="41634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6" name="Google Shape;209;p5"/>
                  <p:cNvSpPr/>
                  <p:nvPr/>
                </p:nvSpPr>
                <p:spPr>
                  <a:xfrm rot="13500000">
                    <a:off x="-267480" y="39996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7" name="Google Shape;210;p5"/>
                  <p:cNvSpPr/>
                  <p:nvPr/>
                </p:nvSpPr>
                <p:spPr>
                  <a:xfrm rot="13500000">
                    <a:off x="-343800" y="381528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38" name="Google Shape;211;p5"/>
                <p:cNvGrpSpPr/>
                <p:nvPr/>
              </p:nvGrpSpPr>
              <p:grpSpPr>
                <a:xfrm>
                  <a:off x="286560" y="4643640"/>
                  <a:ext cx="699120" cy="478080"/>
                  <a:chOff x="286560" y="4643640"/>
                  <a:chExt cx="699120" cy="478080"/>
                </a:xfrm>
              </p:grpSpPr>
              <p:grpSp>
                <p:nvGrpSpPr>
                  <p:cNvPr id="1139" name="Google Shape;212;p5"/>
                  <p:cNvGrpSpPr/>
                  <p:nvPr/>
                </p:nvGrpSpPr>
                <p:grpSpPr>
                  <a:xfrm>
                    <a:off x="286560" y="4643640"/>
                    <a:ext cx="478080" cy="478080"/>
                    <a:chOff x="286560" y="4643640"/>
                    <a:chExt cx="478080" cy="478080"/>
                  </a:xfrm>
                </p:grpSpPr>
                <p:sp>
                  <p:nvSpPr>
                    <p:cNvPr id="1140" name="Google Shape;213;p5"/>
                    <p:cNvSpPr/>
                    <p:nvPr/>
                  </p:nvSpPr>
                  <p:spPr>
                    <a:xfrm rot="2700000">
                      <a:off x="352800" y="471708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41" name="Google Shape;214;p5"/>
                    <p:cNvGrpSpPr/>
                    <p:nvPr/>
                  </p:nvGrpSpPr>
                  <p:grpSpPr>
                    <a:xfrm>
                      <a:off x="331560" y="4744440"/>
                      <a:ext cx="387360" cy="222840"/>
                      <a:chOff x="331560" y="4744440"/>
                      <a:chExt cx="387360" cy="222840"/>
                    </a:xfrm>
                  </p:grpSpPr>
                  <p:sp>
                    <p:nvSpPr>
                      <p:cNvPr id="1142" name="Google Shape;215;p5"/>
                      <p:cNvSpPr/>
                      <p:nvPr/>
                    </p:nvSpPr>
                    <p:spPr>
                      <a:xfrm rot="2700000">
                        <a:off x="36432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3" name="Google Shape;216;p5"/>
                      <p:cNvSpPr/>
                      <p:nvPr/>
                    </p:nvSpPr>
                    <p:spPr>
                      <a:xfrm rot="2700000">
                        <a:off x="40536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4" name="Google Shape;217;p5"/>
                      <p:cNvSpPr/>
                      <p:nvPr/>
                    </p:nvSpPr>
                    <p:spPr>
                      <a:xfrm rot="2700000">
                        <a:off x="44640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5" name="Google Shape;218;p5"/>
                      <p:cNvSpPr/>
                      <p:nvPr/>
                    </p:nvSpPr>
                    <p:spPr>
                      <a:xfrm rot="2700000">
                        <a:off x="48744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46" name="Google Shape;219;p5"/>
                      <p:cNvSpPr/>
                      <p:nvPr/>
                    </p:nvSpPr>
                    <p:spPr>
                      <a:xfrm rot="2700000">
                        <a:off x="52848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47" name="Google Shape;220;p5"/>
                  <p:cNvSpPr/>
                  <p:nvPr/>
                </p:nvSpPr>
                <p:spPr>
                  <a:xfrm rot="18900000">
                    <a:off x="617760" y="472284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48" name="Google Shape;221;p5"/>
                <p:cNvGrpSpPr/>
                <p:nvPr/>
              </p:nvGrpSpPr>
              <p:grpSpPr>
                <a:xfrm>
                  <a:off x="-217440" y="4700160"/>
                  <a:ext cx="699120" cy="478080"/>
                  <a:chOff x="-217440" y="4700160"/>
                  <a:chExt cx="699120" cy="478080"/>
                </a:xfrm>
              </p:grpSpPr>
              <p:grpSp>
                <p:nvGrpSpPr>
                  <p:cNvPr id="1149" name="Google Shape;222;p5"/>
                  <p:cNvGrpSpPr/>
                  <p:nvPr/>
                </p:nvGrpSpPr>
                <p:grpSpPr>
                  <a:xfrm>
                    <a:off x="-217440" y="4700160"/>
                    <a:ext cx="478080" cy="478080"/>
                    <a:chOff x="-217440" y="4700160"/>
                    <a:chExt cx="478080" cy="478080"/>
                  </a:xfrm>
                </p:grpSpPr>
                <p:sp>
                  <p:nvSpPr>
                    <p:cNvPr id="1150" name="Google Shape;223;p5"/>
                    <p:cNvSpPr/>
                    <p:nvPr/>
                  </p:nvSpPr>
                  <p:spPr>
                    <a:xfrm rot="2700000">
                      <a:off x="-150840" y="477360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OpenSymbol"/>
                      </a:endParaRPr>
                    </a:p>
                  </p:txBody>
                </p:sp>
                <p:grpSp>
                  <p:nvGrpSpPr>
                    <p:cNvPr id="1151" name="Google Shape;224;p5"/>
                    <p:cNvGrpSpPr/>
                    <p:nvPr/>
                  </p:nvGrpSpPr>
                  <p:grpSpPr>
                    <a:xfrm>
                      <a:off x="-172440" y="4800960"/>
                      <a:ext cx="387360" cy="222840"/>
                      <a:chOff x="-172440" y="4800960"/>
                      <a:chExt cx="387360" cy="222840"/>
                    </a:xfrm>
                  </p:grpSpPr>
                  <p:sp>
                    <p:nvSpPr>
                      <p:cNvPr id="1152" name="Google Shape;225;p5"/>
                      <p:cNvSpPr/>
                      <p:nvPr/>
                    </p:nvSpPr>
                    <p:spPr>
                      <a:xfrm rot="2700000">
                        <a:off x="-13968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3" name="Google Shape;226;p5"/>
                      <p:cNvSpPr/>
                      <p:nvPr/>
                    </p:nvSpPr>
                    <p:spPr>
                      <a:xfrm rot="2700000">
                        <a:off x="-9864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4" name="Google Shape;227;p5"/>
                      <p:cNvSpPr/>
                      <p:nvPr/>
                    </p:nvSpPr>
                    <p:spPr>
                      <a:xfrm rot="2700000">
                        <a:off x="-5760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5" name="Google Shape;228;p5"/>
                      <p:cNvSpPr/>
                      <p:nvPr/>
                    </p:nvSpPr>
                    <p:spPr>
                      <a:xfrm rot="2700000">
                        <a:off x="-1656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56" name="Google Shape;229;p5"/>
                      <p:cNvSpPr/>
                      <p:nvPr/>
                    </p:nvSpPr>
                    <p:spPr>
                      <a:xfrm rot="2700000">
                        <a:off x="2412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57" name="Google Shape;230;p5"/>
                  <p:cNvSpPr/>
                  <p:nvPr/>
                </p:nvSpPr>
                <p:spPr>
                  <a:xfrm rot="18900000">
                    <a:off x="113760" y="477936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158" name="Google Shape;231;p5"/>
            <p:cNvGrpSpPr/>
            <p:nvPr/>
          </p:nvGrpSpPr>
          <p:grpSpPr>
            <a:xfrm>
              <a:off x="995400" y="4915080"/>
              <a:ext cx="438840" cy="438840"/>
              <a:chOff x="995400" y="4915080"/>
              <a:chExt cx="438840" cy="438840"/>
            </a:xfrm>
          </p:grpSpPr>
          <p:sp>
            <p:nvSpPr>
              <p:cNvPr id="1159" name="Google Shape;232;p5"/>
              <p:cNvSpPr/>
              <p:nvPr/>
            </p:nvSpPr>
            <p:spPr>
              <a:xfrm rot="5400000">
                <a:off x="995400" y="4915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0" name="Google Shape;233;p5"/>
              <p:cNvSpPr/>
              <p:nvPr/>
            </p:nvSpPr>
            <p:spPr>
              <a:xfrm rot="5400000">
                <a:off x="1083240" y="5015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61" name="Google Shape;234;p5"/>
          <p:cNvGrpSpPr/>
          <p:nvPr/>
        </p:nvGrpSpPr>
        <p:grpSpPr>
          <a:xfrm>
            <a:off x="-2352240" y="-456480"/>
            <a:ext cx="5306760" cy="2547000"/>
            <a:chOff x="-2352240" y="-456480"/>
            <a:chExt cx="5306760" cy="2547000"/>
          </a:xfrm>
        </p:grpSpPr>
        <p:grpSp>
          <p:nvGrpSpPr>
            <p:cNvPr id="1162" name="Google Shape;235;p5"/>
            <p:cNvGrpSpPr/>
            <p:nvPr/>
          </p:nvGrpSpPr>
          <p:grpSpPr>
            <a:xfrm>
              <a:off x="-1350360" y="-456480"/>
              <a:ext cx="2555280" cy="2547000"/>
              <a:chOff x="-1350360" y="-456480"/>
              <a:chExt cx="2555280" cy="2547000"/>
            </a:xfrm>
          </p:grpSpPr>
          <p:sp>
            <p:nvSpPr>
              <p:cNvPr id="1163" name="Google Shape;236;p5"/>
              <p:cNvSpPr/>
              <p:nvPr/>
            </p:nvSpPr>
            <p:spPr>
              <a:xfrm rot="13500000" flipH="1">
                <a:off x="-502920" y="-35712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4" name="Google Shape;237;p5"/>
              <p:cNvSpPr/>
              <p:nvPr/>
            </p:nvSpPr>
            <p:spPr>
              <a:xfrm rot="13500000" flipH="1">
                <a:off x="-623880" y="-46944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65" name="Google Shape;238;p5"/>
            <p:cNvSpPr/>
            <p:nvPr/>
          </p:nvSpPr>
          <p:spPr>
            <a:xfrm rot="16200000">
              <a:off x="1678680" y="-104796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66" name="Google Shape;239;p5"/>
            <p:cNvGrpSpPr/>
            <p:nvPr/>
          </p:nvGrpSpPr>
          <p:grpSpPr>
            <a:xfrm>
              <a:off x="-2352240" y="93600"/>
              <a:ext cx="4558680" cy="133920"/>
              <a:chOff x="-2352240" y="93600"/>
              <a:chExt cx="4558680" cy="133920"/>
            </a:xfrm>
          </p:grpSpPr>
          <p:sp>
            <p:nvSpPr>
              <p:cNvPr id="1167" name="Google Shape;240;p5"/>
              <p:cNvSpPr/>
              <p:nvPr/>
            </p:nvSpPr>
            <p:spPr>
              <a:xfrm>
                <a:off x="2072520" y="936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68" name="Google Shape;241;p5"/>
              <p:cNvCxnSpPr/>
              <p:nvPr/>
            </p:nvCxnSpPr>
            <p:spPr>
              <a:xfrm>
                <a:off x="-2352240" y="16056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69" name="Google Shape;242;p5"/>
              <p:cNvSpPr/>
              <p:nvPr/>
            </p:nvSpPr>
            <p:spPr>
              <a:xfrm>
                <a:off x="2102400" y="1238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170" name="Google Shape;243;p5"/>
          <p:cNvGrpSpPr/>
          <p:nvPr/>
        </p:nvGrpSpPr>
        <p:grpSpPr>
          <a:xfrm>
            <a:off x="6795360" y="3095280"/>
            <a:ext cx="4558680" cy="2438280"/>
            <a:chOff x="6795360" y="3095280"/>
            <a:chExt cx="4558680" cy="2438280"/>
          </a:xfrm>
        </p:grpSpPr>
        <p:grpSp>
          <p:nvGrpSpPr>
            <p:cNvPr id="1171" name="Google Shape;244;p5"/>
            <p:cNvGrpSpPr/>
            <p:nvPr/>
          </p:nvGrpSpPr>
          <p:grpSpPr>
            <a:xfrm>
              <a:off x="7644600" y="3095280"/>
              <a:ext cx="2439000" cy="2438280"/>
              <a:chOff x="7644600" y="3095280"/>
              <a:chExt cx="2439000" cy="2438280"/>
            </a:xfrm>
          </p:grpSpPr>
          <p:sp>
            <p:nvSpPr>
              <p:cNvPr id="1172" name="Google Shape;245;p5"/>
              <p:cNvSpPr/>
              <p:nvPr/>
            </p:nvSpPr>
            <p:spPr>
              <a:xfrm rot="2700000" flipH="1">
                <a:off x="8316000" y="310428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3" name="Google Shape;246;p5"/>
              <p:cNvSpPr/>
              <p:nvPr/>
            </p:nvSpPr>
            <p:spPr>
              <a:xfrm rot="2700000" flipH="1">
                <a:off x="8429040" y="321660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4" name="Google Shape;247;p5"/>
            <p:cNvGrpSpPr/>
            <p:nvPr/>
          </p:nvGrpSpPr>
          <p:grpSpPr>
            <a:xfrm>
              <a:off x="6795360" y="5002920"/>
              <a:ext cx="4558680" cy="133920"/>
              <a:chOff x="6795360" y="5002920"/>
              <a:chExt cx="4558680" cy="133920"/>
            </a:xfrm>
          </p:grpSpPr>
          <p:sp>
            <p:nvSpPr>
              <p:cNvPr id="1175" name="Google Shape;248;p5"/>
              <p:cNvSpPr/>
              <p:nvPr/>
            </p:nvSpPr>
            <p:spPr>
              <a:xfrm rot="10800000">
                <a:off x="6795360" y="500292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176" name="Google Shape;249;p5"/>
              <p:cNvCxnSpPr/>
              <p:nvPr/>
            </p:nvCxnSpPr>
            <p:spPr>
              <a:xfrm flipH="1">
                <a:off x="6891120" y="506952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77" name="Google Shape;250;p5"/>
              <p:cNvSpPr/>
              <p:nvPr/>
            </p:nvSpPr>
            <p:spPr>
              <a:xfrm rot="10800000">
                <a:off x="6825600" y="50331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8" name="Google Shape;252;p6"/>
          <p:cNvGrpSpPr/>
          <p:nvPr/>
        </p:nvGrpSpPr>
        <p:grpSpPr>
          <a:xfrm>
            <a:off x="-2151360" y="-1921320"/>
            <a:ext cx="4718880" cy="4718880"/>
            <a:chOff x="-2151360" y="-1921320"/>
            <a:chExt cx="4718880" cy="4718880"/>
          </a:xfrm>
        </p:grpSpPr>
        <p:sp>
          <p:nvSpPr>
            <p:cNvPr id="1179" name="Google Shape;253;p6"/>
            <p:cNvSpPr/>
            <p:nvPr/>
          </p:nvSpPr>
          <p:spPr>
            <a:xfrm rot="9900000">
              <a:off x="-613440" y="-523440"/>
              <a:ext cx="2152080" cy="1863720"/>
            </a:xfrm>
            <a:custGeom>
              <a:avLst/>
              <a:gdLst>
                <a:gd name="textAreaLeft" fmla="*/ 0 w 2152080"/>
                <a:gd name="textAreaRight" fmla="*/ 2152440 w 2152080"/>
                <a:gd name="textAreaTop" fmla="*/ 0 h 1863720"/>
                <a:gd name="textAreaBottom" fmla="*/ 1864080 h 18637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0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180" name="Google Shape;254;p6"/>
            <p:cNvPicPr/>
            <p:nvPr/>
          </p:nvPicPr>
          <p:blipFill>
            <a:blip r:embed="rId2"/>
            <a:srcRect t="17653" b="17662"/>
            <a:stretch/>
          </p:blipFill>
          <p:spPr>
            <a:xfrm rot="13500000">
              <a:off x="-1684080" y="-1005840"/>
              <a:ext cx="3784680" cy="2888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82" name="Google Shape;256;p6"/>
          <p:cNvGrpSpPr/>
          <p:nvPr/>
        </p:nvGrpSpPr>
        <p:grpSpPr>
          <a:xfrm>
            <a:off x="8106840" y="-844560"/>
            <a:ext cx="1790280" cy="2767680"/>
            <a:chOff x="8106840" y="-844560"/>
            <a:chExt cx="1790280" cy="2767680"/>
          </a:xfrm>
        </p:grpSpPr>
        <p:grpSp>
          <p:nvGrpSpPr>
            <p:cNvPr id="1183" name="Google Shape;257;p6"/>
            <p:cNvGrpSpPr/>
            <p:nvPr/>
          </p:nvGrpSpPr>
          <p:grpSpPr>
            <a:xfrm>
              <a:off x="8642880" y="-844560"/>
              <a:ext cx="1213560" cy="2455200"/>
              <a:chOff x="8642880" y="-844560"/>
              <a:chExt cx="1213560" cy="2455200"/>
            </a:xfrm>
          </p:grpSpPr>
          <p:sp>
            <p:nvSpPr>
              <p:cNvPr id="1184" name="Google Shape;258;p6"/>
              <p:cNvSpPr/>
              <p:nvPr/>
            </p:nvSpPr>
            <p:spPr>
              <a:xfrm>
                <a:off x="8812440" y="-84384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5" name="Google Shape;259;p6"/>
              <p:cNvSpPr/>
              <p:nvPr/>
            </p:nvSpPr>
            <p:spPr>
              <a:xfrm>
                <a:off x="8642880" y="-84456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86" name="Google Shape;260;p6"/>
            <p:cNvGrpSpPr/>
            <p:nvPr/>
          </p:nvGrpSpPr>
          <p:grpSpPr>
            <a:xfrm>
              <a:off x="8200440" y="-261720"/>
              <a:ext cx="864360" cy="591120"/>
              <a:chOff x="8200440" y="-261720"/>
              <a:chExt cx="864360" cy="591120"/>
            </a:xfrm>
          </p:grpSpPr>
          <p:grpSp>
            <p:nvGrpSpPr>
              <p:cNvPr id="1187" name="Google Shape;261;p6"/>
              <p:cNvGrpSpPr/>
              <p:nvPr/>
            </p:nvGrpSpPr>
            <p:grpSpPr>
              <a:xfrm>
                <a:off x="8473680" y="-261720"/>
                <a:ext cx="591120" cy="591120"/>
                <a:chOff x="8473680" y="-261720"/>
                <a:chExt cx="591120" cy="591120"/>
              </a:xfrm>
            </p:grpSpPr>
            <p:sp>
              <p:nvSpPr>
                <p:cNvPr id="1188" name="Google Shape;262;p6"/>
                <p:cNvSpPr/>
                <p:nvPr/>
              </p:nvSpPr>
              <p:spPr>
                <a:xfrm rot="13500000">
                  <a:off x="8555760" y="-170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189" name="Google Shape;263;p6"/>
                <p:cNvGrpSpPr/>
                <p:nvPr/>
              </p:nvGrpSpPr>
              <p:grpSpPr>
                <a:xfrm>
                  <a:off x="8530920" y="-71280"/>
                  <a:ext cx="478800" cy="276120"/>
                  <a:chOff x="8530920" y="-71280"/>
                  <a:chExt cx="478800" cy="276120"/>
                </a:xfrm>
              </p:grpSpPr>
              <p:sp>
                <p:nvSpPr>
                  <p:cNvPr id="1190" name="Google Shape;264;p6"/>
                  <p:cNvSpPr/>
                  <p:nvPr/>
                </p:nvSpPr>
                <p:spPr>
                  <a:xfrm rot="13500000">
                    <a:off x="877428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1" name="Google Shape;265;p6"/>
                  <p:cNvSpPr/>
                  <p:nvPr/>
                </p:nvSpPr>
                <p:spPr>
                  <a:xfrm rot="13500000">
                    <a:off x="872352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2" name="Google Shape;266;p6"/>
                  <p:cNvSpPr/>
                  <p:nvPr/>
                </p:nvSpPr>
                <p:spPr>
                  <a:xfrm rot="13500000">
                    <a:off x="86724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3" name="Google Shape;267;p6"/>
                  <p:cNvSpPr/>
                  <p:nvPr/>
                </p:nvSpPr>
                <p:spPr>
                  <a:xfrm rot="13500000">
                    <a:off x="86220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4" name="Google Shape;268;p6"/>
                  <p:cNvSpPr/>
                  <p:nvPr/>
                </p:nvSpPr>
                <p:spPr>
                  <a:xfrm rot="13500000">
                    <a:off x="857124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195" name="Google Shape;269;p6"/>
              <p:cNvSpPr/>
              <p:nvPr/>
            </p:nvSpPr>
            <p:spPr>
              <a:xfrm rot="8100000">
                <a:off x="8254080" y="-8712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6" name="Google Shape;270;p6"/>
            <p:cNvGrpSpPr/>
            <p:nvPr/>
          </p:nvGrpSpPr>
          <p:grpSpPr>
            <a:xfrm>
              <a:off x="8602560" y="252720"/>
              <a:ext cx="1294560" cy="1670400"/>
              <a:chOff x="8602560" y="252720"/>
              <a:chExt cx="1294560" cy="1670400"/>
            </a:xfrm>
          </p:grpSpPr>
          <p:sp>
            <p:nvSpPr>
              <p:cNvPr id="1197" name="Google Shape;271;p6"/>
              <p:cNvSpPr/>
              <p:nvPr/>
            </p:nvSpPr>
            <p:spPr>
              <a:xfrm rot="2700000">
                <a:off x="8748720" y="4024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8" name="Google Shape;272;p6"/>
              <p:cNvSpPr/>
              <p:nvPr/>
            </p:nvSpPr>
            <p:spPr>
              <a:xfrm rot="2700000">
                <a:off x="8843040" y="63036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273;p6"/>
              <p:cNvSpPr/>
              <p:nvPr/>
            </p:nvSpPr>
            <p:spPr>
              <a:xfrm rot="2700000">
                <a:off x="8937360" y="8326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0" name="Google Shape;274;p6"/>
              <p:cNvSpPr/>
              <p:nvPr/>
            </p:nvSpPr>
            <p:spPr>
              <a:xfrm rot="2700000">
                <a:off x="9031320" y="106092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01" name="Google Shape;275;p6"/>
            <p:cNvGrpSpPr/>
            <p:nvPr/>
          </p:nvGrpSpPr>
          <p:grpSpPr>
            <a:xfrm>
              <a:off x="8106840" y="158040"/>
              <a:ext cx="864360" cy="591120"/>
              <a:chOff x="8106840" y="158040"/>
              <a:chExt cx="864360" cy="591120"/>
            </a:xfrm>
          </p:grpSpPr>
          <p:grpSp>
            <p:nvGrpSpPr>
              <p:cNvPr id="1202" name="Google Shape;276;p6"/>
              <p:cNvGrpSpPr/>
              <p:nvPr/>
            </p:nvGrpSpPr>
            <p:grpSpPr>
              <a:xfrm>
                <a:off x="8380080" y="158040"/>
                <a:ext cx="591120" cy="591120"/>
                <a:chOff x="8380080" y="158040"/>
                <a:chExt cx="591120" cy="591120"/>
              </a:xfrm>
            </p:grpSpPr>
            <p:sp>
              <p:nvSpPr>
                <p:cNvPr id="1203" name="Google Shape;277;p6"/>
                <p:cNvSpPr/>
                <p:nvPr/>
              </p:nvSpPr>
              <p:spPr>
                <a:xfrm rot="13500000">
                  <a:off x="8462160" y="24912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04" name="Google Shape;278;p6"/>
                <p:cNvGrpSpPr/>
                <p:nvPr/>
              </p:nvGrpSpPr>
              <p:grpSpPr>
                <a:xfrm>
                  <a:off x="8437320" y="348120"/>
                  <a:ext cx="478800" cy="276480"/>
                  <a:chOff x="8437320" y="348120"/>
                  <a:chExt cx="478800" cy="276480"/>
                </a:xfrm>
              </p:grpSpPr>
              <p:sp>
                <p:nvSpPr>
                  <p:cNvPr id="1205" name="Google Shape;279;p6"/>
                  <p:cNvSpPr/>
                  <p:nvPr/>
                </p:nvSpPr>
                <p:spPr>
                  <a:xfrm rot="13500000">
                    <a:off x="868068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6" name="Google Shape;280;p6"/>
                  <p:cNvSpPr/>
                  <p:nvPr/>
                </p:nvSpPr>
                <p:spPr>
                  <a:xfrm rot="13500000">
                    <a:off x="862992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7" name="Google Shape;281;p6"/>
                  <p:cNvSpPr/>
                  <p:nvPr/>
                </p:nvSpPr>
                <p:spPr>
                  <a:xfrm rot="13500000">
                    <a:off x="85788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8" name="Google Shape;282;p6"/>
                  <p:cNvSpPr/>
                  <p:nvPr/>
                </p:nvSpPr>
                <p:spPr>
                  <a:xfrm rot="13500000">
                    <a:off x="85284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9" name="Google Shape;283;p6"/>
                  <p:cNvSpPr/>
                  <p:nvPr/>
                </p:nvSpPr>
                <p:spPr>
                  <a:xfrm rot="13500000">
                    <a:off x="847764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10" name="Google Shape;284;p6"/>
              <p:cNvSpPr/>
              <p:nvPr/>
            </p:nvSpPr>
            <p:spPr>
              <a:xfrm rot="8100000">
                <a:off x="8160480" y="33228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1" name="Google Shape;285;p6"/>
            <p:cNvGrpSpPr/>
            <p:nvPr/>
          </p:nvGrpSpPr>
          <p:grpSpPr>
            <a:xfrm>
              <a:off x="8730000" y="88200"/>
              <a:ext cx="864360" cy="591120"/>
              <a:chOff x="8730000" y="88200"/>
              <a:chExt cx="864360" cy="591120"/>
            </a:xfrm>
          </p:grpSpPr>
          <p:grpSp>
            <p:nvGrpSpPr>
              <p:cNvPr id="1212" name="Google Shape;286;p6"/>
              <p:cNvGrpSpPr/>
              <p:nvPr/>
            </p:nvGrpSpPr>
            <p:grpSpPr>
              <a:xfrm>
                <a:off x="9003240" y="88200"/>
                <a:ext cx="591120" cy="591120"/>
                <a:chOff x="9003240" y="88200"/>
                <a:chExt cx="591120" cy="591120"/>
              </a:xfrm>
            </p:grpSpPr>
            <p:sp>
              <p:nvSpPr>
                <p:cNvPr id="1213" name="Google Shape;287;p6"/>
                <p:cNvSpPr/>
                <p:nvPr/>
              </p:nvSpPr>
              <p:spPr>
                <a:xfrm rot="13500000">
                  <a:off x="9085320" y="179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14" name="Google Shape;288;p6"/>
                <p:cNvGrpSpPr/>
                <p:nvPr/>
              </p:nvGrpSpPr>
              <p:grpSpPr>
                <a:xfrm>
                  <a:off x="9060480" y="278280"/>
                  <a:ext cx="478800" cy="276480"/>
                  <a:chOff x="9060480" y="278280"/>
                  <a:chExt cx="478800" cy="276480"/>
                </a:xfrm>
              </p:grpSpPr>
              <p:sp>
                <p:nvSpPr>
                  <p:cNvPr id="1215" name="Google Shape;289;p6"/>
                  <p:cNvSpPr/>
                  <p:nvPr/>
                </p:nvSpPr>
                <p:spPr>
                  <a:xfrm rot="13500000">
                    <a:off x="930384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6" name="Google Shape;290;p6"/>
                  <p:cNvSpPr/>
                  <p:nvPr/>
                </p:nvSpPr>
                <p:spPr>
                  <a:xfrm rot="13500000">
                    <a:off x="925308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7" name="Google Shape;291;p6"/>
                  <p:cNvSpPr/>
                  <p:nvPr/>
                </p:nvSpPr>
                <p:spPr>
                  <a:xfrm rot="13500000">
                    <a:off x="92019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8" name="Google Shape;292;p6"/>
                  <p:cNvSpPr/>
                  <p:nvPr/>
                </p:nvSpPr>
                <p:spPr>
                  <a:xfrm rot="13500000">
                    <a:off x="91515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9" name="Google Shape;293;p6"/>
                  <p:cNvSpPr/>
                  <p:nvPr/>
                </p:nvSpPr>
                <p:spPr>
                  <a:xfrm rot="13500000">
                    <a:off x="910080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20" name="Google Shape;294;p6"/>
              <p:cNvSpPr/>
              <p:nvPr/>
            </p:nvSpPr>
            <p:spPr>
              <a:xfrm rot="8100000">
                <a:off x="8783640" y="26244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21" name="Google Shape;295;p6"/>
          <p:cNvGrpSpPr/>
          <p:nvPr/>
        </p:nvGrpSpPr>
        <p:grpSpPr>
          <a:xfrm>
            <a:off x="-1498680" y="3182400"/>
            <a:ext cx="4558320" cy="3357000"/>
            <a:chOff x="-1498680" y="3182400"/>
            <a:chExt cx="4558320" cy="3357000"/>
          </a:xfrm>
        </p:grpSpPr>
        <p:grpSp>
          <p:nvGrpSpPr>
            <p:cNvPr id="1222" name="Google Shape;296;p6"/>
            <p:cNvGrpSpPr/>
            <p:nvPr/>
          </p:nvGrpSpPr>
          <p:grpSpPr>
            <a:xfrm>
              <a:off x="-550440" y="3561840"/>
              <a:ext cx="1471680" cy="2977560"/>
              <a:chOff x="-550440" y="3561840"/>
              <a:chExt cx="1471680" cy="2977560"/>
            </a:xfrm>
          </p:grpSpPr>
          <p:sp>
            <p:nvSpPr>
              <p:cNvPr id="1223" name="Google Shape;297;p6"/>
              <p:cNvSpPr/>
              <p:nvPr/>
            </p:nvSpPr>
            <p:spPr>
              <a:xfrm rot="10800000">
                <a:off x="-550080" y="356184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4" name="Google Shape;298;p6"/>
              <p:cNvSpPr/>
              <p:nvPr/>
            </p:nvSpPr>
            <p:spPr>
              <a:xfrm rot="10800000">
                <a:off x="-344520" y="356256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5" name="Google Shape;299;p6"/>
            <p:cNvGrpSpPr/>
            <p:nvPr/>
          </p:nvGrpSpPr>
          <p:grpSpPr>
            <a:xfrm>
              <a:off x="409680" y="5116320"/>
              <a:ext cx="1048320" cy="717120"/>
              <a:chOff x="409680" y="5116320"/>
              <a:chExt cx="1048320" cy="717120"/>
            </a:xfrm>
          </p:grpSpPr>
          <p:grpSp>
            <p:nvGrpSpPr>
              <p:cNvPr id="1226" name="Google Shape;300;p6"/>
              <p:cNvGrpSpPr/>
              <p:nvPr/>
            </p:nvGrpSpPr>
            <p:grpSpPr>
              <a:xfrm>
                <a:off x="409680" y="5116320"/>
                <a:ext cx="717120" cy="717120"/>
                <a:chOff x="409680" y="5116320"/>
                <a:chExt cx="717120" cy="717120"/>
              </a:xfrm>
            </p:grpSpPr>
            <p:sp>
              <p:nvSpPr>
                <p:cNvPr id="1227" name="Google Shape;301;p6"/>
                <p:cNvSpPr/>
                <p:nvPr/>
              </p:nvSpPr>
              <p:spPr>
                <a:xfrm rot="2700000">
                  <a:off x="509040" y="522648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28" name="Google Shape;302;p6"/>
                <p:cNvGrpSpPr/>
                <p:nvPr/>
              </p:nvGrpSpPr>
              <p:grpSpPr>
                <a:xfrm>
                  <a:off x="476280" y="5267520"/>
                  <a:ext cx="581040" cy="335160"/>
                  <a:chOff x="476280" y="5267520"/>
                  <a:chExt cx="581040" cy="335160"/>
                </a:xfrm>
              </p:grpSpPr>
              <p:sp>
                <p:nvSpPr>
                  <p:cNvPr id="1229" name="Google Shape;303;p6"/>
                  <p:cNvSpPr/>
                  <p:nvPr/>
                </p:nvSpPr>
                <p:spPr>
                  <a:xfrm rot="2700000">
                    <a:off x="52524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0" name="Google Shape;304;p6"/>
                  <p:cNvSpPr/>
                  <p:nvPr/>
                </p:nvSpPr>
                <p:spPr>
                  <a:xfrm rot="2700000">
                    <a:off x="58680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1" name="Google Shape;305;p6"/>
                  <p:cNvSpPr/>
                  <p:nvPr/>
                </p:nvSpPr>
                <p:spPr>
                  <a:xfrm rot="2700000">
                    <a:off x="6487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2" name="Google Shape;306;p6"/>
                  <p:cNvSpPr/>
                  <p:nvPr/>
                </p:nvSpPr>
                <p:spPr>
                  <a:xfrm rot="2700000">
                    <a:off x="7099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3" name="Google Shape;307;p6"/>
                  <p:cNvSpPr/>
                  <p:nvPr/>
                </p:nvSpPr>
                <p:spPr>
                  <a:xfrm rot="2700000">
                    <a:off x="77148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34" name="Google Shape;308;p6"/>
              <p:cNvSpPr/>
              <p:nvPr/>
            </p:nvSpPr>
            <p:spPr>
              <a:xfrm rot="18900000">
                <a:off x="905760" y="523512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5" name="Google Shape;309;p6"/>
            <p:cNvGrpSpPr/>
            <p:nvPr/>
          </p:nvGrpSpPr>
          <p:grpSpPr>
            <a:xfrm>
              <a:off x="-493560" y="3182400"/>
              <a:ext cx="1570320" cy="2026440"/>
              <a:chOff x="-493560" y="3182400"/>
              <a:chExt cx="1570320" cy="2026440"/>
            </a:xfrm>
          </p:grpSpPr>
          <p:sp>
            <p:nvSpPr>
              <p:cNvPr id="1236" name="Google Shape;310;p6"/>
              <p:cNvSpPr/>
              <p:nvPr/>
            </p:nvSpPr>
            <p:spPr>
              <a:xfrm rot="2700000">
                <a:off x="-315720" y="336420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7" name="Google Shape;311;p6"/>
              <p:cNvSpPr/>
              <p:nvPr/>
            </p:nvSpPr>
            <p:spPr>
              <a:xfrm rot="2700000">
                <a:off x="-201600" y="364068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8" name="Google Shape;312;p6"/>
              <p:cNvSpPr/>
              <p:nvPr/>
            </p:nvSpPr>
            <p:spPr>
              <a:xfrm rot="2700000">
                <a:off x="-87120" y="388656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9" name="Google Shape;313;p6"/>
              <p:cNvSpPr/>
              <p:nvPr/>
            </p:nvSpPr>
            <p:spPr>
              <a:xfrm rot="2700000">
                <a:off x="26640" y="416304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0" name="Google Shape;314;p6"/>
            <p:cNvGrpSpPr/>
            <p:nvPr/>
          </p:nvGrpSpPr>
          <p:grpSpPr>
            <a:xfrm>
              <a:off x="523080" y="4607280"/>
              <a:ext cx="1048320" cy="717120"/>
              <a:chOff x="523080" y="4607280"/>
              <a:chExt cx="1048320" cy="717120"/>
            </a:xfrm>
          </p:grpSpPr>
          <p:grpSp>
            <p:nvGrpSpPr>
              <p:cNvPr id="1241" name="Google Shape;315;p6"/>
              <p:cNvGrpSpPr/>
              <p:nvPr/>
            </p:nvGrpSpPr>
            <p:grpSpPr>
              <a:xfrm>
                <a:off x="523080" y="4607280"/>
                <a:ext cx="717120" cy="717120"/>
                <a:chOff x="523080" y="4607280"/>
                <a:chExt cx="717120" cy="717120"/>
              </a:xfrm>
            </p:grpSpPr>
            <p:sp>
              <p:nvSpPr>
                <p:cNvPr id="1242" name="Google Shape;316;p6"/>
                <p:cNvSpPr/>
                <p:nvPr/>
              </p:nvSpPr>
              <p:spPr>
                <a:xfrm rot="2700000">
                  <a:off x="622440" y="47174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43" name="Google Shape;317;p6"/>
                <p:cNvGrpSpPr/>
                <p:nvPr/>
              </p:nvGrpSpPr>
              <p:grpSpPr>
                <a:xfrm>
                  <a:off x="590040" y="4758480"/>
                  <a:ext cx="581040" cy="335160"/>
                  <a:chOff x="590040" y="4758480"/>
                  <a:chExt cx="581040" cy="335160"/>
                </a:xfrm>
              </p:grpSpPr>
              <p:sp>
                <p:nvSpPr>
                  <p:cNvPr id="1244" name="Google Shape;318;p6"/>
                  <p:cNvSpPr/>
                  <p:nvPr/>
                </p:nvSpPr>
                <p:spPr>
                  <a:xfrm rot="2700000">
                    <a:off x="63900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5" name="Google Shape;319;p6"/>
                  <p:cNvSpPr/>
                  <p:nvPr/>
                </p:nvSpPr>
                <p:spPr>
                  <a:xfrm rot="2700000">
                    <a:off x="70056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6" name="Google Shape;320;p6"/>
                  <p:cNvSpPr/>
                  <p:nvPr/>
                </p:nvSpPr>
                <p:spPr>
                  <a:xfrm rot="2700000">
                    <a:off x="76212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7" name="Google Shape;321;p6"/>
                  <p:cNvSpPr/>
                  <p:nvPr/>
                </p:nvSpPr>
                <p:spPr>
                  <a:xfrm rot="2700000">
                    <a:off x="82368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8" name="Google Shape;322;p6"/>
                  <p:cNvSpPr/>
                  <p:nvPr/>
                </p:nvSpPr>
                <p:spPr>
                  <a:xfrm rot="2700000">
                    <a:off x="88524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49" name="Google Shape;323;p6"/>
              <p:cNvSpPr/>
              <p:nvPr/>
            </p:nvSpPr>
            <p:spPr>
              <a:xfrm rot="18900000">
                <a:off x="1019160" y="47260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0" name="Google Shape;324;p6"/>
            <p:cNvGrpSpPr/>
            <p:nvPr/>
          </p:nvGrpSpPr>
          <p:grpSpPr>
            <a:xfrm>
              <a:off x="-232560" y="4691880"/>
              <a:ext cx="1048320" cy="717120"/>
              <a:chOff x="-232560" y="4691880"/>
              <a:chExt cx="1048320" cy="717120"/>
            </a:xfrm>
          </p:grpSpPr>
          <p:grpSp>
            <p:nvGrpSpPr>
              <p:cNvPr id="1251" name="Google Shape;325;p6"/>
              <p:cNvGrpSpPr/>
              <p:nvPr/>
            </p:nvGrpSpPr>
            <p:grpSpPr>
              <a:xfrm>
                <a:off x="-232560" y="4691880"/>
                <a:ext cx="717120" cy="717120"/>
                <a:chOff x="-232560" y="4691880"/>
                <a:chExt cx="717120" cy="717120"/>
              </a:xfrm>
            </p:grpSpPr>
            <p:sp>
              <p:nvSpPr>
                <p:cNvPr id="1252" name="Google Shape;326;p6"/>
                <p:cNvSpPr/>
                <p:nvPr/>
              </p:nvSpPr>
              <p:spPr>
                <a:xfrm rot="2700000">
                  <a:off x="-132840" y="48020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53" name="Google Shape;327;p6"/>
                <p:cNvGrpSpPr/>
                <p:nvPr/>
              </p:nvGrpSpPr>
              <p:grpSpPr>
                <a:xfrm>
                  <a:off x="-165960" y="4843080"/>
                  <a:ext cx="581040" cy="335160"/>
                  <a:chOff x="-165960" y="4843080"/>
                  <a:chExt cx="581040" cy="335160"/>
                </a:xfrm>
              </p:grpSpPr>
              <p:sp>
                <p:nvSpPr>
                  <p:cNvPr id="1254" name="Google Shape;328;p6"/>
                  <p:cNvSpPr/>
                  <p:nvPr/>
                </p:nvSpPr>
                <p:spPr>
                  <a:xfrm rot="2700000">
                    <a:off x="-11700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5" name="Google Shape;329;p6"/>
                  <p:cNvSpPr/>
                  <p:nvPr/>
                </p:nvSpPr>
                <p:spPr>
                  <a:xfrm rot="2700000">
                    <a:off x="-5544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6" name="Google Shape;330;p6"/>
                  <p:cNvSpPr/>
                  <p:nvPr/>
                </p:nvSpPr>
                <p:spPr>
                  <a:xfrm rot="2700000">
                    <a:off x="61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7" name="Google Shape;331;p6"/>
                  <p:cNvSpPr/>
                  <p:nvPr/>
                </p:nvSpPr>
                <p:spPr>
                  <a:xfrm rot="2700000">
                    <a:off x="673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8" name="Google Shape;332;p6"/>
                  <p:cNvSpPr/>
                  <p:nvPr/>
                </p:nvSpPr>
                <p:spPr>
                  <a:xfrm rot="2700000">
                    <a:off x="12888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59" name="Google Shape;333;p6"/>
              <p:cNvSpPr/>
              <p:nvPr/>
            </p:nvSpPr>
            <p:spPr>
              <a:xfrm rot="18900000">
                <a:off x="263520" y="48106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0" name="Google Shape;334;p6"/>
            <p:cNvGrpSpPr/>
            <p:nvPr/>
          </p:nvGrpSpPr>
          <p:grpSpPr>
            <a:xfrm>
              <a:off x="-1498680" y="4898880"/>
              <a:ext cx="4558320" cy="133920"/>
              <a:chOff x="-1498680" y="4898880"/>
              <a:chExt cx="4558320" cy="133920"/>
            </a:xfrm>
          </p:grpSpPr>
          <p:sp>
            <p:nvSpPr>
              <p:cNvPr id="1261" name="Google Shape;335;p6"/>
              <p:cNvSpPr/>
              <p:nvPr/>
            </p:nvSpPr>
            <p:spPr>
              <a:xfrm>
                <a:off x="2925720" y="4898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262" name="Google Shape;336;p6"/>
              <p:cNvCxnSpPr/>
              <p:nvPr/>
            </p:nvCxnSpPr>
            <p:spPr>
              <a:xfrm>
                <a:off x="-1498680" y="496584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63" name="Google Shape;337;p6"/>
              <p:cNvSpPr/>
              <p:nvPr/>
            </p:nvSpPr>
            <p:spPr>
              <a:xfrm>
                <a:off x="2955960" y="4929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65" name="Google Shape;341;p7"/>
          <p:cNvGrpSpPr/>
          <p:nvPr/>
        </p:nvGrpSpPr>
        <p:grpSpPr>
          <a:xfrm>
            <a:off x="8934840" y="3943440"/>
            <a:ext cx="438840" cy="438840"/>
            <a:chOff x="8934840" y="3943440"/>
            <a:chExt cx="438840" cy="438840"/>
          </a:xfrm>
        </p:grpSpPr>
        <p:sp>
          <p:nvSpPr>
            <p:cNvPr id="1266" name="Google Shape;342;p7"/>
            <p:cNvSpPr/>
            <p:nvPr/>
          </p:nvSpPr>
          <p:spPr>
            <a:xfrm>
              <a:off x="8934840" y="394344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7" name="Google Shape;343;p7"/>
            <p:cNvSpPr/>
            <p:nvPr/>
          </p:nvSpPr>
          <p:spPr>
            <a:xfrm>
              <a:off x="9023040" y="404352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68" name="Google Shape;344;p7"/>
          <p:cNvGrpSpPr/>
          <p:nvPr/>
        </p:nvGrpSpPr>
        <p:grpSpPr>
          <a:xfrm>
            <a:off x="5481720" y="-3117240"/>
            <a:ext cx="5953320" cy="6141960"/>
            <a:chOff x="5481720" y="-3117240"/>
            <a:chExt cx="5953320" cy="6141960"/>
          </a:xfrm>
        </p:grpSpPr>
        <p:sp>
          <p:nvSpPr>
            <p:cNvPr id="1269" name="Google Shape;345;p7"/>
            <p:cNvSpPr/>
            <p:nvPr/>
          </p:nvSpPr>
          <p:spPr>
            <a:xfrm rot="18900000">
              <a:off x="6829560" y="-24588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0" name="Google Shape;346;p7"/>
            <p:cNvSpPr/>
            <p:nvPr/>
          </p:nvSpPr>
          <p:spPr>
            <a:xfrm rot="18900000">
              <a:off x="6933960" y="-275184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71" name="Google Shape;347;p7"/>
            <p:cNvGrpSpPr/>
            <p:nvPr/>
          </p:nvGrpSpPr>
          <p:grpSpPr>
            <a:xfrm>
              <a:off x="5862600" y="33480"/>
              <a:ext cx="4558680" cy="133920"/>
              <a:chOff x="5862600" y="33480"/>
              <a:chExt cx="4558680" cy="133920"/>
            </a:xfrm>
          </p:grpSpPr>
          <p:sp>
            <p:nvSpPr>
              <p:cNvPr id="1272" name="Google Shape;348;p7"/>
              <p:cNvSpPr/>
              <p:nvPr/>
            </p:nvSpPr>
            <p:spPr>
              <a:xfrm rot="10800000">
                <a:off x="5862600" y="334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273" name="Google Shape;349;p7"/>
              <p:cNvCxnSpPr/>
              <p:nvPr/>
            </p:nvCxnSpPr>
            <p:spPr>
              <a:xfrm flipH="1">
                <a:off x="5958360" y="10008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74" name="Google Shape;350;p7"/>
              <p:cNvSpPr/>
              <p:nvPr/>
            </p:nvSpPr>
            <p:spPr>
              <a:xfrm rot="10800000">
                <a:off x="5893200" y="637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275" name="Google Shape;351;p7"/>
          <p:cNvGrpSpPr/>
          <p:nvPr/>
        </p:nvGrpSpPr>
        <p:grpSpPr>
          <a:xfrm>
            <a:off x="-502920" y="3987000"/>
            <a:ext cx="5248440" cy="2991960"/>
            <a:chOff x="-502920" y="3987000"/>
            <a:chExt cx="5248440" cy="2991960"/>
          </a:xfrm>
        </p:grpSpPr>
        <p:pic>
          <p:nvPicPr>
            <p:cNvPr id="1276" name="Google Shape;352;p7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 flipH="1">
              <a:off x="-502920" y="398700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77" name="Google Shape;353;p7"/>
            <p:cNvSpPr/>
            <p:nvPr/>
          </p:nvSpPr>
          <p:spPr>
            <a:xfrm flipH="1">
              <a:off x="3542040" y="52239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8" name="Google Shape;354;p7"/>
            <p:cNvSpPr/>
            <p:nvPr/>
          </p:nvSpPr>
          <p:spPr>
            <a:xfrm flipH="1">
              <a:off x="3205440" y="5280480"/>
              <a:ext cx="339840" cy="325440"/>
            </a:xfrm>
            <a:custGeom>
              <a:avLst/>
              <a:gdLst>
                <a:gd name="textAreaLeft" fmla="*/ 360 w 339840"/>
                <a:gd name="textAreaRight" fmla="*/ 340560 w 33984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9" name="Google Shape;355;p7"/>
            <p:cNvSpPr/>
            <p:nvPr/>
          </p:nvSpPr>
          <p:spPr>
            <a:xfrm flipH="1">
              <a:off x="3084480" y="551412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0" name="Google Shape;356;p7"/>
            <p:cNvSpPr/>
            <p:nvPr/>
          </p:nvSpPr>
          <p:spPr>
            <a:xfrm flipH="1">
              <a:off x="2606040" y="51645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1" name="Google Shape;357;p7"/>
            <p:cNvSpPr/>
            <p:nvPr/>
          </p:nvSpPr>
          <p:spPr>
            <a:xfrm rot="16200000" flipH="1">
              <a:off x="2618280" y="3689640"/>
              <a:ext cx="1420560" cy="2832840"/>
            </a:xfrm>
            <a:custGeom>
              <a:avLst/>
              <a:gdLst>
                <a:gd name="textAreaLeft" fmla="*/ 360 w 1420560"/>
                <a:gd name="textAreaRight" fmla="*/ 142128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82" name="Google Shape;358;p7"/>
            <p:cNvGrpSpPr/>
            <p:nvPr/>
          </p:nvGrpSpPr>
          <p:grpSpPr>
            <a:xfrm>
              <a:off x="3588480" y="4943160"/>
              <a:ext cx="161640" cy="161640"/>
              <a:chOff x="3588480" y="4943160"/>
              <a:chExt cx="161640" cy="161640"/>
            </a:xfrm>
          </p:grpSpPr>
          <p:sp>
            <p:nvSpPr>
              <p:cNvPr id="1283" name="Google Shape;359;p7"/>
              <p:cNvSpPr/>
              <p:nvPr/>
            </p:nvSpPr>
            <p:spPr>
              <a:xfrm flipH="1">
                <a:off x="3588120" y="4943160"/>
                <a:ext cx="161640" cy="161640"/>
              </a:xfrm>
              <a:custGeom>
                <a:avLst/>
                <a:gdLst>
                  <a:gd name="textAreaLeft" fmla="*/ -360 w 161640"/>
                  <a:gd name="textAreaRight" fmla="*/ 16164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4" name="Google Shape;360;p7"/>
              <p:cNvSpPr/>
              <p:nvPr/>
            </p:nvSpPr>
            <p:spPr>
              <a:xfrm flipH="1">
                <a:off x="3621240" y="4979880"/>
                <a:ext cx="96480" cy="88200"/>
              </a:xfrm>
              <a:custGeom>
                <a:avLst/>
                <a:gdLst>
                  <a:gd name="textAreaLeft" fmla="*/ 360 w 96480"/>
                  <a:gd name="textAreaRight" fmla="*/ 9720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85" name="Google Shape;361;p7"/>
            <p:cNvGrpSpPr/>
            <p:nvPr/>
          </p:nvGrpSpPr>
          <p:grpSpPr>
            <a:xfrm>
              <a:off x="2206440" y="5361120"/>
              <a:ext cx="161640" cy="161640"/>
              <a:chOff x="2206440" y="5361120"/>
              <a:chExt cx="161640" cy="161640"/>
            </a:xfrm>
          </p:grpSpPr>
          <p:sp>
            <p:nvSpPr>
              <p:cNvPr id="1286" name="Google Shape;362;p7"/>
              <p:cNvSpPr/>
              <p:nvPr/>
            </p:nvSpPr>
            <p:spPr>
              <a:xfrm flipV="1">
                <a:off x="2206440" y="536076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-360 h 161640"/>
                  <a:gd name="textAreaBottom" fmla="*/ 16164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7" name="Google Shape;363;p7"/>
              <p:cNvSpPr/>
              <p:nvPr/>
            </p:nvSpPr>
            <p:spPr>
              <a:xfrm flipV="1">
                <a:off x="2238840" y="539748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-360 h 88200"/>
                  <a:gd name="textAreaBottom" fmla="*/ 8820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title"/>
          </p:nvPr>
        </p:nvSpPr>
        <p:spPr>
          <a:xfrm>
            <a:off x="713160" y="2122560"/>
            <a:ext cx="7297200" cy="9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89" name="Google Shape;366;p8"/>
          <p:cNvGrpSpPr/>
          <p:nvPr/>
        </p:nvGrpSpPr>
        <p:grpSpPr>
          <a:xfrm>
            <a:off x="6475680" y="-1541520"/>
            <a:ext cx="2583360" cy="2409120"/>
            <a:chOff x="6475680" y="-1541520"/>
            <a:chExt cx="2583360" cy="2409120"/>
          </a:xfrm>
        </p:grpSpPr>
        <p:grpSp>
          <p:nvGrpSpPr>
            <p:cNvPr id="1290" name="Google Shape;367;p8"/>
            <p:cNvGrpSpPr/>
            <p:nvPr/>
          </p:nvGrpSpPr>
          <p:grpSpPr>
            <a:xfrm>
              <a:off x="6475680" y="-1541520"/>
              <a:ext cx="939600" cy="2133000"/>
              <a:chOff x="6475680" y="-1541520"/>
              <a:chExt cx="939600" cy="2133000"/>
            </a:xfrm>
          </p:grpSpPr>
          <p:sp>
            <p:nvSpPr>
              <p:cNvPr id="1291" name="Google Shape;368;p8"/>
              <p:cNvSpPr/>
              <p:nvPr/>
            </p:nvSpPr>
            <p:spPr>
              <a:xfrm>
                <a:off x="6475680" y="-1541520"/>
                <a:ext cx="577080" cy="1974240"/>
              </a:xfrm>
              <a:custGeom>
                <a:avLst/>
                <a:gdLst>
                  <a:gd name="textAreaLeft" fmla="*/ 0 w 577080"/>
                  <a:gd name="textAreaRight" fmla="*/ 577440 w 577080"/>
                  <a:gd name="textAreaTop" fmla="*/ 0 h 1974240"/>
                  <a:gd name="textAreaBottom" fmla="*/ 1974600 h 1974240"/>
                </a:gdLst>
                <a:ahLst/>
                <a:cxnLst/>
                <a:rect l="textAreaLeft" t="textAreaTop" r="textAreaRight" b="textAreaBottom"/>
                <a:pathLst>
                  <a:path w="14079" h="48146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2" name="Google Shape;369;p8"/>
              <p:cNvSpPr/>
              <p:nvPr/>
            </p:nvSpPr>
            <p:spPr>
              <a:xfrm>
                <a:off x="6728400" y="-1179360"/>
                <a:ext cx="686880" cy="1770840"/>
              </a:xfrm>
              <a:custGeom>
                <a:avLst/>
                <a:gdLst>
                  <a:gd name="textAreaLeft" fmla="*/ 0 w 686880"/>
                  <a:gd name="textAreaRight" fmla="*/ 687240 w 686880"/>
                  <a:gd name="textAreaTop" fmla="*/ 0 h 1770840"/>
                  <a:gd name="textAreaBottom" fmla="*/ 1771200 h 1770840"/>
                </a:gdLst>
                <a:ahLst/>
                <a:cxnLst/>
                <a:rect l="textAreaLeft" t="textAreaTop" r="textAreaRight" b="textAreaBottom"/>
                <a:pathLst>
                  <a:path w="16760" h="4318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93" name="Google Shape;370;p8"/>
            <p:cNvSpPr/>
            <p:nvPr/>
          </p:nvSpPr>
          <p:spPr>
            <a:xfrm rot="5400000">
              <a:off x="7783200" y="-7704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4" name="Google Shape;371;p8"/>
            <p:cNvSpPr/>
            <p:nvPr/>
          </p:nvSpPr>
          <p:spPr>
            <a:xfrm rot="5400000">
              <a:off x="7617600" y="-361080"/>
              <a:ext cx="686880" cy="177084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1770840"/>
                <a:gd name="textAreaBottom" fmla="*/ 1771200 h 177084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95" name="Google Shape;372;p8"/>
            <p:cNvGrpSpPr/>
            <p:nvPr/>
          </p:nvGrpSpPr>
          <p:grpSpPr>
            <a:xfrm>
              <a:off x="7741800" y="-258480"/>
              <a:ext cx="438840" cy="438840"/>
              <a:chOff x="7741800" y="-258480"/>
              <a:chExt cx="438840" cy="438840"/>
            </a:xfrm>
          </p:grpSpPr>
          <p:sp>
            <p:nvSpPr>
              <p:cNvPr id="1296" name="Google Shape;373;p8"/>
              <p:cNvSpPr/>
              <p:nvPr/>
            </p:nvSpPr>
            <p:spPr>
              <a:xfrm>
                <a:off x="7741800" y="-2584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7" name="Google Shape;374;p8"/>
              <p:cNvSpPr/>
              <p:nvPr/>
            </p:nvSpPr>
            <p:spPr>
              <a:xfrm>
                <a:off x="7830000" y="-1584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960" cy="184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99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800" cy="406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300" name="Google Shape;379;p9"/>
          <p:cNvGrpSpPr/>
          <p:nvPr/>
        </p:nvGrpSpPr>
        <p:grpSpPr>
          <a:xfrm>
            <a:off x="-2393640" y="-1635480"/>
            <a:ext cx="4710600" cy="5344200"/>
            <a:chOff x="-2393640" y="-1635480"/>
            <a:chExt cx="4710600" cy="5344200"/>
          </a:xfrm>
        </p:grpSpPr>
        <p:pic>
          <p:nvPicPr>
            <p:cNvPr id="1301" name="Google Shape;380;p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02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1303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304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1305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6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07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1308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9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10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1311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2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313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1314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6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1317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8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19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20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1321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2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3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6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7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28" name="Google Shape;407;p9"/>
          <p:cNvGrpSpPr/>
          <p:nvPr/>
        </p:nvGrpSpPr>
        <p:grpSpPr>
          <a:xfrm>
            <a:off x="6719760" y="2898360"/>
            <a:ext cx="3920040" cy="3213720"/>
            <a:chOff x="6719760" y="2898360"/>
            <a:chExt cx="3920040" cy="3213720"/>
          </a:xfrm>
        </p:grpSpPr>
        <p:sp>
          <p:nvSpPr>
            <p:cNvPr id="1329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pic>
          <p:nvPicPr>
            <p:cNvPr id="1330" name="Google Shape;409;p9"/>
            <p:cNvPicPr/>
            <p:nvPr/>
          </p:nvPicPr>
          <p:blipFill>
            <a:blip r:embed="rId2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331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1332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4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5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1336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7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8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39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0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1" name="Google Shape;420;p9"/>
          <p:cNvGrpSpPr/>
          <p:nvPr/>
        </p:nvGrpSpPr>
        <p:grpSpPr>
          <a:xfrm>
            <a:off x="-1953000" y="4816440"/>
            <a:ext cx="4558680" cy="133920"/>
            <a:chOff x="-1953000" y="4816440"/>
            <a:chExt cx="4558680" cy="133920"/>
          </a:xfrm>
        </p:grpSpPr>
        <p:sp>
          <p:nvSpPr>
            <p:cNvPr id="1342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43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44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46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3671640" cy="93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10" Type="http://schemas.openxmlformats.org/officeDocument/2006/relationships/customXml" Target="../ink/ink5.xml"/><Relationship Id="rId4" Type="http://schemas.openxmlformats.org/officeDocument/2006/relationships/image" Target="../media/image100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4" name="Google Shape;1533;p39"/>
          <p:cNvGrpSpPr/>
          <p:nvPr/>
        </p:nvGrpSpPr>
        <p:grpSpPr>
          <a:xfrm>
            <a:off x="-109647" y="3853659"/>
            <a:ext cx="4558680" cy="1140480"/>
            <a:chOff x="-123840" y="4132440"/>
            <a:chExt cx="4558680" cy="1140480"/>
          </a:xfrm>
        </p:grpSpPr>
        <p:grpSp>
          <p:nvGrpSpPr>
            <p:cNvPr id="1375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376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7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8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379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380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381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360D02-67AA-F559-6218-0A8709FEC85A}"/>
              </a:ext>
            </a:extLst>
          </p:cNvPr>
          <p:cNvGrpSpPr/>
          <p:nvPr/>
        </p:nvGrpSpPr>
        <p:grpSpPr>
          <a:xfrm>
            <a:off x="7348340" y="2443348"/>
            <a:ext cx="1650819" cy="2554799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D68C13C-DCE0-49F4-EBAA-2411963FEAA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4A13BF-039D-6048-BC8E-66495F0813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398761-64B9-CA94-90B0-6B36928A71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F5A0D3-203F-A148-556F-6B76AB6F3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DFEAF63-F554-77D8-13E0-A937CF4D9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760" y="4036415"/>
            <a:ext cx="2272479" cy="96173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A42E79-BA61-CD32-15C0-B99AB5D3DE85}"/>
              </a:ext>
            </a:extLst>
          </p:cNvPr>
          <p:cNvGrpSpPr/>
          <p:nvPr/>
        </p:nvGrpSpPr>
        <p:grpSpPr>
          <a:xfrm flipH="1">
            <a:off x="176537" y="2419470"/>
            <a:ext cx="1945276" cy="2579931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E20F21-BAED-E97B-9B96-6F50FF6142FC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CFDA3D-62A6-63F1-CC6F-DA47FC2E05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F612CE9-B447-A43B-EAF1-93E4E7925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D3E66CF-7B03-4CD5-E123-968DC47EB3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50176A9-9771-EDA2-139B-138E499BAC78}"/>
              </a:ext>
            </a:extLst>
          </p:cNvPr>
          <p:cNvSpPr/>
          <p:nvPr/>
        </p:nvSpPr>
        <p:spPr>
          <a:xfrm rot="10800000">
            <a:off x="-18202" y="732766"/>
            <a:ext cx="3276594" cy="316140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Content Placeholder 55">
            <a:extLst>
              <a:ext uri="{FF2B5EF4-FFF2-40B4-BE49-F238E27FC236}">
                <a16:creationId xmlns:a16="http://schemas.microsoft.com/office/drawing/2014/main" id="{2614A890-4F39-7188-726F-E0B13258C8D4}"/>
              </a:ext>
            </a:extLst>
          </p:cNvPr>
          <p:cNvSpPr txBox="1">
            <a:spLocks/>
          </p:cNvSpPr>
          <p:nvPr/>
        </p:nvSpPr>
        <p:spPr>
          <a:xfrm>
            <a:off x="384691" y="1470569"/>
            <a:ext cx="8371244" cy="231333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en-US" sz="5000" b="1">
                <a:solidFill>
                  <a:srgbClr val="004467"/>
                </a:solidFill>
              </a:rPr>
              <a:t>Embedded AVR 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5000" b="1">
                <a:solidFill>
                  <a:srgbClr val="004467"/>
                </a:solidFill>
              </a:rPr>
              <a:t>Workshop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5000" b="1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6500" b="1">
                <a:solidFill>
                  <a:srgbClr val="004467"/>
                </a:solidFill>
              </a:rPr>
              <a:t> 2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13F48DF-77B7-6922-68A7-6AB0A81EFC13}"/>
              </a:ext>
            </a:extLst>
          </p:cNvPr>
          <p:cNvSpPr/>
          <p:nvPr/>
        </p:nvSpPr>
        <p:spPr>
          <a:xfrm>
            <a:off x="5867408" y="732766"/>
            <a:ext cx="3276594" cy="316140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7265A6D-6BCC-8BC6-CABC-CB5EC49E9F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159" y="-720074"/>
            <a:ext cx="2905680" cy="2905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4F9BE77C-841E-E2E8-0A07-6EFDA88EC5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1;p2">
            <a:extLst>
              <a:ext uri="{FF2B5EF4-FFF2-40B4-BE49-F238E27FC236}">
                <a16:creationId xmlns:a16="http://schemas.microsoft.com/office/drawing/2014/main" id="{25A3F433-05D7-9A61-3215-9D5E80FB87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269502" y="5607470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B5A196-6509-A548-1F49-523A3A2F61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427" y="196763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113;p2">
            <a:extLst>
              <a:ext uri="{FF2B5EF4-FFF2-40B4-BE49-F238E27FC236}">
                <a16:creationId xmlns:a16="http://schemas.microsoft.com/office/drawing/2014/main" id="{68FD5ACF-9B04-A9A2-D774-A0488F3E282F}"/>
              </a:ext>
            </a:extLst>
          </p:cNvPr>
          <p:cNvGrpSpPr/>
          <p:nvPr/>
        </p:nvGrpSpPr>
        <p:grpSpPr>
          <a:xfrm rot="10800000" flipH="1">
            <a:off x="7565779" y="334978"/>
            <a:ext cx="1329559" cy="4025209"/>
            <a:chOff x="10607605" y="3602621"/>
            <a:chExt cx="1329559" cy="3009868"/>
          </a:xfrm>
        </p:grpSpPr>
        <p:cxnSp>
          <p:nvCxnSpPr>
            <p:cNvPr id="8" name="Google Shape;114;p2">
              <a:extLst>
                <a:ext uri="{FF2B5EF4-FFF2-40B4-BE49-F238E27FC236}">
                  <a16:creationId xmlns:a16="http://schemas.microsoft.com/office/drawing/2014/main" id="{1D71F7B3-79C5-4048-4DFF-461926EA430C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15;p2">
              <a:extLst>
                <a:ext uri="{FF2B5EF4-FFF2-40B4-BE49-F238E27FC236}">
                  <a16:creationId xmlns:a16="http://schemas.microsoft.com/office/drawing/2014/main" id="{2645CC1A-F4F3-40FA-000F-842268D00966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16;p2">
              <a:extLst>
                <a:ext uri="{FF2B5EF4-FFF2-40B4-BE49-F238E27FC236}">
                  <a16:creationId xmlns:a16="http://schemas.microsoft.com/office/drawing/2014/main" id="{2F4D3F97-8E04-8C51-ABA6-AB7EBDD02A0B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7;p2">
              <a:extLst>
                <a:ext uri="{FF2B5EF4-FFF2-40B4-BE49-F238E27FC236}">
                  <a16:creationId xmlns:a16="http://schemas.microsoft.com/office/drawing/2014/main" id="{BBAF971A-86AA-5C64-7A73-264EB44BA5A9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2" name="Google Shape;118;p2">
            <a:extLst>
              <a:ext uri="{FF2B5EF4-FFF2-40B4-BE49-F238E27FC236}">
                <a16:creationId xmlns:a16="http://schemas.microsoft.com/office/drawing/2014/main" id="{95295E77-507B-171D-ADF7-FDAE7C90DD91}"/>
              </a:ext>
            </a:extLst>
          </p:cNvPr>
          <p:cNvSpPr/>
          <p:nvPr/>
        </p:nvSpPr>
        <p:spPr>
          <a:xfrm rot="5400000">
            <a:off x="-1003331" y="1448756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21;p2">
            <a:extLst>
              <a:ext uri="{FF2B5EF4-FFF2-40B4-BE49-F238E27FC236}">
                <a16:creationId xmlns:a16="http://schemas.microsoft.com/office/drawing/2014/main" id="{85D77D6A-AFF7-0C82-5A28-DE1C6C48B6D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6200000">
            <a:off x="269755" y="3915858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2;p2">
            <a:extLst>
              <a:ext uri="{FF2B5EF4-FFF2-40B4-BE49-F238E27FC236}">
                <a16:creationId xmlns:a16="http://schemas.microsoft.com/office/drawing/2014/main" id="{905BC2A3-7B45-AB10-017F-3F6B7F14E5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7483" y="424320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3;p2">
            <a:extLst>
              <a:ext uri="{FF2B5EF4-FFF2-40B4-BE49-F238E27FC236}">
                <a16:creationId xmlns:a16="http://schemas.microsoft.com/office/drawing/2014/main" id="{F39FE763-1ADB-B982-E757-37AAD1329799}"/>
              </a:ext>
            </a:extLst>
          </p:cNvPr>
          <p:cNvSpPr txBox="1"/>
          <p:nvPr/>
        </p:nvSpPr>
        <p:spPr>
          <a:xfrm>
            <a:off x="3446490" y="659096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/>
          </a:p>
        </p:txBody>
      </p:sp>
      <p:sp>
        <p:nvSpPr>
          <p:cNvPr id="18" name="Google Shape;124;p2">
            <a:extLst>
              <a:ext uri="{FF2B5EF4-FFF2-40B4-BE49-F238E27FC236}">
                <a16:creationId xmlns:a16="http://schemas.microsoft.com/office/drawing/2014/main" id="{999EC9C4-75CE-C164-CA6A-B0AC15B6B432}"/>
              </a:ext>
            </a:extLst>
          </p:cNvPr>
          <p:cNvSpPr txBox="1"/>
          <p:nvPr/>
        </p:nvSpPr>
        <p:spPr>
          <a:xfrm>
            <a:off x="1854875" y="1833498"/>
            <a:ext cx="581666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Marwan Alaa.</a:t>
            </a:r>
            <a:endParaRPr/>
          </a:p>
        </p:txBody>
      </p:sp>
      <p:sp>
        <p:nvSpPr>
          <p:cNvPr id="19" name="Google Shape;125;p2">
            <a:extLst>
              <a:ext uri="{FF2B5EF4-FFF2-40B4-BE49-F238E27FC236}">
                <a16:creationId xmlns:a16="http://schemas.microsoft.com/office/drawing/2014/main" id="{B6C24250-1E31-188B-3DE7-C5D654634DC9}"/>
              </a:ext>
            </a:extLst>
          </p:cNvPr>
          <p:cNvSpPr txBox="1"/>
          <p:nvPr/>
        </p:nvSpPr>
        <p:spPr>
          <a:xfrm>
            <a:off x="1706880" y="2560496"/>
            <a:ext cx="573024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</a:t>
            </a:r>
            <a:endParaRPr/>
          </a:p>
        </p:txBody>
      </p:sp>
      <p:sp>
        <p:nvSpPr>
          <p:cNvPr id="20" name="Google Shape;126;p2">
            <a:extLst>
              <a:ext uri="{FF2B5EF4-FFF2-40B4-BE49-F238E27FC236}">
                <a16:creationId xmlns:a16="http://schemas.microsoft.com/office/drawing/2014/main" id="{0FAE9EF8-22CC-7A5C-5D8B-D06993124FB1}"/>
              </a:ext>
            </a:extLst>
          </p:cNvPr>
          <p:cNvSpPr txBox="1"/>
          <p:nvPr/>
        </p:nvSpPr>
        <p:spPr>
          <a:xfrm>
            <a:off x="1499106" y="3022120"/>
            <a:ext cx="626871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 me: marwan3laaosman@gmail.com </a:t>
            </a:r>
            <a:endParaRPr sz="24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7;p2">
            <a:extLst>
              <a:ext uri="{FF2B5EF4-FFF2-40B4-BE49-F238E27FC236}">
                <a16:creationId xmlns:a16="http://schemas.microsoft.com/office/drawing/2014/main" id="{1AB139DE-BDA1-DD5F-D1EB-9041A897311D}"/>
              </a:ext>
            </a:extLst>
          </p:cNvPr>
          <p:cNvSpPr txBox="1"/>
          <p:nvPr/>
        </p:nvSpPr>
        <p:spPr>
          <a:xfrm>
            <a:off x="983075" y="3681297"/>
            <a:ext cx="873569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LinkedIn: https://www.linkedin.com/in/Marwan-alaa-4a630b2a3</a:t>
            </a:r>
            <a:endParaRPr sz="20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055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B77791A7-7DBA-89F3-82D6-78823F0F28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C9DA3687-28EB-B442-3E97-E9151D2CBE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27" y="196763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113;p2">
            <a:extLst>
              <a:ext uri="{FF2B5EF4-FFF2-40B4-BE49-F238E27FC236}">
                <a16:creationId xmlns:a16="http://schemas.microsoft.com/office/drawing/2014/main" id="{5798FC5E-893B-CA92-5083-CCBCE715C0A4}"/>
              </a:ext>
            </a:extLst>
          </p:cNvPr>
          <p:cNvGrpSpPr/>
          <p:nvPr/>
        </p:nvGrpSpPr>
        <p:grpSpPr>
          <a:xfrm rot="10800000" flipH="1">
            <a:off x="7565779" y="334978"/>
            <a:ext cx="1329559" cy="4025209"/>
            <a:chOff x="10607605" y="3602621"/>
            <a:chExt cx="1329559" cy="3009868"/>
          </a:xfrm>
        </p:grpSpPr>
        <p:cxnSp>
          <p:nvCxnSpPr>
            <p:cNvPr id="7" name="Google Shape;114;p2">
              <a:extLst>
                <a:ext uri="{FF2B5EF4-FFF2-40B4-BE49-F238E27FC236}">
                  <a16:creationId xmlns:a16="http://schemas.microsoft.com/office/drawing/2014/main" id="{9E9470D6-8D40-702F-CEE0-9CBE84796B1C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115;p2">
              <a:extLst>
                <a:ext uri="{FF2B5EF4-FFF2-40B4-BE49-F238E27FC236}">
                  <a16:creationId xmlns:a16="http://schemas.microsoft.com/office/drawing/2014/main" id="{89D609AA-7AD7-36AD-5F25-5B6274DF677B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16;p2">
              <a:extLst>
                <a:ext uri="{FF2B5EF4-FFF2-40B4-BE49-F238E27FC236}">
                  <a16:creationId xmlns:a16="http://schemas.microsoft.com/office/drawing/2014/main" id="{197C608E-13DD-988D-E2E7-690E6BC570AA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17;p2">
              <a:extLst>
                <a:ext uri="{FF2B5EF4-FFF2-40B4-BE49-F238E27FC236}">
                  <a16:creationId xmlns:a16="http://schemas.microsoft.com/office/drawing/2014/main" id="{C24F8AD8-21FC-6CA3-9FC6-64F01E5C14DD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" name="Google Shape;118;p2">
            <a:extLst>
              <a:ext uri="{FF2B5EF4-FFF2-40B4-BE49-F238E27FC236}">
                <a16:creationId xmlns:a16="http://schemas.microsoft.com/office/drawing/2014/main" id="{713655D0-E972-62C8-4418-A71BF4A13631}"/>
              </a:ext>
            </a:extLst>
          </p:cNvPr>
          <p:cNvSpPr/>
          <p:nvPr/>
        </p:nvSpPr>
        <p:spPr>
          <a:xfrm rot="5400000">
            <a:off x="-1003331" y="1448756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22;p2">
            <a:extLst>
              <a:ext uri="{FF2B5EF4-FFF2-40B4-BE49-F238E27FC236}">
                <a16:creationId xmlns:a16="http://schemas.microsoft.com/office/drawing/2014/main" id="{CC73D46E-D176-C6FF-7B9E-FDC91E4FF0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7483" y="4243205"/>
            <a:ext cx="2301403" cy="97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835493-EB63-460E-A733-2ECABB4BF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471" y="656958"/>
            <a:ext cx="4001058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8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2">
            <a:extLst>
              <a:ext uri="{FF2B5EF4-FFF2-40B4-BE49-F238E27FC236}">
                <a16:creationId xmlns:a16="http://schemas.microsoft.com/office/drawing/2014/main" id="{B77791A7-7DBA-89F3-82D6-78823F0F28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C9DA3687-28EB-B442-3E97-E9151D2CBE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27" y="196763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113;p2">
            <a:extLst>
              <a:ext uri="{FF2B5EF4-FFF2-40B4-BE49-F238E27FC236}">
                <a16:creationId xmlns:a16="http://schemas.microsoft.com/office/drawing/2014/main" id="{5798FC5E-893B-CA92-5083-CCBCE715C0A4}"/>
              </a:ext>
            </a:extLst>
          </p:cNvPr>
          <p:cNvGrpSpPr/>
          <p:nvPr/>
        </p:nvGrpSpPr>
        <p:grpSpPr>
          <a:xfrm rot="10800000" flipH="1">
            <a:off x="7565779" y="334978"/>
            <a:ext cx="1329559" cy="4025209"/>
            <a:chOff x="10607605" y="3602621"/>
            <a:chExt cx="1329559" cy="3009868"/>
          </a:xfrm>
        </p:grpSpPr>
        <p:cxnSp>
          <p:nvCxnSpPr>
            <p:cNvPr id="7" name="Google Shape;114;p2">
              <a:extLst>
                <a:ext uri="{FF2B5EF4-FFF2-40B4-BE49-F238E27FC236}">
                  <a16:creationId xmlns:a16="http://schemas.microsoft.com/office/drawing/2014/main" id="{9E9470D6-8D40-702F-CEE0-9CBE84796B1C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115;p2">
              <a:extLst>
                <a:ext uri="{FF2B5EF4-FFF2-40B4-BE49-F238E27FC236}">
                  <a16:creationId xmlns:a16="http://schemas.microsoft.com/office/drawing/2014/main" id="{89D609AA-7AD7-36AD-5F25-5B6274DF677B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116;p2">
              <a:extLst>
                <a:ext uri="{FF2B5EF4-FFF2-40B4-BE49-F238E27FC236}">
                  <a16:creationId xmlns:a16="http://schemas.microsoft.com/office/drawing/2014/main" id="{197C608E-13DD-988D-E2E7-690E6BC570AA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117;p2">
              <a:extLst>
                <a:ext uri="{FF2B5EF4-FFF2-40B4-BE49-F238E27FC236}">
                  <a16:creationId xmlns:a16="http://schemas.microsoft.com/office/drawing/2014/main" id="{C24F8AD8-21FC-6CA3-9FC6-64F01E5C14DD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" name="Google Shape;118;p2">
            <a:extLst>
              <a:ext uri="{FF2B5EF4-FFF2-40B4-BE49-F238E27FC236}">
                <a16:creationId xmlns:a16="http://schemas.microsoft.com/office/drawing/2014/main" id="{713655D0-E972-62C8-4418-A71BF4A13631}"/>
              </a:ext>
            </a:extLst>
          </p:cNvPr>
          <p:cNvSpPr/>
          <p:nvPr/>
        </p:nvSpPr>
        <p:spPr>
          <a:xfrm rot="5400000">
            <a:off x="-1003331" y="1448756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22;p2">
            <a:extLst>
              <a:ext uri="{FF2B5EF4-FFF2-40B4-BE49-F238E27FC236}">
                <a16:creationId xmlns:a16="http://schemas.microsoft.com/office/drawing/2014/main" id="{CC73D46E-D176-C6FF-7B9E-FDC91E4FF0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7483" y="424320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itle 23">
            <a:extLst>
              <a:ext uri="{FF2B5EF4-FFF2-40B4-BE49-F238E27FC236}">
                <a16:creationId xmlns:a16="http://schemas.microsoft.com/office/drawing/2014/main" id="{3B06BF90-958A-10A6-261C-FB05605A6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62" y="1226776"/>
            <a:ext cx="2720161" cy="46562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Content</a:t>
            </a:r>
          </a:p>
        </p:txBody>
      </p:sp>
      <p:sp>
        <p:nvSpPr>
          <p:cNvPr id="20" name="Content Placeholder 24">
            <a:extLst>
              <a:ext uri="{FF2B5EF4-FFF2-40B4-BE49-F238E27FC236}">
                <a16:creationId xmlns:a16="http://schemas.microsoft.com/office/drawing/2014/main" id="{E765C15C-2015-4A8E-D6BE-576A584D96CB}"/>
              </a:ext>
            </a:extLst>
          </p:cNvPr>
          <p:cNvSpPr txBox="1">
            <a:spLocks/>
          </p:cNvSpPr>
          <p:nvPr/>
        </p:nvSpPr>
        <p:spPr>
          <a:xfrm>
            <a:off x="617427" y="2071076"/>
            <a:ext cx="10515600" cy="2764144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 Programming Language</a:t>
            </a:r>
          </a:p>
          <a:p>
            <a:r>
              <a:rPr lang="en-US">
                <a:solidFill>
                  <a:schemeClr val="bg1"/>
                </a:solidFill>
              </a:rPr>
              <a:t>Memory</a:t>
            </a:r>
          </a:p>
          <a:p>
            <a:r>
              <a:rPr lang="en-US">
                <a:solidFill>
                  <a:schemeClr val="bg1"/>
                </a:solidFill>
              </a:rPr>
              <a:t>Variables &amp; Data Types</a:t>
            </a:r>
          </a:p>
          <a:p>
            <a:r>
              <a:rPr lang="en-US">
                <a:solidFill>
                  <a:schemeClr val="bg1"/>
                </a:solidFill>
              </a:rPr>
              <a:t>Operators</a:t>
            </a:r>
          </a:p>
          <a:p>
            <a:r>
              <a:rPr lang="en-US">
                <a:solidFill>
                  <a:schemeClr val="bg1"/>
                </a:solidFill>
              </a:rPr>
              <a:t>If / Switch</a:t>
            </a:r>
          </a:p>
          <a:p>
            <a:r>
              <a:rPr lang="en-US">
                <a:solidFill>
                  <a:schemeClr val="bg1"/>
                </a:solidFill>
              </a:rPr>
              <a:t>for / while loops</a:t>
            </a:r>
          </a:p>
          <a:p>
            <a:r>
              <a:rPr lang="en-US">
                <a:solidFill>
                  <a:schemeClr val="bg1"/>
                </a:solidFill>
              </a:rPr>
              <a:t>Bitwise operations </a:t>
            </a:r>
          </a:p>
          <a:p>
            <a:r>
              <a:rPr lang="en-US">
                <a:solidFill>
                  <a:schemeClr val="bg1"/>
                </a:solidFill>
              </a:rPr>
              <a:t>GitHub Intro</a:t>
            </a:r>
          </a:p>
          <a:p>
            <a:r>
              <a:rPr lang="en-US">
                <a:solidFill>
                  <a:schemeClr val="bg1"/>
                </a:solidFill>
              </a:rPr>
              <a:t>Assignment 2</a:t>
            </a:r>
          </a:p>
        </p:txBody>
      </p:sp>
    </p:spTree>
    <p:extLst>
      <p:ext uri="{BB962C8B-B14F-4D97-AF65-F5344CB8AC3E}">
        <p14:creationId xmlns:p14="http://schemas.microsoft.com/office/powerpoint/2010/main" val="100311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Rectangle 1381"/>
          <p:cNvSpPr/>
          <p:nvPr/>
        </p:nvSpPr>
        <p:spPr>
          <a:xfrm>
            <a:off x="5048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004567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  <p:sp>
        <p:nvSpPr>
          <p:cNvPr id="1383" name="Rectangle 1382"/>
          <p:cNvSpPr/>
          <p:nvPr/>
        </p:nvSpPr>
        <p:spPr>
          <a:xfrm>
            <a:off x="5048280" y="1428840"/>
            <a:ext cx="3619080" cy="166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4567"/>
                </a:solidFill>
                <a:effectLst/>
                <a:uFillTx/>
                <a:latin typeface="IBM Plex Mono"/>
              </a:rPr>
              <a:t>C Programming Language Basics</a:t>
            </a:r>
            <a:r>
              <a:rPr lang="en-US" sz="4000" b="1">
                <a:solidFill>
                  <a:srgbClr val="004567"/>
                </a:solidFill>
                <a:latin typeface="IBM Plex Mono"/>
              </a:rPr>
              <a:t>(Part1)</a:t>
            </a:r>
            <a:endParaRPr lang="en-US" sz="4000" b="0" u="none" strike="noStrike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  <p:pic>
        <p:nvPicPr>
          <p:cNvPr id="6" name="Picture 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96B9FA9-A82E-97C6-2FF9-CEBE32DC88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65908"/>
            <a:ext cx="2272479" cy="961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65C5DB-9EFB-FC37-4103-5B22A27E0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85B5E8-FC4A-F50B-4F78-B20AA4836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0" t="94698" r="13690"/>
          <a:stretch>
            <a:fillRect/>
          </a:stretch>
        </p:blipFill>
        <p:spPr>
          <a:xfrm>
            <a:off x="4200525" y="4727575"/>
            <a:ext cx="228600" cy="265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E1F1744-7B0F-48F5-1C04-58BE6690DF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FEED20-298C-29A8-D6DB-BB247FCC8645}"/>
              </a:ext>
            </a:extLst>
          </p:cNvPr>
          <p:cNvSpPr txBox="1"/>
          <p:nvPr/>
        </p:nvSpPr>
        <p:spPr>
          <a:xfrm>
            <a:off x="397933" y="403767"/>
            <a:ext cx="8746066" cy="43396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2.1- C Programming Language</a:t>
            </a:r>
            <a:br>
              <a:rPr lang="en-US" sz="2400" b="1" dirty="0">
                <a:latin typeface="IBM Plex Mono"/>
              </a:rPr>
            </a:br>
            <a:endParaRPr lang="en-US" sz="30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</a:rPr>
              <a:t>C is a </a:t>
            </a:r>
            <a:r>
              <a:rPr lang="en-US" b="1" dirty="0">
                <a:solidFill>
                  <a:srgbClr val="026DA5"/>
                </a:solidFill>
              </a:rPr>
              <a:t>middle-level</a:t>
            </a:r>
            <a:r>
              <a:rPr lang="en-US" dirty="0">
                <a:solidFill>
                  <a:srgbClr val="026DA5"/>
                </a:solidFill>
              </a:rPr>
              <a:t> programming </a:t>
            </a:r>
            <a:br>
              <a:rPr lang="en-US" dirty="0">
                <a:solidFill>
                  <a:srgbClr val="026DA5"/>
                </a:solidFill>
              </a:rPr>
            </a:br>
            <a:r>
              <a:rPr lang="en-US" dirty="0">
                <a:solidFill>
                  <a:srgbClr val="026DA5"/>
                </a:solidFill>
              </a:rPr>
              <a:t>language.</a:t>
            </a:r>
            <a:br>
              <a:rPr lang="en-US" dirty="0">
                <a:solidFill>
                  <a:srgbClr val="026DA5"/>
                </a:solidFill>
              </a:rPr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26DA5"/>
                </a:solidFill>
                <a:cs typeface="Arial"/>
              </a:rPr>
              <a:t>   </a:t>
            </a:r>
          </a:p>
          <a:p>
            <a:endParaRPr lang="en-US" dirty="0">
              <a:solidFill>
                <a:srgbClr val="026DA5"/>
              </a:solidFill>
            </a:endParaRPr>
          </a:p>
          <a:p>
            <a:endParaRPr lang="en-US" dirty="0">
              <a:solidFill>
                <a:srgbClr val="026DA5"/>
              </a:solidFill>
            </a:endParaRPr>
          </a:p>
          <a:p>
            <a:endParaRPr lang="en-US" dirty="0">
              <a:solidFill>
                <a:srgbClr val="026DA5"/>
              </a:solidFill>
            </a:endParaRPr>
          </a:p>
          <a:p>
            <a:endParaRPr lang="en-US" dirty="0">
              <a:solidFill>
                <a:srgbClr val="026DA5"/>
              </a:solidFill>
            </a:endParaRPr>
          </a:p>
          <a:p>
            <a:r>
              <a:rPr lang="en-US" dirty="0">
                <a:solidFill>
                  <a:srgbClr val="026DA5"/>
                </a:solidFill>
              </a:rPr>
              <a:t>	</a:t>
            </a:r>
            <a:br>
              <a:rPr lang="en-US" dirty="0">
                <a:solidFill>
                  <a:srgbClr val="026DA5"/>
                </a:solidFill>
              </a:rPr>
            </a:br>
            <a:r>
              <a:rPr lang="en-US" dirty="0">
                <a:solidFill>
                  <a:srgbClr val="026DA5"/>
                </a:solidFill>
              </a:rPr>
              <a:t>  </a:t>
            </a:r>
            <a:endParaRPr lang="en-US" sz="2400" dirty="0">
              <a:solidFill>
                <a:srgbClr val="026DA5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194E57-7A25-E7D8-6AD9-E3E516B46FB9}"/>
              </a:ext>
            </a:extLst>
          </p:cNvPr>
          <p:cNvSpPr txBox="1"/>
          <p:nvPr/>
        </p:nvSpPr>
        <p:spPr>
          <a:xfrm>
            <a:off x="756397" y="2647389"/>
            <a:ext cx="2689412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ar-EG" sz="1600" dirty="0"/>
              <a:t>🖥️ 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4567"/>
                </a:solidFill>
                <a:latin typeface="Arial"/>
                <a:cs typeface="Arial"/>
              </a:rPr>
              <a:t>Low-Level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4567"/>
                </a:solidFill>
                <a:latin typeface="Arial"/>
                <a:cs typeface="Arial"/>
              </a:rPr>
              <a:t>→ Direct CPU execution</a:t>
            </a:r>
            <a:br>
              <a:rPr lang="en-US" sz="1600" dirty="0">
                <a:latin typeface="Arial"/>
                <a:cs typeface="Arial"/>
              </a:rPr>
            </a:b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4567"/>
                </a:solidFill>
                <a:latin typeface="Arial"/>
                <a:cs typeface="Arial"/>
              </a:rPr>
              <a:t>🌐 High-Level</a:t>
            </a:r>
            <a:br>
              <a:rPr lang="en-US" sz="1600" dirty="0">
                <a:latin typeface="Arial"/>
                <a:cs typeface="Arial"/>
              </a:rPr>
            </a:br>
            <a:r>
              <a:rPr lang="en-US" sz="1600" dirty="0">
                <a:solidFill>
                  <a:srgbClr val="004567"/>
                </a:solidFill>
                <a:latin typeface="Arial"/>
                <a:cs typeface="Arial"/>
              </a:rPr>
              <a:t>→ Needs interpreter/VM</a:t>
            </a:r>
            <a:br>
              <a:rPr lang="en-US" sz="1600" dirty="0">
                <a:latin typeface="Arial"/>
                <a:cs typeface="Arial"/>
              </a:rPr>
            </a:br>
            <a:endParaRPr lang="en-US" sz="1600">
              <a:solidFill>
                <a:srgbClr val="004567"/>
              </a:solidFill>
              <a:latin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14" name="Double Brace 13">
            <a:extLst>
              <a:ext uri="{FF2B5EF4-FFF2-40B4-BE49-F238E27FC236}">
                <a16:creationId xmlns:a16="http://schemas.microsoft.com/office/drawing/2014/main" id="{A5C53221-D875-240B-0852-1019B485AD93}"/>
              </a:ext>
            </a:extLst>
          </p:cNvPr>
          <p:cNvSpPr/>
          <p:nvPr/>
        </p:nvSpPr>
        <p:spPr>
          <a:xfrm>
            <a:off x="497503" y="2571480"/>
            <a:ext cx="2950731" cy="1453153"/>
          </a:xfrm>
          <a:prstGeom prst="bracePair">
            <a:avLst/>
          </a:prstGeom>
          <a:ln>
            <a:solidFill>
              <a:srgbClr val="02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4567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F87C5-B074-BDEE-493A-0B4BB3096802}"/>
              </a:ext>
            </a:extLst>
          </p:cNvPr>
          <p:cNvSpPr txBox="1"/>
          <p:nvPr/>
        </p:nvSpPr>
        <p:spPr>
          <a:xfrm>
            <a:off x="4300626" y="1289237"/>
            <a:ext cx="484430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26DA5"/>
                </a:solidFill>
                <a:cs typeface="Arial"/>
              </a:rPr>
              <a:t>The level of programming language is determined by the degree of abstraction</a:t>
            </a:r>
            <a:endParaRPr lang="en-US">
              <a:solidFill>
                <a:srgbClr val="1D1D1D"/>
              </a:solidFill>
              <a:cs typeface="Arial"/>
            </a:endParaRPr>
          </a:p>
          <a:p>
            <a:r>
              <a:rPr lang="en-US">
                <a:solidFill>
                  <a:srgbClr val="026DA5"/>
                </a:solidFill>
                <a:cs typeface="Arial"/>
              </a:rPr>
              <a:t>from hardware.</a:t>
            </a:r>
            <a:endParaRPr lang="en-US">
              <a:cs typeface="Arial"/>
            </a:endParaRPr>
          </a:p>
        </p:txBody>
      </p:sp>
      <p:sp>
        <p:nvSpPr>
          <p:cNvPr id="16" name="Double Brace 15">
            <a:extLst>
              <a:ext uri="{FF2B5EF4-FFF2-40B4-BE49-F238E27FC236}">
                <a16:creationId xmlns:a16="http://schemas.microsoft.com/office/drawing/2014/main" id="{6C6C149A-54C9-2674-4877-C6E0CA3EF6A2}"/>
              </a:ext>
            </a:extLst>
          </p:cNvPr>
          <p:cNvSpPr/>
          <p:nvPr/>
        </p:nvSpPr>
        <p:spPr>
          <a:xfrm>
            <a:off x="4304702" y="2596692"/>
            <a:ext cx="2950731" cy="1453153"/>
          </a:xfrm>
          <a:prstGeom prst="bracePair">
            <a:avLst/>
          </a:prstGeom>
          <a:ln>
            <a:solidFill>
              <a:srgbClr val="026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614BE4-AE69-2484-4F8D-FD0B97459044}"/>
              </a:ext>
            </a:extLst>
          </p:cNvPr>
          <p:cNvSpPr txBox="1"/>
          <p:nvPr/>
        </p:nvSpPr>
        <p:spPr>
          <a:xfrm>
            <a:off x="4504765" y="2647389"/>
            <a:ext cx="2748243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4567"/>
                </a:solidFill>
                <a:ea typeface="+mn-lt"/>
                <a:cs typeface="+mn-lt"/>
              </a:rPr>
              <a:t>🎭 </a:t>
            </a:r>
            <a:r>
              <a:rPr lang="en-US" sz="1600">
                <a:solidFill>
                  <a:srgbClr val="004567"/>
                </a:solidFill>
                <a:latin typeface="Arial"/>
                <a:cs typeface="Arial"/>
              </a:rPr>
              <a:t>Abstraction </a:t>
            </a:r>
            <a:br>
              <a:rPr lang="en-US" sz="1600">
                <a:solidFill>
                  <a:srgbClr val="004567"/>
                </a:solidFill>
                <a:latin typeface="Arial"/>
                <a:cs typeface="Arial"/>
              </a:rPr>
            </a:br>
            <a:br>
              <a:rPr lang="en-US" sz="1600">
                <a:solidFill>
                  <a:srgbClr val="004567"/>
                </a:solidFill>
                <a:latin typeface="Arial"/>
                <a:cs typeface="Arial"/>
              </a:rPr>
            </a:br>
            <a:r>
              <a:rPr lang="en-US" sz="1600">
                <a:solidFill>
                  <a:srgbClr val="004567"/>
                </a:solidFill>
                <a:latin typeface="Arial"/>
                <a:cs typeface="Arial"/>
              </a:rPr>
              <a:t> → Hiding hardware details and complexity from the programmer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B722-F393-F402-FB75-CC171CD0D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76F04D67-C9BA-9D84-EBD8-A4709CC6DB39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000981E-3BD0-7B44-60BF-B5F03E196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DED2F8-0EA8-723D-F03E-7730489E4F76}"/>
              </a:ext>
            </a:extLst>
          </p:cNvPr>
          <p:cNvSpPr txBox="1"/>
          <p:nvPr/>
        </p:nvSpPr>
        <p:spPr>
          <a:xfrm>
            <a:off x="397933" y="403767"/>
            <a:ext cx="8746066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2.1- C Programming Language</a:t>
            </a:r>
            <a:br>
              <a:rPr lang="en-US" sz="2400" b="1" dirty="0">
                <a:latin typeface="IBM Plex Mono"/>
              </a:rPr>
            </a:br>
            <a:endParaRPr lang="en-US" sz="2400" dirty="0">
              <a:solidFill>
                <a:srgbClr val="000000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</a:rPr>
              <a:t>	Abstraction hides you from:</a:t>
            </a:r>
            <a:br>
              <a:rPr lang="en-US" dirty="0"/>
            </a:br>
            <a:r>
              <a:rPr lang="en-US" dirty="0">
                <a:solidFill>
                  <a:srgbClr val="026DA5"/>
                </a:solidFill>
              </a:rPr>
              <a:t>  </a:t>
            </a:r>
            <a:endParaRPr lang="en-US" sz="2400" dirty="0">
              <a:solidFill>
                <a:srgbClr val="026DA5"/>
              </a:solidFill>
              <a:cs typeface="Arial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0F45A9C8-724F-62B2-7F23-7EBACCCC73A5}"/>
              </a:ext>
            </a:extLst>
          </p:cNvPr>
          <p:cNvSpPr/>
          <p:nvPr/>
        </p:nvSpPr>
        <p:spPr>
          <a:xfrm>
            <a:off x="5376769" y="1613733"/>
            <a:ext cx="2713452" cy="997927"/>
          </a:xfrm>
          <a:prstGeom prst="cloud">
            <a:avLst/>
          </a:prstGeom>
          <a:solidFill>
            <a:srgbClr val="0045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en-US" sz="1400" dirty="0">
                <a:solidFill>
                  <a:srgbClr val="00FF9C"/>
                </a:solidFill>
                <a:cs typeface="Arial"/>
              </a:rPr>
            </a:br>
            <a:r>
              <a:rPr lang="en-US" sz="1400" dirty="0">
                <a:solidFill>
                  <a:schemeClr val="bg1">
                    <a:lumMod val="90000"/>
                  </a:schemeClr>
                </a:solidFill>
                <a:cs typeface="Arial"/>
              </a:rPr>
              <a:t>Accessing Memory Addresses</a:t>
            </a:r>
          </a:p>
          <a:p>
            <a:pPr algn="ctr"/>
            <a:endParaRPr lang="en-US" sz="1600" dirty="0">
              <a:solidFill>
                <a:srgbClr val="00FF9C"/>
              </a:solidFill>
              <a:cs typeface="Arial"/>
            </a:endParaRP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F5467420-F100-5BEE-C066-CBA484C1A319}"/>
              </a:ext>
            </a:extLst>
          </p:cNvPr>
          <p:cNvSpPr/>
          <p:nvPr/>
        </p:nvSpPr>
        <p:spPr>
          <a:xfrm>
            <a:off x="946065" y="1597507"/>
            <a:ext cx="2713452" cy="997927"/>
          </a:xfrm>
          <a:prstGeom prst="cloud">
            <a:avLst/>
          </a:prstGeom>
          <a:solidFill>
            <a:srgbClr val="0045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bg1">
                    <a:lumMod val="90000"/>
                  </a:schemeClr>
                </a:solidFill>
                <a:cs typeface="Arial"/>
              </a:rPr>
              <a:t>CPU Registers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6C27F6AF-7A83-8CB3-6D8F-9EFAE9A3EA82}"/>
              </a:ext>
            </a:extLst>
          </p:cNvPr>
          <p:cNvSpPr/>
          <p:nvPr/>
        </p:nvSpPr>
        <p:spPr>
          <a:xfrm>
            <a:off x="3900544" y="2196993"/>
            <a:ext cx="1503824" cy="102213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0719186-E79B-8A1C-8FB9-62BF09011E75}"/>
              </a:ext>
            </a:extLst>
          </p:cNvPr>
          <p:cNvSpPr/>
          <p:nvPr/>
        </p:nvSpPr>
        <p:spPr>
          <a:xfrm>
            <a:off x="6628431" y="2660847"/>
            <a:ext cx="340710" cy="343716"/>
          </a:xfrm>
          <a:prstGeom prst="downArrow">
            <a:avLst/>
          </a:prstGeom>
          <a:solidFill>
            <a:srgbClr val="026DA5"/>
          </a:solidFill>
          <a:ln>
            <a:solidFill>
              <a:srgbClr val="004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697A02F-A680-3F78-406E-3A179036E0E7}"/>
                  </a:ext>
                </a:extLst>
              </p14:cNvPr>
              <p14:cNvContentPartPr/>
              <p14:nvPr/>
            </p14:nvContentPartPr>
            <p14:xfrm>
              <a:off x="9222288" y="2775297"/>
              <a:ext cx="11743" cy="11743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697A02F-A680-3F78-406E-3A179036E0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6881" y="2199890"/>
                <a:ext cx="1174300" cy="11743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rrow: Down 4">
            <a:extLst>
              <a:ext uri="{FF2B5EF4-FFF2-40B4-BE49-F238E27FC236}">
                <a16:creationId xmlns:a16="http://schemas.microsoft.com/office/drawing/2014/main" id="{6463D4D2-BA7F-F717-26BF-0F7BC94F4815}"/>
              </a:ext>
            </a:extLst>
          </p:cNvPr>
          <p:cNvSpPr/>
          <p:nvPr/>
        </p:nvSpPr>
        <p:spPr>
          <a:xfrm>
            <a:off x="2132436" y="2660847"/>
            <a:ext cx="340710" cy="321655"/>
          </a:xfrm>
          <a:prstGeom prst="downArrow">
            <a:avLst/>
          </a:prstGeom>
          <a:solidFill>
            <a:srgbClr val="026DA5"/>
          </a:solidFill>
          <a:ln>
            <a:solidFill>
              <a:srgbClr val="0045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974B41-1ABE-D66E-BFFE-D10EA8D50EB3}"/>
                  </a:ext>
                </a:extLst>
              </p14:cNvPr>
              <p14:cNvContentPartPr/>
              <p14:nvPr/>
            </p14:nvContentPartPr>
            <p14:xfrm>
              <a:off x="4453933" y="2122419"/>
              <a:ext cx="360" cy="2651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974B41-1ABE-D66E-BFFE-D10EA8D50E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5933" y="2104419"/>
                <a:ext cx="36000" cy="268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46DBB20-45AE-1A27-1464-F38A0FA443EF}"/>
              </a:ext>
            </a:extLst>
          </p:cNvPr>
          <p:cNvGrpSpPr/>
          <p:nvPr/>
        </p:nvGrpSpPr>
        <p:grpSpPr>
          <a:xfrm>
            <a:off x="3886213" y="1681779"/>
            <a:ext cx="360" cy="360"/>
            <a:chOff x="3886213" y="168177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02282B-C4C2-61F6-E9BE-33344DDB9990}"/>
                    </a:ext>
                  </a:extLst>
                </p14:cNvPr>
                <p14:cNvContentPartPr/>
                <p14:nvPr/>
              </p14:nvContentPartPr>
              <p14:xfrm>
                <a:off x="3886213" y="1681779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02282B-C4C2-61F6-E9BE-33344DDB999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68213" y="16641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FC05DF-F8F7-C446-99B4-20A7FC84EB8F}"/>
                    </a:ext>
                  </a:extLst>
                </p14:cNvPr>
                <p14:cNvContentPartPr/>
                <p14:nvPr/>
              </p14:nvContentPartPr>
              <p14:xfrm>
                <a:off x="3886213" y="1681779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1FC05DF-F8F7-C446-99B4-20A7FC84EB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68213" y="16641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C45E54-4876-B27F-8DFC-FAC39DEDA0CA}"/>
                    </a:ext>
                  </a:extLst>
                </p14:cNvPr>
                <p14:cNvContentPartPr/>
                <p14:nvPr/>
              </p14:nvContentPartPr>
              <p14:xfrm>
                <a:off x="3886213" y="1681779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C45E54-4876-B27F-8DFC-FAC39DEDA0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68213" y="16641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Rectangle 1">
            <a:extLst>
              <a:ext uri="{FF2B5EF4-FFF2-40B4-BE49-F238E27FC236}">
                <a16:creationId xmlns:a16="http://schemas.microsoft.com/office/drawing/2014/main" id="{1CD473F4-B92E-ED6E-4E37-5D8C4A6B2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34" y="2940918"/>
            <a:ext cx="409919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Tiny storage locations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inside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CPU.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26DA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fastest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storage available.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Directly used by the CPU to execute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Instructions.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26DA5"/>
                </a:solidFill>
              </a:rPr>
              <a:t>Purpose: Used for immediate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26DA5"/>
                </a:solidFill>
              </a:rPr>
              <a:t>calculations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26DA5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A9304E0D-F828-5AAA-BC83-3A12B4B16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966" y="2940918"/>
            <a:ext cx="413446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26DA5"/>
                </a:solidFill>
              </a:rPr>
              <a:t>Memory (RAM)</a:t>
            </a:r>
            <a:r>
              <a:rPr lang="en-US" dirty="0">
                <a:solidFill>
                  <a:srgbClr val="026DA5"/>
                </a:solidFill>
              </a:rPr>
              <a:t>: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026DA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Outside the CPU.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26DA5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Much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larger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than registers.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Slower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26DA5"/>
                </a:solidFill>
                <a:effectLst/>
                <a:latin typeface="Arial" panose="020B0604020202020204" pitchFamily="34" charset="0"/>
              </a:rPr>
              <a:t> than registers.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26DA5"/>
                </a:solidFill>
              </a:rPr>
              <a:t>Purpose: Storing data and variables</a:t>
            </a:r>
            <a:endParaRPr lang="en-US" altLang="en-US" b="1" dirty="0">
              <a:solidFill>
                <a:srgbClr val="026DA5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26DA5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92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F3DB-B950-F90B-4326-0D97E2EC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09FE15F0-2CCC-1211-746C-B668B1ED285E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25A64FE-DC51-7504-C443-9472F945B5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0D7C69-51B5-4FD5-6364-517272EF7430}"/>
              </a:ext>
            </a:extLst>
          </p:cNvPr>
          <p:cNvSpPr txBox="1"/>
          <p:nvPr/>
        </p:nvSpPr>
        <p:spPr>
          <a:xfrm>
            <a:off x="497626" y="3094579"/>
            <a:ext cx="775361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26DA5"/>
                </a:solidFill>
              </a:rPr>
              <a:t>Higher abstraction → Needs an interpreter → More hidden from the hardware → Highest level language</a:t>
            </a:r>
            <a:br>
              <a:rPr lang="en-US" sz="1600" b="1" dirty="0"/>
            </a:br>
            <a:endParaRPr lang="en-US" sz="1600" b="1" dirty="0">
              <a:solidFill>
                <a:srgbClr val="026DA5"/>
              </a:solidFill>
              <a:cs typeface="Arial"/>
            </a:endParaRPr>
          </a:p>
          <a:p>
            <a:r>
              <a:rPr lang="en-US" sz="1600" b="1" dirty="0">
                <a:solidFill>
                  <a:srgbClr val="026DA5"/>
                </a:solidFill>
              </a:rPr>
              <a:t>Abstraction does not mean slower by definition → You delegate work to the language/compiler/runtime.</a:t>
            </a:r>
            <a:endParaRPr lang="en-US" sz="1600" b="1" dirty="0">
              <a:solidFill>
                <a:srgbClr val="026DA5"/>
              </a:solidFill>
              <a:cs typeface="Arial"/>
            </a:endParaRPr>
          </a:p>
          <a:p>
            <a:endParaRPr lang="en-US" sz="1600" b="1" dirty="0">
              <a:solidFill>
                <a:srgbClr val="026DA5"/>
              </a:solidFill>
            </a:endParaRP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4EB8988C-DD33-F1BD-B481-11FD9752F2DD}"/>
              </a:ext>
            </a:extLst>
          </p:cNvPr>
          <p:cNvSpPr/>
          <p:nvPr/>
        </p:nvSpPr>
        <p:spPr>
          <a:xfrm>
            <a:off x="3900544" y="2196993"/>
            <a:ext cx="1503824" cy="102213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6BA2A2B-07D1-2165-7F88-5D58788ED86E}"/>
                  </a:ext>
                </a:extLst>
              </p14:cNvPr>
              <p14:cNvContentPartPr/>
              <p14:nvPr/>
            </p14:nvContentPartPr>
            <p14:xfrm>
              <a:off x="9222288" y="2775297"/>
              <a:ext cx="11743" cy="11743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6BA2A2B-07D1-2165-7F88-5D58788ED8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5138" y="2188147"/>
                <a:ext cx="1174300" cy="11743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01D88EA-EA4F-07D1-0332-6B5827F89640}"/>
              </a:ext>
            </a:extLst>
          </p:cNvPr>
          <p:cNvSpPr txBox="1"/>
          <p:nvPr/>
        </p:nvSpPr>
        <p:spPr>
          <a:xfrm>
            <a:off x="497626" y="429794"/>
            <a:ext cx="80013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26DA5"/>
                </a:solidFill>
              </a:rPr>
              <a:t>C is Low-level: Because it gives </a:t>
            </a:r>
            <a:r>
              <a:rPr lang="en-US" b="1" dirty="0">
                <a:solidFill>
                  <a:srgbClr val="026DA5"/>
                </a:solidFill>
              </a:rPr>
              <a:t>direct control over memory and CPU operations</a:t>
            </a:r>
            <a:r>
              <a:rPr lang="en-US" dirty="0">
                <a:solidFill>
                  <a:srgbClr val="026DA5"/>
                </a:solidFill>
              </a:rPr>
              <a:t>.</a:t>
            </a:r>
          </a:p>
          <a:p>
            <a:endParaRPr lang="en-US" dirty="0">
              <a:solidFill>
                <a:srgbClr val="026DA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26DA5"/>
                </a:solidFill>
              </a:rPr>
              <a:t>C is High-level: Because it’s readable, you can write “x = a + b”; instead of dealing with CPU instructions directly, you still </a:t>
            </a:r>
            <a:r>
              <a:rPr lang="en-US" altLang="en-US" b="1" dirty="0">
                <a:solidFill>
                  <a:srgbClr val="026DA5"/>
                </a:solidFill>
                <a:latin typeface="Arial" panose="020B0604020202020204" pitchFamily="34" charset="0"/>
              </a:rPr>
              <a:t>don’t care about memory addresses </a:t>
            </a:r>
            <a:r>
              <a:rPr lang="en-US" altLang="en-US" dirty="0">
                <a:solidFill>
                  <a:srgbClr val="026DA5"/>
                </a:solidFill>
                <a:latin typeface="Arial" panose="020B0604020202020204" pitchFamily="34" charset="0"/>
              </a:rPr>
              <a:t>and</a:t>
            </a:r>
            <a:r>
              <a:rPr lang="en-US" altLang="en-US" b="1" dirty="0">
                <a:solidFill>
                  <a:srgbClr val="026DA5"/>
                </a:solidFill>
                <a:latin typeface="Arial" panose="020B0604020202020204" pitchFamily="34" charset="0"/>
              </a:rPr>
              <a:t> compiler / runtime</a:t>
            </a:r>
            <a:r>
              <a:rPr lang="en-US" altLang="en-US" dirty="0">
                <a:solidFill>
                  <a:srgbClr val="026DA5"/>
                </a:solidFill>
                <a:latin typeface="Arial" panose="020B0604020202020204" pitchFamily="34" charset="0"/>
              </a:rPr>
              <a:t> handles it for you</a:t>
            </a:r>
            <a:r>
              <a:rPr lang="en-US" dirty="0">
                <a:solidFill>
                  <a:srgbClr val="026DA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53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A3A8-9B8E-B6B6-DA52-BD32E32E8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67A1263-E5B6-9427-95C9-2EA6B84F75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413C7F-68B6-37A2-721D-043C4687ECC7}"/>
              </a:ext>
            </a:extLst>
          </p:cNvPr>
          <p:cNvSpPr txBox="1"/>
          <p:nvPr/>
        </p:nvSpPr>
        <p:spPr>
          <a:xfrm>
            <a:off x="1383716" y="1571017"/>
            <a:ext cx="6515100" cy="16248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 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Lower Level 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 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                                               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Higher Level</a:t>
            </a:r>
          </a:p>
          <a:p>
            <a:pPr latinLnBrk="1">
              <a:lnSpc>
                <a:spcPts val="1650"/>
              </a:lnSpc>
            </a:pP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</a:t>
            </a:r>
            <a:br>
              <a:rPr lang="en-US" b="0" dirty="0">
                <a:effectLst/>
                <a:latin typeface="Menlo"/>
              </a:rPr>
            </a:b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(Less Abstraction)                               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            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(More Abstraction)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                                                                           </a:t>
            </a:r>
          </a:p>
          <a:p>
            <a:pPr latinLnBrk="1">
              <a:lnSpc>
                <a:spcPts val="1650"/>
              </a:lnSpc>
            </a:pP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     Less hidden                                          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         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More hidden</a:t>
            </a:r>
          </a:p>
          <a:p>
            <a:pPr latinLnBrk="1">
              <a:lnSpc>
                <a:spcPts val="1650"/>
              </a:lnSpc>
            </a:pP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     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 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from hardware                                       </a:t>
            </a:r>
            <a:r>
              <a:rPr lang="en-US" dirty="0">
                <a:solidFill>
                  <a:srgbClr val="026DA5"/>
                </a:solidFill>
                <a:latin typeface="Menlo"/>
              </a:rPr>
              <a:t>         </a:t>
            </a:r>
            <a:r>
              <a:rPr lang="en-US" b="0" dirty="0">
                <a:solidFill>
                  <a:srgbClr val="026DA5"/>
                </a:solidFill>
                <a:effectLst/>
                <a:latin typeface="Menlo"/>
              </a:rPr>
              <a:t>from hardware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E19AC2-D563-4EFE-AD36-225224340DF4}"/>
              </a:ext>
            </a:extLst>
          </p:cNvPr>
          <p:cNvCxnSpPr>
            <a:cxnSpLocks/>
          </p:cNvCxnSpPr>
          <p:nvPr/>
        </p:nvCxnSpPr>
        <p:spPr>
          <a:xfrm flipV="1">
            <a:off x="2559910" y="2383837"/>
            <a:ext cx="0" cy="240030"/>
          </a:xfrm>
          <a:prstGeom prst="straightConnector1">
            <a:avLst/>
          </a:prstGeom>
          <a:ln>
            <a:solidFill>
              <a:srgbClr val="026D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4607C1-A733-3830-9751-EFB292983ED2}"/>
              </a:ext>
            </a:extLst>
          </p:cNvPr>
          <p:cNvCxnSpPr>
            <a:cxnSpLocks/>
          </p:cNvCxnSpPr>
          <p:nvPr/>
        </p:nvCxnSpPr>
        <p:spPr>
          <a:xfrm flipV="1">
            <a:off x="6746212" y="2383837"/>
            <a:ext cx="0" cy="240030"/>
          </a:xfrm>
          <a:prstGeom prst="straightConnector1">
            <a:avLst/>
          </a:prstGeom>
          <a:ln>
            <a:solidFill>
              <a:srgbClr val="026D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DA4897-92D6-D4E6-0231-3016F068E9E2}"/>
              </a:ext>
            </a:extLst>
          </p:cNvPr>
          <p:cNvCxnSpPr>
            <a:cxnSpLocks/>
          </p:cNvCxnSpPr>
          <p:nvPr/>
        </p:nvCxnSpPr>
        <p:spPr>
          <a:xfrm>
            <a:off x="3259887" y="1730115"/>
            <a:ext cx="2471441" cy="0"/>
          </a:xfrm>
          <a:prstGeom prst="straightConnector1">
            <a:avLst/>
          </a:prstGeom>
          <a:ln>
            <a:solidFill>
              <a:srgbClr val="026DA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163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FBC4-4176-B5BF-5383-D1BFCAA3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CD8206DF-E9BE-79DB-F05B-3511CDF65173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BE6EF8A-C0B8-16D2-E98E-ED4E778067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D95D08-F966-3294-916C-830DFED6AC24}"/>
              </a:ext>
            </a:extLst>
          </p:cNvPr>
          <p:cNvSpPr txBox="1"/>
          <p:nvPr/>
        </p:nvSpPr>
        <p:spPr>
          <a:xfrm>
            <a:off x="397933" y="403767"/>
            <a:ext cx="8231717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2.2- Memory</a:t>
            </a:r>
          </a:p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	</a:t>
            </a:r>
            <a:r>
              <a:rPr lang="en-US" dirty="0">
                <a:solidFill>
                  <a:srgbClr val="026DA5"/>
                </a:solidFill>
              </a:rPr>
              <a:t>&gt;&gt;</a:t>
            </a:r>
            <a:r>
              <a:rPr lang="en-US" sz="2400" dirty="0">
                <a:solidFill>
                  <a:srgbClr val="026DA5"/>
                </a:solidFill>
              </a:rPr>
              <a:t> </a:t>
            </a:r>
            <a:r>
              <a:rPr lang="en-US" dirty="0">
                <a:solidFill>
                  <a:srgbClr val="026DA5"/>
                </a:solidFill>
              </a:rPr>
              <a:t>We need to access memory (RAM) to store a specific value of a variable in or data.</a:t>
            </a:r>
          </a:p>
          <a:p>
            <a:endParaRPr lang="en-US" dirty="0">
              <a:solidFill>
                <a:srgbClr val="026DA5"/>
              </a:solidFill>
            </a:endParaRPr>
          </a:p>
          <a:p>
            <a:endParaRPr lang="en-US" dirty="0">
              <a:solidFill>
                <a:srgbClr val="026DA5"/>
              </a:solidFill>
            </a:endParaRPr>
          </a:p>
          <a:p>
            <a:r>
              <a:rPr lang="en-US" dirty="0">
                <a:solidFill>
                  <a:srgbClr val="026DA5"/>
                </a:solidFill>
              </a:rPr>
              <a:t>&gt;&gt;         </a:t>
            </a:r>
            <a:r>
              <a:rPr lang="en-US" dirty="0">
                <a:solidFill>
                  <a:srgbClr val="0000FF"/>
                </a:solidFill>
              </a:rPr>
              <a:t>int</a:t>
            </a:r>
            <a:r>
              <a:rPr lang="en-US" dirty="0">
                <a:solidFill>
                  <a:srgbClr val="026DA5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X = 5;                                   </a:t>
            </a:r>
            <a:r>
              <a:rPr lang="en-US" dirty="0">
                <a:solidFill>
                  <a:srgbClr val="026DA5"/>
                </a:solidFill>
              </a:rPr>
              <a:t>----        </a:t>
            </a:r>
            <a:r>
              <a:rPr lang="en-US" dirty="0">
                <a:solidFill>
                  <a:srgbClr val="0000FF"/>
                </a:solidFill>
              </a:rPr>
              <a:t>bool</a:t>
            </a:r>
            <a:r>
              <a:rPr lang="en-US" dirty="0">
                <a:solidFill>
                  <a:srgbClr val="026DA5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flag = true;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5656B9"/>
                </a:solidFill>
              </a:rPr>
              <a:t>The compiler reserves 4 bytes                The compiler reserves 1 byte</a:t>
            </a:r>
          </a:p>
          <a:p>
            <a:r>
              <a:rPr lang="en-US" dirty="0">
                <a:solidFill>
                  <a:srgbClr val="5656B9"/>
                </a:solidFill>
              </a:rPr>
              <a:t>      (32 bits) for integers                                  (8 bits) for integers</a:t>
            </a:r>
          </a:p>
          <a:p>
            <a:endParaRPr lang="en-US" dirty="0">
              <a:solidFill>
                <a:srgbClr val="5656B9"/>
              </a:solidFill>
            </a:endParaRPr>
          </a:p>
          <a:p>
            <a:r>
              <a:rPr lang="en-US" dirty="0">
                <a:solidFill>
                  <a:srgbClr val="5656B9"/>
                </a:solidFill>
              </a:rPr>
              <a:t>	</a:t>
            </a:r>
            <a:r>
              <a:rPr lang="en-US" dirty="0">
                <a:solidFill>
                  <a:srgbClr val="026DA5"/>
                </a:solidFill>
              </a:rPr>
              <a:t>  </a:t>
            </a:r>
            <a:endParaRPr lang="en-US" sz="2400" dirty="0">
              <a:solidFill>
                <a:srgbClr val="026DA5"/>
              </a:solidFill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0E016-C8A6-8730-8B1E-E803946DC211}"/>
              </a:ext>
            </a:extLst>
          </p:cNvPr>
          <p:cNvSpPr txBox="1"/>
          <p:nvPr/>
        </p:nvSpPr>
        <p:spPr>
          <a:xfrm>
            <a:off x="1676400" y="1534558"/>
            <a:ext cx="6515100" cy="316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>
                <a:solidFill>
                  <a:srgbClr val="026DA5"/>
                </a:solidFill>
                <a:effectLst/>
                <a:latin typeface="Menlo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20760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79D27-3A55-A774-2DAF-02582DBF489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391885"/>
            <a:ext cx="7703640" cy="4425043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Memory Add                         RAM                 Variable      Data Type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			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C1447-F665-FE1D-F06B-95EA1C588AF7}"/>
              </a:ext>
            </a:extLst>
          </p:cNvPr>
          <p:cNvSpPr/>
          <p:nvPr/>
        </p:nvSpPr>
        <p:spPr>
          <a:xfrm>
            <a:off x="3233057" y="1412421"/>
            <a:ext cx="2269671" cy="563336"/>
          </a:xfrm>
          <a:prstGeom prst="rect">
            <a:avLst/>
          </a:prstGeom>
          <a:noFill/>
          <a:ln>
            <a:solidFill>
              <a:srgbClr val="026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5656B9"/>
                </a:solidFill>
              </a:rPr>
              <a:t>8-bits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FDE0C0-1DD0-5AD1-9254-F30E327B8A8A}"/>
              </a:ext>
            </a:extLst>
          </p:cNvPr>
          <p:cNvSpPr/>
          <p:nvPr/>
        </p:nvSpPr>
        <p:spPr>
          <a:xfrm>
            <a:off x="3233057" y="1975757"/>
            <a:ext cx="2269671" cy="563336"/>
          </a:xfrm>
          <a:prstGeom prst="rect">
            <a:avLst/>
          </a:prstGeom>
          <a:noFill/>
          <a:ln>
            <a:solidFill>
              <a:srgbClr val="026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5656B9"/>
                </a:solidFill>
              </a:rPr>
              <a:t>8-bits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BD081-91A7-4991-071F-5DCCCF0F1F27}"/>
              </a:ext>
            </a:extLst>
          </p:cNvPr>
          <p:cNvSpPr/>
          <p:nvPr/>
        </p:nvSpPr>
        <p:spPr>
          <a:xfrm>
            <a:off x="3233056" y="3665763"/>
            <a:ext cx="2269671" cy="563336"/>
          </a:xfrm>
          <a:prstGeom prst="rect">
            <a:avLst/>
          </a:prstGeom>
          <a:noFill/>
          <a:ln>
            <a:solidFill>
              <a:srgbClr val="026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5656B9"/>
                </a:solidFill>
              </a:rPr>
              <a:t>8-bits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26EB15-14C9-6C4A-6090-5F67B91BA9FE}"/>
              </a:ext>
            </a:extLst>
          </p:cNvPr>
          <p:cNvSpPr/>
          <p:nvPr/>
        </p:nvSpPr>
        <p:spPr>
          <a:xfrm>
            <a:off x="3233056" y="3102428"/>
            <a:ext cx="2269671" cy="563336"/>
          </a:xfrm>
          <a:prstGeom prst="rect">
            <a:avLst/>
          </a:prstGeom>
          <a:noFill/>
          <a:ln>
            <a:solidFill>
              <a:srgbClr val="026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5656B9"/>
                </a:solidFill>
              </a:rPr>
              <a:t>8-bits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0261D-2C30-C4B7-A09D-0307C8CBD777}"/>
              </a:ext>
            </a:extLst>
          </p:cNvPr>
          <p:cNvSpPr/>
          <p:nvPr/>
        </p:nvSpPr>
        <p:spPr>
          <a:xfrm>
            <a:off x="3233057" y="2539092"/>
            <a:ext cx="2269671" cy="563336"/>
          </a:xfrm>
          <a:prstGeom prst="rect">
            <a:avLst/>
          </a:prstGeom>
          <a:noFill/>
          <a:ln>
            <a:solidFill>
              <a:srgbClr val="026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5656B9"/>
                </a:solidFill>
              </a:rPr>
              <a:t>8-bits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BE3E9-7DF2-4B2F-18ED-5796AC575DCF}"/>
              </a:ext>
            </a:extLst>
          </p:cNvPr>
          <p:cNvSpPr txBox="1"/>
          <p:nvPr/>
        </p:nvSpPr>
        <p:spPr>
          <a:xfrm>
            <a:off x="5617029" y="1499523"/>
            <a:ext cx="24574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sz="2400" dirty="0"/>
              <a:t>X          </a:t>
            </a:r>
            <a:r>
              <a:rPr lang="en-US" sz="2000" dirty="0"/>
              <a:t>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A1D85-30E0-F97C-6635-DA2FDA2EEE89}"/>
              </a:ext>
            </a:extLst>
          </p:cNvPr>
          <p:cNvSpPr txBox="1"/>
          <p:nvPr/>
        </p:nvSpPr>
        <p:spPr>
          <a:xfrm>
            <a:off x="5449660" y="3758275"/>
            <a:ext cx="2973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flag           </a:t>
            </a:r>
            <a:r>
              <a:rPr lang="en-US" sz="2000" dirty="0"/>
              <a:t>bool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F4A2A28-BD48-2D17-BB15-0093EDFC1B5F}"/>
              </a:ext>
            </a:extLst>
          </p:cNvPr>
          <p:cNvSpPr/>
          <p:nvPr/>
        </p:nvSpPr>
        <p:spPr>
          <a:xfrm>
            <a:off x="5617029" y="1706336"/>
            <a:ext cx="579664" cy="65314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5B61399-04BA-87A3-B1DC-6B845D0AB143}"/>
              </a:ext>
            </a:extLst>
          </p:cNvPr>
          <p:cNvCxnSpPr/>
          <p:nvPr/>
        </p:nvCxnSpPr>
        <p:spPr>
          <a:xfrm rot="16200000" flipV="1">
            <a:off x="5694590" y="1792060"/>
            <a:ext cx="587828" cy="416379"/>
          </a:xfrm>
          <a:prstGeom prst="bentConnector3">
            <a:avLst>
              <a:gd name="adj1" fmla="val 101389"/>
            </a:avLst>
          </a:prstGeom>
          <a:ln>
            <a:solidFill>
              <a:srgbClr val="026D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6C898B9-937A-07DA-9FAB-8BDC35744086}"/>
              </a:ext>
            </a:extLst>
          </p:cNvPr>
          <p:cNvCxnSpPr>
            <a:cxnSpLocks/>
          </p:cNvCxnSpPr>
          <p:nvPr/>
        </p:nvCxnSpPr>
        <p:spPr>
          <a:xfrm rot="5400000">
            <a:off x="5685952" y="2937292"/>
            <a:ext cx="605102" cy="416378"/>
          </a:xfrm>
          <a:prstGeom prst="bentConnector3">
            <a:avLst>
              <a:gd name="adj1" fmla="val 101271"/>
            </a:avLst>
          </a:prstGeom>
          <a:ln>
            <a:solidFill>
              <a:srgbClr val="026D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6B843F-D13E-6D8B-6FE6-92D08DFB2EC5}"/>
              </a:ext>
            </a:extLst>
          </p:cNvPr>
          <p:cNvCxnSpPr/>
          <p:nvPr/>
        </p:nvCxnSpPr>
        <p:spPr>
          <a:xfrm flipH="1">
            <a:off x="5617029" y="3942941"/>
            <a:ext cx="289832" cy="0"/>
          </a:xfrm>
          <a:prstGeom prst="straightConnector1">
            <a:avLst/>
          </a:prstGeom>
          <a:ln>
            <a:solidFill>
              <a:srgbClr val="5656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B15506-A7F9-7137-DCB3-53E6F042E7E6}"/>
              </a:ext>
            </a:extLst>
          </p:cNvPr>
          <p:cNvSpPr txBox="1"/>
          <p:nvPr/>
        </p:nvSpPr>
        <p:spPr>
          <a:xfrm>
            <a:off x="1244101" y="1510394"/>
            <a:ext cx="216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0x100000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A1F2E-FFD0-04E9-A872-1D658240B5B0}"/>
              </a:ext>
            </a:extLst>
          </p:cNvPr>
          <p:cNvSpPr txBox="1"/>
          <p:nvPr/>
        </p:nvSpPr>
        <p:spPr>
          <a:xfrm>
            <a:off x="1226545" y="2076840"/>
            <a:ext cx="216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0x100001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C13C00-B9F5-3A34-900A-A764539CE481}"/>
              </a:ext>
            </a:extLst>
          </p:cNvPr>
          <p:cNvSpPr txBox="1"/>
          <p:nvPr/>
        </p:nvSpPr>
        <p:spPr>
          <a:xfrm>
            <a:off x="1226546" y="2607519"/>
            <a:ext cx="216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0x100002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682A13-CEA1-A814-3963-B81EE270B7C0}"/>
              </a:ext>
            </a:extLst>
          </p:cNvPr>
          <p:cNvSpPr txBox="1"/>
          <p:nvPr/>
        </p:nvSpPr>
        <p:spPr>
          <a:xfrm>
            <a:off x="1226545" y="3193986"/>
            <a:ext cx="216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0x100003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F52D8B-5C7E-11DB-3595-C4A111C86430}"/>
              </a:ext>
            </a:extLst>
          </p:cNvPr>
          <p:cNvSpPr txBox="1"/>
          <p:nvPr/>
        </p:nvSpPr>
        <p:spPr>
          <a:xfrm>
            <a:off x="1226544" y="3773664"/>
            <a:ext cx="2163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0x100004</a:t>
            </a:r>
          </a:p>
        </p:txBody>
      </p: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388C958-D459-07D8-CC20-C03EF25762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4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76246-9D08-FCFF-D32A-F8234FCF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Rectangle 1387">
            <a:extLst>
              <a:ext uri="{FF2B5EF4-FFF2-40B4-BE49-F238E27FC236}">
                <a16:creationId xmlns:a16="http://schemas.microsoft.com/office/drawing/2014/main" id="{26043140-FA30-54D8-0C78-58B14D011D6A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2.3- Data Types and Variables</a:t>
            </a:r>
            <a:endParaRPr lang="en-US" sz="3200" dirty="0">
              <a:solidFill>
                <a:srgbClr val="004567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3000" b="0" u="none" strike="noStrike" dirty="0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  <p:sp>
        <p:nvSpPr>
          <p:cNvPr id="1389" name="Rectangle 1388">
            <a:extLst>
              <a:ext uri="{FF2B5EF4-FFF2-40B4-BE49-F238E27FC236}">
                <a16:creationId xmlns:a16="http://schemas.microsoft.com/office/drawing/2014/main" id="{96E9D6E5-FD5F-761D-330B-0DF388E030A2}"/>
              </a:ext>
            </a:extLst>
          </p:cNvPr>
          <p:cNvSpPr/>
          <p:nvPr/>
        </p:nvSpPr>
        <p:spPr>
          <a:xfrm>
            <a:off x="476280" y="1603988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356930A-764A-9F76-597F-990C9B57F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65908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A11A69-B3BC-AFD2-BF20-41EE4F68E9D2}"/>
              </a:ext>
            </a:extLst>
          </p:cNvPr>
          <p:cNvSpPr txBox="1"/>
          <p:nvPr/>
        </p:nvSpPr>
        <p:spPr>
          <a:xfrm>
            <a:off x="370479" y="1280822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026DA5"/>
                </a:solidFill>
                <a:latin typeface="Cascadia Mono"/>
              </a:rPr>
              <a:t>	A </a:t>
            </a:r>
            <a:r>
              <a:rPr lang="en-US" b="1" dirty="0">
                <a:solidFill>
                  <a:srgbClr val="026DA5"/>
                </a:solidFill>
                <a:latin typeface="Cascadia Mono"/>
              </a:rPr>
              <a:t>variable</a:t>
            </a:r>
            <a:r>
              <a:rPr lang="en-US" dirty="0">
                <a:solidFill>
                  <a:srgbClr val="026DA5"/>
                </a:solidFill>
                <a:latin typeface="Cascadia Mono"/>
              </a:rPr>
              <a:t> is a named storage in memory that holds </a:t>
            </a:r>
          </a:p>
          <a:p>
            <a:r>
              <a:rPr lang="en-US" dirty="0">
                <a:solidFill>
                  <a:srgbClr val="026DA5"/>
                </a:solidFill>
                <a:latin typeface="Cascadia Mono"/>
              </a:rPr>
              <a:t> Data.</a:t>
            </a:r>
            <a:endParaRPr lang="ar-EG" dirty="0">
              <a:solidFill>
                <a:srgbClr val="026DA5"/>
              </a:solidFill>
              <a:latin typeface="Cascadia Mon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BC71B-C761-E168-CD8B-F605D959A0A5}"/>
              </a:ext>
            </a:extLst>
          </p:cNvPr>
          <p:cNvSpPr txBox="1"/>
          <p:nvPr/>
        </p:nvSpPr>
        <p:spPr>
          <a:xfrm>
            <a:off x="370479" y="1927153"/>
            <a:ext cx="9144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solidFill>
                  <a:srgbClr val="026DA5"/>
                </a:solidFill>
                <a:latin typeface="Cascadia Mono"/>
              </a:rPr>
              <a:t>	A </a:t>
            </a:r>
            <a:r>
              <a:rPr lang="en-US" b="1" dirty="0">
                <a:solidFill>
                  <a:srgbClr val="026DA5"/>
                </a:solidFill>
                <a:latin typeface="Cascadia Mono"/>
              </a:rPr>
              <a:t>data type</a:t>
            </a:r>
            <a:r>
              <a:rPr lang="en-US" dirty="0">
                <a:solidFill>
                  <a:srgbClr val="026DA5"/>
                </a:solidFill>
                <a:latin typeface="Cascadia Mono"/>
              </a:rPr>
              <a:t> </a:t>
            </a:r>
            <a:r>
              <a:rPr lang="en-US" dirty="0">
                <a:solidFill>
                  <a:srgbClr val="026DA5"/>
                </a:solidFill>
              </a:rPr>
              <a:t>specifies </a:t>
            </a:r>
            <a:r>
              <a:rPr lang="en-US" b="1" dirty="0">
                <a:solidFill>
                  <a:srgbClr val="026DA5"/>
                </a:solidFill>
              </a:rPr>
              <a:t>what kind of value</a:t>
            </a:r>
            <a:r>
              <a:rPr lang="en-US" dirty="0">
                <a:solidFill>
                  <a:srgbClr val="026DA5"/>
                </a:solidFill>
              </a:rPr>
              <a:t> a variable can hold.</a:t>
            </a:r>
            <a:endParaRPr lang="ar-EG" dirty="0">
              <a:solidFill>
                <a:srgbClr val="026DA5"/>
              </a:solidFill>
              <a:latin typeface="Cascadia Mono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FE768E-10A1-8629-8B84-FD7350FDC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86894"/>
              </p:ext>
            </p:extLst>
          </p:nvPr>
        </p:nvGraphicFramePr>
        <p:xfrm>
          <a:off x="606218" y="2377894"/>
          <a:ext cx="6134912" cy="246888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568691">
                  <a:extLst>
                    <a:ext uri="{9D8B030D-6E8A-4147-A177-3AD203B41FA5}">
                      <a16:colId xmlns:a16="http://schemas.microsoft.com/office/drawing/2014/main" val="744564810"/>
                    </a:ext>
                  </a:extLst>
                </a:gridCol>
                <a:gridCol w="1512945">
                  <a:extLst>
                    <a:ext uri="{9D8B030D-6E8A-4147-A177-3AD203B41FA5}">
                      <a16:colId xmlns:a16="http://schemas.microsoft.com/office/drawing/2014/main" val="2190511649"/>
                    </a:ext>
                  </a:extLst>
                </a:gridCol>
                <a:gridCol w="1139300">
                  <a:extLst>
                    <a:ext uri="{9D8B030D-6E8A-4147-A177-3AD203B41FA5}">
                      <a16:colId xmlns:a16="http://schemas.microsoft.com/office/drawing/2014/main" val="790186036"/>
                    </a:ext>
                  </a:extLst>
                </a:gridCol>
                <a:gridCol w="1913976">
                  <a:extLst>
                    <a:ext uri="{9D8B030D-6E8A-4147-A177-3AD203B41FA5}">
                      <a16:colId xmlns:a16="http://schemas.microsoft.com/office/drawing/2014/main" val="219425208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Data Types</a:t>
                      </a:r>
                    </a:p>
                  </a:txBody>
                  <a:tcPr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818238"/>
                  </a:ext>
                </a:extLst>
              </a:tr>
              <a:tr h="32369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Data Type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kern="1200" noProof="0" dirty="0">
                          <a:solidFill>
                            <a:srgbClr val="026DA5"/>
                          </a:solidFill>
                        </a:rPr>
                        <a:t>Example Value 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Memory Space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Notes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74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int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42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4 bytes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766454"/>
                  </a:ext>
                </a:extLst>
              </a:tr>
              <a:tr h="2798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float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3.14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4 bytes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782146"/>
                  </a:ext>
                </a:extLst>
              </a:tr>
              <a:tr h="33414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long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1000000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8 bytes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617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double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3.141592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8 bytes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20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495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1335E-5A4C-963B-757B-A081D0F7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Rectangle 1388">
            <a:extLst>
              <a:ext uri="{FF2B5EF4-FFF2-40B4-BE49-F238E27FC236}">
                <a16:creationId xmlns:a16="http://schemas.microsoft.com/office/drawing/2014/main" id="{D2D27504-903B-7315-D482-6801991AB901}"/>
              </a:ext>
            </a:extLst>
          </p:cNvPr>
          <p:cNvSpPr/>
          <p:nvPr/>
        </p:nvSpPr>
        <p:spPr>
          <a:xfrm>
            <a:off x="476280" y="1603988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7BEFED3-3552-1D8F-8738-676D405239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65908"/>
            <a:ext cx="2272479" cy="96173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FD1F9A-2A55-C33E-7251-F96F717E4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92628"/>
              </p:ext>
            </p:extLst>
          </p:nvPr>
        </p:nvGraphicFramePr>
        <p:xfrm>
          <a:off x="476281" y="1239266"/>
          <a:ext cx="8191079" cy="3315856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94451">
                  <a:extLst>
                    <a:ext uri="{9D8B030D-6E8A-4147-A177-3AD203B41FA5}">
                      <a16:colId xmlns:a16="http://schemas.microsoft.com/office/drawing/2014/main" val="744564810"/>
                    </a:ext>
                  </a:extLst>
                </a:gridCol>
                <a:gridCol w="2020021">
                  <a:extLst>
                    <a:ext uri="{9D8B030D-6E8A-4147-A177-3AD203B41FA5}">
                      <a16:colId xmlns:a16="http://schemas.microsoft.com/office/drawing/2014/main" val="2190511649"/>
                    </a:ext>
                  </a:extLst>
                </a:gridCol>
                <a:gridCol w="1521146">
                  <a:extLst>
                    <a:ext uri="{9D8B030D-6E8A-4147-A177-3AD203B41FA5}">
                      <a16:colId xmlns:a16="http://schemas.microsoft.com/office/drawing/2014/main" val="790186036"/>
                    </a:ext>
                  </a:extLst>
                </a:gridCol>
                <a:gridCol w="2555461">
                  <a:extLst>
                    <a:ext uri="{9D8B030D-6E8A-4147-A177-3AD203B41FA5}">
                      <a16:colId xmlns:a16="http://schemas.microsoft.com/office/drawing/2014/main" val="2194252086"/>
                    </a:ext>
                  </a:extLst>
                </a:gridCol>
              </a:tblGrid>
              <a:tr h="6063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26DA5"/>
                          </a:solidFill>
                        </a:rPr>
                        <a:t>short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dirty="0">
                          <a:solidFill>
                            <a:srgbClr val="026DA5"/>
                          </a:solidFill>
                        </a:rPr>
                        <a:t>32000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rgbClr val="026DA5"/>
                          </a:solidFill>
                        </a:rPr>
                        <a:t>2 bytes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891169"/>
                  </a:ext>
                </a:extLst>
              </a:tr>
              <a:tr h="6063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26DA5"/>
                          </a:solidFill>
                        </a:rPr>
                        <a:t>char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kern="1200" dirty="0">
                          <a:solidFill>
                            <a:srgbClr val="026DA5"/>
                          </a:solidFill>
                        </a:rPr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26DA5"/>
                          </a:solidFill>
                        </a:rPr>
                        <a:t>1 byte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Holds a single character</a:t>
                      </a: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766454"/>
                  </a:ext>
                </a:extLst>
              </a:tr>
              <a:tr h="60636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bool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true / false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26DA5"/>
                          </a:solidFill>
                        </a:rPr>
                        <a:t>1 byte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782146"/>
                  </a:ext>
                </a:extLst>
              </a:tr>
              <a:tr h="606368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rgbClr val="026DA5"/>
                          </a:solidFill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"Hello"</a:t>
                      </a:r>
                      <a:endParaRPr lang="en-US" sz="1800" b="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26DA5"/>
                          </a:solidFill>
                        </a:rPr>
                        <a:t>Varies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026DA5"/>
                          </a:solidFill>
                        </a:rPr>
                        <a:t>(6 bytes)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26DA5"/>
                          </a:solidFill>
                        </a:rPr>
                        <a:t>Null-terminated character array, always add 1 byte for </a:t>
                      </a:r>
                      <a:r>
                        <a:rPr lang="en-US" sz="1800" kern="1200" dirty="0">
                          <a:solidFill>
                            <a:srgbClr val="026DA5"/>
                          </a:solidFill>
                          <a:latin typeface="+mn-lt"/>
                          <a:ea typeface="+mn-ea"/>
                          <a:cs typeface="+mn-cs"/>
                        </a:rPr>
                        <a:t>\0.</a:t>
                      </a:r>
                      <a:br>
                        <a:rPr lang="en-US" sz="1800" kern="1200" dirty="0">
                          <a:solidFill>
                            <a:srgbClr val="026DA5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kern="1200" dirty="0">
                          <a:solidFill>
                            <a:srgbClr val="026DA5"/>
                          </a:solidFill>
                          <a:latin typeface="+mn-lt"/>
                          <a:ea typeface="+mn-ea"/>
                          <a:cs typeface="+mn-cs"/>
                        </a:rPr>
                        <a:t>This mean this string ended</a:t>
                      </a:r>
                      <a:endParaRPr lang="en-US" sz="1800" b="1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7312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AF5274F-53CF-5403-3D1B-60469209430C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2.3- Data Types and Variables</a:t>
            </a:r>
            <a:endParaRPr lang="en-US" sz="3200" dirty="0">
              <a:solidFill>
                <a:srgbClr val="004567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3000" b="0" u="none" strike="noStrike" dirty="0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21998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CB87A-EDEC-7DB1-C883-7AC66D22B10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45146" y="1343507"/>
            <a:ext cx="7703640" cy="3799993"/>
          </a:xfrm>
        </p:spPr>
        <p:txBody>
          <a:bodyPr/>
          <a:lstStyle/>
          <a:p>
            <a:r>
              <a:rPr lang="en-US" sz="1800" dirty="0">
                <a:solidFill>
                  <a:srgbClr val="026DA5"/>
                </a:solidFill>
              </a:rPr>
              <a:t>C provides only </a:t>
            </a:r>
            <a:r>
              <a:rPr lang="en-US" sz="1800" b="1" dirty="0">
                <a:solidFill>
                  <a:srgbClr val="026DA5"/>
                </a:solidFill>
              </a:rPr>
              <a:t>basic (primitive) data types. </a:t>
            </a:r>
            <a:r>
              <a:rPr lang="en-US" sz="1800" dirty="0">
                <a:solidFill>
                  <a:srgbClr val="026DA5"/>
                </a:solidFill>
              </a:rPr>
              <a:t>It doesn’t have </a:t>
            </a:r>
            <a:r>
              <a:rPr lang="en-US" sz="1800" b="1" dirty="0">
                <a:solidFill>
                  <a:srgbClr val="026DA5"/>
                </a:solidFill>
              </a:rPr>
              <a:t>“string” </a:t>
            </a:r>
            <a:r>
              <a:rPr lang="en-US" sz="1800" dirty="0">
                <a:solidFill>
                  <a:srgbClr val="026DA5"/>
                </a:solidFill>
              </a:rPr>
              <a:t>data type</a:t>
            </a:r>
          </a:p>
          <a:p>
            <a:endParaRPr lang="en-US" sz="1800" dirty="0">
              <a:solidFill>
                <a:srgbClr val="026DA5"/>
              </a:solidFill>
            </a:endParaRPr>
          </a:p>
          <a:p>
            <a:r>
              <a:rPr lang="en-US" sz="2000" b="1" dirty="0">
                <a:solidFill>
                  <a:srgbClr val="026DA5"/>
                </a:solidFill>
              </a:rPr>
              <a:t>Why?</a:t>
            </a:r>
          </a:p>
          <a:p>
            <a:r>
              <a:rPr lang="en-US" sz="1800" dirty="0">
                <a:solidFill>
                  <a:srgbClr val="026DA5"/>
                </a:solidFill>
              </a:rPr>
              <a:t>Because C wants </a:t>
            </a:r>
            <a:r>
              <a:rPr lang="en-US" sz="1800" b="1" dirty="0">
                <a:solidFill>
                  <a:srgbClr val="026DA5"/>
                </a:solidFill>
              </a:rPr>
              <a:t>Full control over memory </a:t>
            </a:r>
            <a:r>
              <a:rPr lang="en-US" sz="1800" dirty="0">
                <a:solidFill>
                  <a:srgbClr val="026DA5"/>
                </a:solidFill>
              </a:rPr>
              <a:t>and </a:t>
            </a:r>
            <a:r>
              <a:rPr lang="en-US" sz="1800" b="1" dirty="0">
                <a:solidFill>
                  <a:srgbClr val="026DA5"/>
                </a:solidFill>
              </a:rPr>
              <a:t>No hidden allocations </a:t>
            </a:r>
            <a:r>
              <a:rPr lang="en-US" sz="1800" dirty="0">
                <a:solidFill>
                  <a:srgbClr val="026DA5"/>
                </a:solidFill>
              </a:rPr>
              <a:t>as</a:t>
            </a:r>
            <a:r>
              <a:rPr lang="en-US" sz="1800" b="1" dirty="0">
                <a:solidFill>
                  <a:srgbClr val="026DA5"/>
                </a:solidFill>
              </a:rPr>
              <a:t> C is not a high-level language.</a:t>
            </a:r>
          </a:p>
          <a:p>
            <a:r>
              <a:rPr lang="en-US" sz="1800" dirty="0">
                <a:solidFill>
                  <a:srgbClr val="026DA5"/>
                </a:solidFill>
              </a:rPr>
              <a:t>So, strings are stored as an </a:t>
            </a:r>
            <a:r>
              <a:rPr lang="en-US" sz="1800" b="1" dirty="0">
                <a:solidFill>
                  <a:srgbClr val="026DA5"/>
                </a:solidFill>
              </a:rPr>
              <a:t>array of characters.</a:t>
            </a:r>
          </a:p>
          <a:p>
            <a:endParaRPr lang="en-US" sz="2000" b="1" dirty="0">
              <a:solidFill>
                <a:srgbClr val="026DA5"/>
              </a:solidFill>
            </a:endParaRPr>
          </a:p>
          <a:p>
            <a:endParaRPr lang="en-US" sz="2000" b="1" dirty="0">
              <a:solidFill>
                <a:srgbClr val="026DA5"/>
              </a:solidFill>
            </a:endParaRPr>
          </a:p>
        </p:txBody>
      </p:sp>
      <p:pic>
        <p:nvPicPr>
          <p:cNvPr id="4" name="Picture 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7B2EBC7-CEC3-5DDD-3AE8-604E7A1286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24CA11-BC6D-B540-F0F8-5FE45EBE58CE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2.3- Data Types and Variables</a:t>
            </a:r>
            <a:endParaRPr lang="en-US" sz="3200" dirty="0">
              <a:solidFill>
                <a:srgbClr val="004567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3000" b="0" u="none" strike="noStrike" dirty="0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19314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6092A4-446B-196A-D0E8-614B2FF284A0}"/>
              </a:ext>
            </a:extLst>
          </p:cNvPr>
          <p:cNvSpPr txBox="1"/>
          <p:nvPr/>
        </p:nvSpPr>
        <p:spPr>
          <a:xfrm>
            <a:off x="544965" y="1428480"/>
            <a:ext cx="79377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5656B9"/>
                </a:solidFill>
              </a:rPr>
              <a:t>   char</a:t>
            </a:r>
            <a:r>
              <a:rPr lang="en-US" sz="1800" dirty="0"/>
              <a:t> s[50] = "Hello";            &gt;&gt;      50 is number of characters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26DA5"/>
                </a:solidFill>
              </a:rPr>
              <a:t>So, there is unused storage we reserved here storage for 50 characters and the word is only 5 characters.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26DA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26DA5"/>
                </a:solidFill>
              </a:rPr>
              <a:t>Some compilers may warn about </a:t>
            </a:r>
            <a:r>
              <a:rPr lang="en-US" sz="1800" b="1" dirty="0">
                <a:solidFill>
                  <a:srgbClr val="026DA5"/>
                </a:solidFill>
              </a:rPr>
              <a:t>unused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rgbClr val="026DA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26DA5"/>
                </a:solidFill>
              </a:rPr>
              <a:t>You can d</a:t>
            </a:r>
            <a:r>
              <a:rPr lang="en-US" sz="1800" dirty="0">
                <a:solidFill>
                  <a:srgbClr val="026DA5"/>
                </a:solidFill>
              </a:rPr>
              <a:t>isable it with &gt;&gt;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</a:t>
            </a:r>
            <a:r>
              <a:rPr lang="en-US" sz="1800" dirty="0">
                <a:solidFill>
                  <a:srgbClr val="0000FF"/>
                </a:solidFill>
              </a:rPr>
              <a:t>define</a:t>
            </a:r>
            <a:r>
              <a:rPr lang="en-US" sz="1800" dirty="0"/>
              <a:t> _CRT_SECURE_NO_WARNINGS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5A411-93F5-F9BB-AE78-BBF19F0EECBD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2.3- Data Types and Variables</a:t>
            </a:r>
            <a:endParaRPr lang="en-US" sz="3200" dirty="0">
              <a:solidFill>
                <a:srgbClr val="004567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3000" b="0" u="none" strike="noStrike" dirty="0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3A71DC4-BB1F-C998-A997-BCF91D863C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4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1769-243C-1C81-3B26-005C9861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Rectangle 1388">
            <a:extLst>
              <a:ext uri="{FF2B5EF4-FFF2-40B4-BE49-F238E27FC236}">
                <a16:creationId xmlns:a16="http://schemas.microsoft.com/office/drawing/2014/main" id="{3A9E5603-39D7-DC8F-C58D-70A02484257F}"/>
              </a:ext>
            </a:extLst>
          </p:cNvPr>
          <p:cNvSpPr/>
          <p:nvPr/>
        </p:nvSpPr>
        <p:spPr>
          <a:xfrm>
            <a:off x="476280" y="1603988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4680E21-53A7-E014-09A4-B8D62FB23D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65908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3C565-6D1C-BEAF-338A-67240CF67D18}"/>
              </a:ext>
            </a:extLst>
          </p:cNvPr>
          <p:cNvSpPr txBox="1"/>
          <p:nvPr/>
        </p:nvSpPr>
        <p:spPr>
          <a:xfrm>
            <a:off x="476280" y="1340927"/>
            <a:ext cx="9144000" cy="264687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#</a:t>
            </a:r>
            <a:r>
              <a:rPr lang="en-US" sz="1600" dirty="0">
                <a:solidFill>
                  <a:srgbClr val="0000FF"/>
                </a:solidFill>
              </a:rPr>
              <a:t>define</a:t>
            </a:r>
            <a:r>
              <a:rPr lang="en-US" sz="1600" dirty="0"/>
              <a:t> _CRT_SECURE_NO_WARNINGS</a:t>
            </a:r>
            <a:endParaRPr lang="en-US" sz="1500" dirty="0">
              <a:solidFill>
                <a:srgbClr val="808080"/>
              </a:solidFill>
              <a:latin typeface="Cascadia Mono"/>
            </a:endParaRPr>
          </a:p>
          <a:p>
            <a:r>
              <a:rPr lang="en-US" sz="1500" dirty="0">
                <a:solidFill>
                  <a:srgbClr val="808080"/>
                </a:solidFill>
                <a:latin typeface="Cascadia Mono"/>
              </a:rPr>
              <a:t>#include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&lt;</a:t>
            </a:r>
            <a:r>
              <a:rPr lang="en-US" sz="1500" dirty="0" err="1">
                <a:solidFill>
                  <a:srgbClr val="A31515"/>
                </a:solidFill>
                <a:latin typeface="Cascadia Mono"/>
              </a:rPr>
              <a:t>stdio.h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&gt;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             </a:t>
            </a:r>
            <a:r>
              <a:rPr lang="en-US" sz="1400" dirty="0">
                <a:solidFill>
                  <a:srgbClr val="008000"/>
                </a:solidFill>
                <a:latin typeface="Cascadia Mono"/>
              </a:rPr>
              <a:t>// Include the standard I/O header</a:t>
            </a:r>
            <a:endParaRPr lang="en-US" dirty="0">
              <a:latin typeface="Cascadia Mono"/>
            </a:endParaRPr>
          </a:p>
          <a:p>
            <a:endParaRPr lang="ar-EG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5656B9"/>
                </a:solidFill>
                <a:latin typeface="Cascadia Mono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main() {    </a:t>
            </a:r>
          </a:p>
          <a:p>
            <a:endParaRPr lang="en-US" sz="1500" dirty="0">
              <a:solidFill>
                <a:srgbClr val="000000"/>
              </a:solidFill>
              <a:latin typeface="Cascadia Mono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ascadia Mono"/>
              </a:rPr>
              <a:t>/* STUDENT DATA */</a:t>
            </a:r>
            <a:endParaRPr lang="en-US" sz="1400" dirty="0">
              <a:solidFill>
                <a:srgbClr val="000000"/>
              </a:solidFill>
              <a:latin typeface="Cascadia Mono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    int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id = 101;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    char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grade;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    float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math = 85.5, physics = 78.0, chemistry = 90.0;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    double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average;</a:t>
            </a: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    int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passed;</a:t>
            </a:r>
            <a:endParaRPr lang="ar-EG" sz="1500" dirty="0">
              <a:latin typeface="Cascadia Mon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FAB2E-058B-EDCB-02AD-B36985329004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rgbClr val="004567"/>
                </a:solidFill>
                <a:latin typeface="IBM Plex Mono"/>
              </a:rPr>
              <a:t>2.3- Data Types and Variables</a:t>
            </a:r>
            <a:endParaRPr lang="en-US" sz="3200" dirty="0">
              <a:solidFill>
                <a:srgbClr val="004567"/>
              </a:solidFill>
              <a:latin typeface="OpenSymbol"/>
            </a:endParaRPr>
          </a:p>
          <a:p>
            <a:pPr>
              <a:tabLst>
                <a:tab pos="0" algn="l"/>
              </a:tabLst>
            </a:pPr>
            <a:endParaRPr lang="en-US" sz="3000" b="0" u="none" strike="noStrike" dirty="0">
              <a:solidFill>
                <a:srgbClr val="004567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666102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1442-1F06-BE08-4C72-05139A54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590DF0F9-419D-1F59-BF1A-00BDAC4F6BD5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A77E280-B53E-80FF-373C-2D36AA9EB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E53A8B-7887-A03D-C863-2060126A252B}"/>
              </a:ext>
            </a:extLst>
          </p:cNvPr>
          <p:cNvSpPr txBox="1"/>
          <p:nvPr/>
        </p:nvSpPr>
        <p:spPr>
          <a:xfrm>
            <a:off x="397933" y="403767"/>
            <a:ext cx="8746066" cy="16619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2.4- Operators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</a:rPr>
              <a:t>We have 2 types of them:</a:t>
            </a:r>
            <a:br>
              <a:rPr lang="en-US" dirty="0">
                <a:solidFill>
                  <a:srgbClr val="026DA5"/>
                </a:solidFill>
              </a:rPr>
            </a:br>
            <a:br>
              <a:rPr lang="en-US" dirty="0"/>
            </a:br>
            <a:endParaRPr lang="en-US" dirty="0"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7CBF15-15A8-5CC9-B958-F32B1EE3C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852943"/>
              </p:ext>
            </p:extLst>
          </p:nvPr>
        </p:nvGraphicFramePr>
        <p:xfrm>
          <a:off x="398033" y="1789736"/>
          <a:ext cx="6476593" cy="30378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1656410">
                  <a:extLst>
                    <a:ext uri="{9D8B030D-6E8A-4147-A177-3AD203B41FA5}">
                      <a16:colId xmlns:a16="http://schemas.microsoft.com/office/drawing/2014/main" val="744564810"/>
                    </a:ext>
                  </a:extLst>
                </a:gridCol>
                <a:gridCol w="885986">
                  <a:extLst>
                    <a:ext uri="{9D8B030D-6E8A-4147-A177-3AD203B41FA5}">
                      <a16:colId xmlns:a16="http://schemas.microsoft.com/office/drawing/2014/main" val="2190511649"/>
                    </a:ext>
                  </a:extLst>
                </a:gridCol>
                <a:gridCol w="3934197">
                  <a:extLst>
                    <a:ext uri="{9D8B030D-6E8A-4147-A177-3AD203B41FA5}">
                      <a16:colId xmlns:a16="http://schemas.microsoft.com/office/drawing/2014/main" val="79018603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Arithmetic operators </a:t>
                      </a:r>
                    </a:p>
                  </a:txBody>
                  <a:tcPr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018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Addition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kern="1200" noProof="0">
                          <a:solidFill>
                            <a:srgbClr val="026DA5"/>
                          </a:solidFill>
                        </a:rPr>
                        <a:t>a + b</a:t>
                      </a:r>
                      <a:endParaRPr lang="en-US" sz="1800" kern="120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7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Subtraction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- 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76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Multiplication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* 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kern="120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78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Division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/ 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If a &amp; b are integers, there're no decimals.</a:t>
                      </a:r>
                      <a:br>
                        <a:rPr lang="en-US" sz="1800" kern="1200">
                          <a:solidFill>
                            <a:srgbClr val="026DA5"/>
                          </a:solidFill>
                        </a:rPr>
                      </a:br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5/2=2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61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Modulus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% 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The remainder of the division. </a:t>
                      </a:r>
                      <a:br>
                        <a:rPr lang="en-US" sz="1800" kern="1200" dirty="0">
                          <a:solidFill>
                            <a:srgbClr val="026DA5"/>
                          </a:solidFill>
                        </a:rPr>
                      </a:br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5%2=1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20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757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A2E91-4BC4-981F-8377-D35408669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57AAF8E6-20B5-202F-BBF5-2C9840FAE385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2A482B2-9B42-4C88-1EAC-F06948C37A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5FA3D1-5053-A8A4-8A67-44EAFCCAF670}"/>
              </a:ext>
            </a:extLst>
          </p:cNvPr>
          <p:cNvSpPr txBox="1"/>
          <p:nvPr/>
        </p:nvSpPr>
        <p:spPr>
          <a:xfrm>
            <a:off x="397933" y="403767"/>
            <a:ext cx="8746066" cy="166199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4567"/>
                </a:solidFill>
                <a:latin typeface="IBM Plex Mono"/>
              </a:rPr>
              <a:t>2.4- Operators</a:t>
            </a:r>
            <a:br>
              <a:rPr lang="en-US" sz="2400" b="1">
                <a:solidFill>
                  <a:srgbClr val="004567"/>
                </a:solidFill>
                <a:latin typeface="IBM Plex Mono"/>
              </a:rPr>
            </a:br>
            <a:endParaRPr lang="en-US" sz="2400" b="1">
              <a:solidFill>
                <a:srgbClr val="004567"/>
              </a:solidFill>
              <a:latin typeface="IBM Plex Mono"/>
            </a:endParaRPr>
          </a:p>
          <a:p>
            <a:r>
              <a:rPr lang="en-US">
                <a:solidFill>
                  <a:srgbClr val="026DA5"/>
                </a:solidFill>
              </a:rPr>
              <a:t>We have 4 types of them:</a:t>
            </a:r>
            <a:br>
              <a:rPr lang="en-US">
                <a:solidFill>
                  <a:srgbClr val="026DA5"/>
                </a:solidFill>
              </a:rPr>
            </a:br>
            <a:br>
              <a:rPr lang="en-US"/>
            </a:br>
            <a:endParaRPr lang="en-US"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7ECDC5-A360-C17C-F6CD-D51518729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77345"/>
              </p:ext>
            </p:extLst>
          </p:nvPr>
        </p:nvGraphicFramePr>
        <p:xfrm>
          <a:off x="398033" y="1789736"/>
          <a:ext cx="4615252" cy="286512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3006908">
                  <a:extLst>
                    <a:ext uri="{9D8B030D-6E8A-4147-A177-3AD203B41FA5}">
                      <a16:colId xmlns:a16="http://schemas.microsoft.com/office/drawing/2014/main" val="744564810"/>
                    </a:ext>
                  </a:extLst>
                </a:gridCol>
                <a:gridCol w="1608344">
                  <a:extLst>
                    <a:ext uri="{9D8B030D-6E8A-4147-A177-3AD203B41FA5}">
                      <a16:colId xmlns:a16="http://schemas.microsoft.com/office/drawing/2014/main" val="219051164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2)  Relational operators </a:t>
                      </a:r>
                      <a:endParaRPr lang="en-US"/>
                    </a:p>
                  </a:txBody>
                  <a:tcPr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60181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026DA5"/>
                          </a:solidFill>
                        </a:rPr>
                        <a:t>Equal to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kern="1200" noProof="0">
                          <a:solidFill>
                            <a:srgbClr val="026DA5"/>
                          </a:solidFill>
                        </a:rPr>
                        <a:t>a == b</a:t>
                      </a:r>
                      <a:endParaRPr lang="en-US" sz="1800" kern="120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97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26DA5"/>
                          </a:solidFill>
                          <a:latin typeface="Arial"/>
                        </a:rPr>
                        <a:t>Not equal to</a:t>
                      </a:r>
                      <a:endParaRPr lang="en-US" sz="1800" kern="120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!= 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76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Greater than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&gt; 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78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Less than</a:t>
                      </a: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&lt; 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61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26DA5"/>
                          </a:solidFill>
                          <a:latin typeface="Arial"/>
                        </a:rPr>
                        <a:t>Greater than or equal to</a:t>
                      </a:r>
                      <a:endParaRPr lang="en-US" sz="1800" b="0" i="0" u="none" strike="noStrike" kern="1200" noProof="0">
                        <a:solidFill>
                          <a:srgbClr val="F5F8FF"/>
                        </a:solidFill>
                        <a:latin typeface="Arial"/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>
                          <a:solidFill>
                            <a:srgbClr val="026DA5"/>
                          </a:solidFill>
                        </a:rPr>
                        <a:t>a &gt;= b</a:t>
                      </a: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12700">
                      <a:solidFill>
                        <a:schemeClr val="accent3">
                          <a:lumMod val="95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20136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26DA5"/>
                          </a:solidFill>
                          <a:latin typeface="Arial"/>
                        </a:rPr>
                        <a:t>Less than or equal to</a:t>
                      </a:r>
                      <a:endParaRPr lang="en-US" sz="1800" b="0" i="0" u="none" strike="noStrike" kern="1200" noProof="0">
                        <a:solidFill>
                          <a:srgbClr val="F5F8FF"/>
                        </a:solidFill>
                        <a:latin typeface="Arial"/>
                      </a:endParaRPr>
                    </a:p>
                  </a:txBody>
                  <a:tcPr>
                    <a:lnL w="0">
                      <a:noFill/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kern="1200" noProof="0" dirty="0">
                          <a:solidFill>
                            <a:srgbClr val="026DA5"/>
                          </a:solidFill>
                          <a:latin typeface="Arial"/>
                        </a:rPr>
                        <a:t>a &lt;= b</a:t>
                      </a:r>
                      <a:endParaRPr lang="en-US" sz="1800" b="0" i="0" u="none" strike="noStrike" kern="1200" noProof="0" dirty="0">
                        <a:solidFill>
                          <a:srgbClr val="F5F8FF"/>
                        </a:solidFill>
                        <a:latin typeface="Arial"/>
                      </a:endParaRPr>
                    </a:p>
                    <a:p>
                      <a:pPr lvl="0" algn="ctr">
                        <a:buNone/>
                      </a:pPr>
                      <a:endParaRPr lang="en-US" sz="1800" kern="1200" dirty="0">
                        <a:solidFill>
                          <a:srgbClr val="026DA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accent3">
                          <a:lumMod val="95000"/>
                        </a:schemeClr>
                      </a:solidFill>
                    </a:lnL>
                    <a:lnR w="12700">
                      <a:solidFill>
                        <a:schemeClr val="accent3">
                          <a:lumMod val="95000"/>
                        </a:schemeClr>
                      </a:solidFill>
                    </a:lnR>
                    <a:lnT w="12700">
                      <a:solidFill>
                        <a:schemeClr val="accent3">
                          <a:lumMod val="95000"/>
                        </a:schemeClr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970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322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9A4C-264F-A80F-AF33-855325DB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F286CA39-9460-7922-A21F-4D8E0233140F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EBBD8C5-E1D0-C4D9-A577-D3E4F73F1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37DFDB-FABD-3294-3CA0-300A51032296}"/>
              </a:ext>
            </a:extLst>
          </p:cNvPr>
          <p:cNvSpPr txBox="1"/>
          <p:nvPr/>
        </p:nvSpPr>
        <p:spPr>
          <a:xfrm>
            <a:off x="397933" y="403767"/>
            <a:ext cx="874606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4567"/>
                </a:solidFill>
                <a:latin typeface="IBM Plex Mono"/>
              </a:rPr>
              <a:t>2.4- Operators</a:t>
            </a:r>
            <a:br>
              <a:rPr lang="en-US" sz="2400" b="1">
                <a:solidFill>
                  <a:srgbClr val="004567"/>
                </a:solidFill>
                <a:latin typeface="IBM Plex Mono"/>
              </a:rPr>
            </a:br>
            <a:endParaRPr lang="en-US" sz="24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35E4B-1D4C-7C8B-4841-287A28732987}"/>
              </a:ext>
            </a:extLst>
          </p:cNvPr>
          <p:cNvSpPr txBox="1"/>
          <p:nvPr/>
        </p:nvSpPr>
        <p:spPr>
          <a:xfrm>
            <a:off x="502920" y="1578277"/>
            <a:ext cx="694944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/* Calculations */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average = (math + physics + chemistry) / 3.0;</a:t>
            </a:r>
          </a:p>
          <a:p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/*round up average*/</a:t>
            </a:r>
          </a:p>
          <a:p>
            <a:r>
              <a:rPr lang="fr-FR" sz="150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500">
                <a:solidFill>
                  <a:srgbClr val="000000"/>
                </a:solidFill>
                <a:latin typeface="Cascadia Mono" panose="020B0609020000020004" pitchFamily="49" charset="0"/>
              </a:rPr>
              <a:t> quotient = (</a:t>
            </a:r>
            <a:r>
              <a:rPr lang="fr-FR" sz="150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500">
                <a:solidFill>
                  <a:srgbClr val="000000"/>
                </a:solidFill>
                <a:latin typeface="Cascadia Mono" panose="020B0609020000020004" pitchFamily="49" charset="0"/>
              </a:rPr>
              <a:t>)(math + </a:t>
            </a:r>
            <a:r>
              <a:rPr lang="fr-FR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physics</a:t>
            </a:r>
            <a:r>
              <a:rPr lang="fr-FR" sz="150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1500" err="1">
                <a:solidFill>
                  <a:srgbClr val="000000"/>
                </a:solidFill>
                <a:latin typeface="Cascadia Mono" panose="020B0609020000020004" pitchFamily="49" charset="0"/>
              </a:rPr>
              <a:t>chemistry</a:t>
            </a:r>
            <a:r>
              <a:rPr lang="fr-FR" sz="1500">
                <a:solidFill>
                  <a:srgbClr val="000000"/>
                </a:solidFill>
                <a:latin typeface="Cascadia Mono" panose="020B0609020000020004" pitchFamily="49" charset="0"/>
              </a:rPr>
              <a:t>) / 3;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remainder = (</a:t>
            </a:r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)(math + physics + chemistry) % 3;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RoundedAvg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= quotient + remainder;</a:t>
            </a:r>
            <a:endParaRPr lang="ar-EG" sz="1500"/>
          </a:p>
        </p:txBody>
      </p:sp>
    </p:spTree>
    <p:extLst>
      <p:ext uri="{BB962C8B-B14F-4D97-AF65-F5344CB8AC3E}">
        <p14:creationId xmlns:p14="http://schemas.microsoft.com/office/powerpoint/2010/main" val="3895072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A5E5-520F-EB87-A989-39AA868D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86855C5E-0A24-4FDE-DBA1-42F47D46BC3A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5438604-D34E-5924-04E0-1EE5622D34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D07A56-971E-381E-E345-4F6B58082796}"/>
              </a:ext>
            </a:extLst>
          </p:cNvPr>
          <p:cNvSpPr txBox="1"/>
          <p:nvPr/>
        </p:nvSpPr>
        <p:spPr>
          <a:xfrm>
            <a:off x="397933" y="403767"/>
            <a:ext cx="8746066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4567"/>
                </a:solidFill>
                <a:latin typeface="IBM Plex Mono"/>
              </a:rPr>
              <a:t>2.5- if/switch</a:t>
            </a:r>
            <a:br>
              <a:rPr lang="en-US" sz="2400" b="1">
                <a:solidFill>
                  <a:srgbClr val="004567"/>
                </a:solidFill>
                <a:latin typeface="IBM Plex Mono"/>
              </a:rPr>
            </a:br>
            <a:endParaRPr lang="en-US" sz="2400" b="1">
              <a:solidFill>
                <a:srgbClr val="004567"/>
              </a:solidFill>
              <a:latin typeface="IBM Plex Mono"/>
            </a:endParaRPr>
          </a:p>
          <a:p>
            <a:r>
              <a:rPr lang="en-US">
                <a:solidFill>
                  <a:srgbClr val="026DA5"/>
                </a:solidFill>
                <a:cs typeface="Arial"/>
              </a:rPr>
              <a:t>The </a:t>
            </a:r>
            <a:r>
              <a:rPr lang="en-US" b="1">
                <a:solidFill>
                  <a:srgbClr val="026DA5"/>
                </a:solidFill>
                <a:cs typeface="Arial"/>
              </a:rPr>
              <a:t>if</a:t>
            </a:r>
            <a:r>
              <a:rPr lang="en-US">
                <a:solidFill>
                  <a:srgbClr val="026DA5"/>
                </a:solidFill>
                <a:cs typeface="Arial"/>
              </a:rPr>
              <a:t> statement is used to </a:t>
            </a:r>
            <a:r>
              <a:rPr lang="en-US">
                <a:solidFill>
                  <a:srgbClr val="026DA5"/>
                </a:solidFill>
                <a:ea typeface="+mn-lt"/>
                <a:cs typeface="+mn-lt"/>
              </a:rPr>
              <a:t>execute code only when a condition is true.</a:t>
            </a:r>
            <a:r>
              <a:rPr lang="en-US">
                <a:solidFill>
                  <a:srgbClr val="026DA5"/>
                </a:solidFill>
                <a:cs typeface="Arial"/>
              </a:rPr>
              <a:t> </a:t>
            </a:r>
            <a:br>
              <a:rPr lang="en-US">
                <a:solidFill>
                  <a:srgbClr val="026DA5"/>
                </a:solidFill>
              </a:rPr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b="1">
                <a:solidFill>
                  <a:srgbClr val="E9AE7E"/>
                </a:solidFill>
                <a:latin typeface="Consolas"/>
                <a:cs typeface="Arial"/>
              </a:rPr>
              <a:t>if</a:t>
            </a:r>
            <a:r>
              <a:rPr lang="en-US" b="1">
                <a:solidFill>
                  <a:srgbClr val="F9FAFB"/>
                </a:solidFill>
                <a:latin typeface="Consolas"/>
                <a:cs typeface="Arial"/>
              </a:rPr>
              <a:t> </a:t>
            </a:r>
            <a:r>
              <a:rPr lang="en-US" b="1">
                <a:solidFill>
                  <a:srgbClr val="F8FA9D"/>
                </a:solidFill>
                <a:latin typeface="Consolas"/>
                <a:cs typeface="Arial"/>
              </a:rPr>
              <a:t>(</a:t>
            </a:r>
            <a:r>
              <a:rPr lang="en-US" b="1">
                <a:solidFill>
                  <a:srgbClr val="8DA1B9"/>
                </a:solidFill>
                <a:latin typeface="Consolas"/>
                <a:cs typeface="Arial"/>
              </a:rPr>
              <a:t>condition</a:t>
            </a:r>
            <a:r>
              <a:rPr lang="en-US" b="1">
                <a:solidFill>
                  <a:srgbClr val="F8FA9D"/>
                </a:solidFill>
                <a:latin typeface="Consolas"/>
                <a:cs typeface="Arial"/>
              </a:rPr>
              <a:t>) {
 </a:t>
            </a:r>
            <a:r>
              <a:rPr lang="en-US" b="1">
                <a:solidFill>
                  <a:srgbClr val="F9FAFB"/>
                </a:solidFill>
                <a:latin typeface="Consolas"/>
                <a:cs typeface="Arial"/>
              </a:rPr>
              <a:t>   </a:t>
            </a:r>
            <a:r>
              <a:rPr lang="en-US" b="1">
                <a:solidFill>
                  <a:srgbClr val="8DA1B9"/>
                </a:solidFill>
                <a:latin typeface="Consolas"/>
                <a:cs typeface="Arial"/>
              </a:rPr>
              <a:t>// Code to run if condition is true</a:t>
            </a:r>
            <a:r>
              <a:rPr lang="en-US" b="1">
                <a:solidFill>
                  <a:srgbClr val="F9FAFB"/>
                </a:solidFill>
                <a:latin typeface="Consolas"/>
                <a:cs typeface="Arial"/>
              </a:rPr>
              <a:t>
</a:t>
            </a:r>
            <a:r>
              <a:rPr lang="en-US" b="1">
                <a:solidFill>
                  <a:srgbClr val="F8FA9D"/>
                </a:solidFill>
                <a:latin typeface="Consolas"/>
                <a:cs typeface="Arial"/>
              </a:rPr>
              <a:t>} </a:t>
            </a:r>
            <a:r>
              <a:rPr lang="en-US" b="1">
                <a:solidFill>
                  <a:srgbClr val="E9AE7E"/>
                </a:solidFill>
                <a:latin typeface="Consolas"/>
                <a:cs typeface="Arial"/>
              </a:rPr>
              <a:t>else</a:t>
            </a:r>
            <a:r>
              <a:rPr lang="en-US" b="1">
                <a:solidFill>
                  <a:srgbClr val="F9FAFB"/>
                </a:solidFill>
                <a:latin typeface="Consolas"/>
                <a:cs typeface="Arial"/>
              </a:rPr>
              <a:t> </a:t>
            </a:r>
            <a:r>
              <a:rPr lang="en-US" b="1">
                <a:solidFill>
                  <a:srgbClr val="F8FA9D"/>
                </a:solidFill>
                <a:latin typeface="Consolas"/>
                <a:cs typeface="Arial"/>
              </a:rPr>
              <a:t>{
   </a:t>
            </a:r>
            <a:r>
              <a:rPr lang="en-US" b="1">
                <a:solidFill>
                  <a:srgbClr val="F9FAFB"/>
                </a:solidFill>
                <a:latin typeface="Consolas"/>
                <a:cs typeface="Arial"/>
              </a:rPr>
              <a:t> </a:t>
            </a:r>
            <a:r>
              <a:rPr lang="en-US" b="1">
                <a:solidFill>
                  <a:srgbClr val="8DA1B9"/>
                </a:solidFill>
                <a:latin typeface="Consolas"/>
                <a:cs typeface="Arial"/>
              </a:rPr>
              <a:t>// Default code to run if condition is false</a:t>
            </a:r>
            <a:r>
              <a:rPr lang="en-US" b="1">
                <a:solidFill>
                  <a:srgbClr val="F9FAFB"/>
                </a:solidFill>
                <a:latin typeface="Consolas"/>
                <a:cs typeface="Arial"/>
              </a:rPr>
              <a:t>
</a:t>
            </a:r>
            <a:r>
              <a:rPr lang="en-US" b="1">
                <a:solidFill>
                  <a:srgbClr val="F8FA9D"/>
                </a:solidFill>
                <a:latin typeface="Consolas"/>
                <a:cs typeface="Arial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DF706-25B6-7730-408B-A23C1E04F0C3}"/>
              </a:ext>
            </a:extLst>
          </p:cNvPr>
          <p:cNvSpPr txBox="1"/>
          <p:nvPr/>
        </p:nvSpPr>
        <p:spPr>
          <a:xfrm>
            <a:off x="393983" y="3244654"/>
            <a:ext cx="7937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026DA5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345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9FEBF-DD12-14B4-8AC4-BCE247C5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7C37846C-6052-A6ED-E1AC-00B75EB30C64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80F60C4-EA88-BB7F-E1EB-BFD18AAB5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921B6-E629-E897-3274-5307C5F58CA8}"/>
              </a:ext>
            </a:extLst>
          </p:cNvPr>
          <p:cNvSpPr txBox="1"/>
          <p:nvPr/>
        </p:nvSpPr>
        <p:spPr>
          <a:xfrm>
            <a:off x="397933" y="403767"/>
            <a:ext cx="874606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4567"/>
                </a:solidFill>
                <a:latin typeface="IBM Plex Mono"/>
              </a:rPr>
              <a:t>2.5- if/switch</a:t>
            </a:r>
            <a:br>
              <a:rPr lang="en-US" sz="2400" b="1">
                <a:solidFill>
                  <a:srgbClr val="004567"/>
                </a:solidFill>
                <a:latin typeface="IBM Plex Mono"/>
              </a:rPr>
            </a:br>
            <a:endParaRPr lang="en-US" sz="24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9E6C2-1C5E-C59D-9014-CF996E52146A}"/>
              </a:ext>
            </a:extLst>
          </p:cNvPr>
          <p:cNvSpPr txBox="1"/>
          <p:nvPr/>
        </p:nvSpPr>
        <p:spPr>
          <a:xfrm>
            <a:off x="393983" y="3244654"/>
            <a:ext cx="7937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026DA5"/>
              </a:solidFill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4DCE9-94B4-5718-C7F8-4F7A805444BB}"/>
              </a:ext>
            </a:extLst>
          </p:cNvPr>
          <p:cNvSpPr txBox="1"/>
          <p:nvPr/>
        </p:nvSpPr>
        <p:spPr>
          <a:xfrm>
            <a:off x="442806" y="1472154"/>
            <a:ext cx="8656320" cy="215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ascadia Mono"/>
              </a:rPr>
              <a:t>/* Determine grade and pass/fail status */</a:t>
            </a:r>
          </a:p>
          <a:p>
            <a:endParaRPr lang="ar-EG" sz="150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(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RoundedAvg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&gt;= 50)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    passed = 1;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}</a:t>
            </a:r>
            <a:endParaRPr lang="ar-EG" sz="1500" dirty="0">
              <a:solidFill>
                <a:srgbClr val="000000"/>
              </a:solidFill>
              <a:latin typeface="Cascadia Mono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/>
              </a:rPr>
              <a:t>else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    passed = 0;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}</a:t>
            </a:r>
            <a:endParaRPr lang="ar-EG" sz="1500" dirty="0">
              <a:solidFill>
                <a:srgbClr val="000000"/>
              </a:solidFill>
              <a:latin typeface="Cascadia Mono"/>
            </a:endParaRPr>
          </a:p>
          <a:p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81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BE7ED-1BC2-9EA0-C4B4-702E60B1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131AD037-44FC-FA6A-F984-502B01FB51DD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4F340DA-26FB-8DF8-1370-7E4BB9D103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557C24-6D2C-6401-50A8-3430B29FA5AA}"/>
              </a:ext>
            </a:extLst>
          </p:cNvPr>
          <p:cNvSpPr txBox="1"/>
          <p:nvPr/>
        </p:nvSpPr>
        <p:spPr>
          <a:xfrm>
            <a:off x="397933" y="403767"/>
            <a:ext cx="874606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rgbClr val="004567"/>
                </a:solidFill>
                <a:latin typeface="IBM Plex Mono"/>
              </a:rPr>
              <a:t>2.5- if/switch</a:t>
            </a:r>
            <a:br>
              <a:rPr lang="en-US" sz="2400" b="1">
                <a:solidFill>
                  <a:srgbClr val="004567"/>
                </a:solidFill>
                <a:latin typeface="IBM Plex Mono"/>
              </a:rPr>
            </a:br>
            <a:endParaRPr lang="en-US" sz="2400" b="1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A70C0-7BA9-83A9-235B-8E91C0D6B335}"/>
              </a:ext>
            </a:extLst>
          </p:cNvPr>
          <p:cNvSpPr txBox="1"/>
          <p:nvPr/>
        </p:nvSpPr>
        <p:spPr>
          <a:xfrm>
            <a:off x="393983" y="3244654"/>
            <a:ext cx="7937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026DA5"/>
              </a:solidFill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BE3A0-734E-52CF-8868-C250B24AF700}"/>
              </a:ext>
            </a:extLst>
          </p:cNvPr>
          <p:cNvSpPr txBox="1"/>
          <p:nvPr/>
        </p:nvSpPr>
        <p:spPr>
          <a:xfrm>
            <a:off x="456776" y="1234764"/>
            <a:ext cx="580644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RoundedAvg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&gt;= 90)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grade =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'A’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RoundedAvg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&gt;= 80)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grade =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'B’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RoundedAvg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&gt;= 70)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grade =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'C’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RoundedAvg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&gt;= 60)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grade =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'D’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grade =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'F’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/>
          </a:p>
        </p:txBody>
      </p:sp>
    </p:spTree>
    <p:extLst>
      <p:ext uri="{BB962C8B-B14F-4D97-AF65-F5344CB8AC3E}">
        <p14:creationId xmlns:p14="http://schemas.microsoft.com/office/powerpoint/2010/main" val="111461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423AA-EF97-B9D3-390D-93E16D482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3212DEF8-6D35-C681-B240-60C5C90D1F5E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57FE167-22F2-76BE-FF0D-968A501D29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9A1172-2E07-AD0D-8EB3-E41E36FE4030}"/>
              </a:ext>
            </a:extLst>
          </p:cNvPr>
          <p:cNvSpPr txBox="1"/>
          <p:nvPr/>
        </p:nvSpPr>
        <p:spPr>
          <a:xfrm>
            <a:off x="397933" y="403767"/>
            <a:ext cx="8746066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2.5- if/switch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  <a:latin typeface="Arial"/>
                <a:cs typeface="Arial"/>
              </a:rPr>
              <a:t>The </a:t>
            </a:r>
            <a:r>
              <a:rPr lang="en-US" b="1" dirty="0">
                <a:solidFill>
                  <a:srgbClr val="026DA5"/>
                </a:solidFill>
                <a:latin typeface="Arial"/>
                <a:cs typeface="Arial"/>
              </a:rPr>
              <a:t>switch</a:t>
            </a:r>
            <a:r>
              <a:rPr lang="en-US" dirty="0">
                <a:solidFill>
                  <a:srgbClr val="026DA5"/>
                </a:solidFill>
                <a:latin typeface="Arial"/>
                <a:cs typeface="Arial"/>
              </a:rPr>
              <a:t> statement is used when you have one variable and many possible exact values to compare against.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switch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(</a:t>
            </a:r>
            <a:r>
              <a:rPr lang="en-US" sz="1600" b="1" dirty="0">
                <a:solidFill>
                  <a:srgbClr val="8DA1B9"/>
                </a:solidFill>
                <a:latin typeface="Consolas"/>
                <a:cs typeface="Arial"/>
              </a:rPr>
              <a:t>value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) {</a:t>
            </a: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
    case</a:t>
            </a:r>
            <a:r>
              <a:rPr lang="en-US" sz="1600" b="1" dirty="0">
                <a:solidFill>
                  <a:srgbClr val="8DA1B9"/>
                </a:solidFill>
                <a:latin typeface="Consolas"/>
                <a:cs typeface="Arial"/>
              </a:rPr>
              <a:t> value1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:</a:t>
            </a:r>
            <a:r>
              <a:rPr lang="en-US" sz="1600" b="1" dirty="0">
                <a:solidFill>
                  <a:srgbClr val="8DA1B9"/>
                </a:solidFill>
                <a:latin typeface="Consolas"/>
                <a:cs typeface="Arial"/>
              </a:rPr>
              <a:t>
        // Executed code if value == value1
</a:t>
            </a: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        break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;</a:t>
            </a: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
    case</a:t>
            </a:r>
            <a:r>
              <a:rPr lang="en-US" sz="1600" b="1" dirty="0">
                <a:solidFill>
                  <a:srgbClr val="8DA1B9"/>
                </a:solidFill>
                <a:latin typeface="Consolas"/>
                <a:cs typeface="Arial"/>
              </a:rPr>
              <a:t> value2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:</a:t>
            </a:r>
            <a:r>
              <a:rPr lang="en-US" sz="1600" b="1" dirty="0">
                <a:solidFill>
                  <a:srgbClr val="8DA1B9"/>
                </a:solidFill>
                <a:latin typeface="Consolas"/>
                <a:cs typeface="Arial"/>
              </a:rPr>
              <a:t>
        // Executed code if value == value2
</a:t>
            </a: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        break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;</a:t>
            </a:r>
            <a:br>
              <a:rPr lang="en-US" sz="1600" b="1" dirty="0">
                <a:latin typeface="Consolas"/>
                <a:cs typeface="Arial"/>
              </a:rPr>
            </a:b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 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   </a:t>
            </a: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default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:</a:t>
            </a:r>
            <a:br>
              <a:rPr lang="en-US" sz="1600" b="1" dirty="0">
                <a:latin typeface="Consolas"/>
                <a:cs typeface="Arial"/>
              </a:rPr>
            </a:b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        </a:t>
            </a:r>
            <a:r>
              <a:rPr lang="en-US" sz="1600" b="1" dirty="0">
                <a:solidFill>
                  <a:srgbClr val="8DA1B9"/>
                </a:solidFill>
                <a:latin typeface="Consolas"/>
                <a:cs typeface="Arial"/>
              </a:rPr>
              <a:t>//Executed code if none of the cases matches </a:t>
            </a:r>
            <a:br>
              <a:rPr lang="en-US" sz="1600" b="1" dirty="0">
                <a:latin typeface="Consolas"/>
                <a:cs typeface="Arial"/>
              </a:rPr>
            </a:b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     </a:t>
            </a:r>
            <a:r>
              <a:rPr lang="en-US" sz="1600" b="1" dirty="0">
                <a:solidFill>
                  <a:srgbClr val="E9AE7E"/>
                </a:solidFill>
                <a:latin typeface="Consolas"/>
                <a:cs typeface="Arial"/>
              </a:rPr>
              <a:t>break</a:t>
            </a: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;</a:t>
            </a:r>
            <a:br>
              <a:rPr lang="en-US" sz="1600" b="1" dirty="0">
                <a:latin typeface="Consolas"/>
                <a:cs typeface="Arial"/>
              </a:rPr>
            </a:br>
            <a:r>
              <a:rPr lang="en-US" sz="1600" b="1" dirty="0">
                <a:solidFill>
                  <a:srgbClr val="F8FA9D"/>
                </a:solidFill>
                <a:latin typeface="Consolas"/>
                <a:cs typeface="Arial"/>
              </a:rPr>
              <a:t>}</a:t>
            </a:r>
            <a:br>
              <a:rPr lang="en-US" sz="1600" b="1" dirty="0">
                <a:latin typeface="Consolas"/>
                <a:cs typeface="Arial"/>
              </a:rPr>
            </a:br>
            <a:endParaRPr lang="en-US" b="1" dirty="0">
              <a:solidFill>
                <a:srgbClr val="E9AE7E"/>
              </a:solidFill>
              <a:latin typeface="Consolas"/>
              <a:cs typeface="Arial"/>
            </a:endParaRPr>
          </a:p>
          <a:p>
            <a:endParaRPr lang="en-US" sz="1500" b="1" dirty="0">
              <a:latin typeface="Consolas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3A34D-FE78-D2EE-0517-5150826973EF}"/>
              </a:ext>
            </a:extLst>
          </p:cNvPr>
          <p:cNvSpPr txBox="1"/>
          <p:nvPr/>
        </p:nvSpPr>
        <p:spPr>
          <a:xfrm>
            <a:off x="393983" y="3244654"/>
            <a:ext cx="7937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026DA5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6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3E2C-A5CB-D9EB-89B5-905174336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E9F1A181-F997-D746-65E6-0EE3F9C51D2A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EA43CC3-491E-3EAD-2465-D042616549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842AC5-C3C0-3527-FE83-DC802E326135}"/>
              </a:ext>
            </a:extLst>
          </p:cNvPr>
          <p:cNvSpPr txBox="1"/>
          <p:nvPr/>
        </p:nvSpPr>
        <p:spPr>
          <a:xfrm>
            <a:off x="397933" y="403767"/>
            <a:ext cx="8746066" cy="9694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2.5- if/switch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b="1" dirty="0">
              <a:solidFill>
                <a:srgbClr val="E9AE7E"/>
              </a:solidFill>
              <a:latin typeface="Consolas"/>
              <a:cs typeface="Arial"/>
            </a:endParaRPr>
          </a:p>
          <a:p>
            <a:endParaRPr lang="en-US" sz="1500" b="1" dirty="0">
              <a:latin typeface="Consolas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5731E-5D4A-7FB1-DDE7-4BB051A5FF02}"/>
              </a:ext>
            </a:extLst>
          </p:cNvPr>
          <p:cNvSpPr txBox="1"/>
          <p:nvPr/>
        </p:nvSpPr>
        <p:spPr>
          <a:xfrm>
            <a:off x="393983" y="3244654"/>
            <a:ext cx="7937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026DA5"/>
              </a:solidFill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4F44F-C7D5-30B6-9D4D-55D54E0E00D1}"/>
              </a:ext>
            </a:extLst>
          </p:cNvPr>
          <p:cNvSpPr txBox="1"/>
          <p:nvPr/>
        </p:nvSpPr>
        <p:spPr>
          <a:xfrm>
            <a:off x="554853" y="1105453"/>
            <a:ext cx="58064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(grade) {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'A’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"Excellent student\n"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    break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'B’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"Very good student\n"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    break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'C’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"Good student\n"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    break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'D’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"Average student\n"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    break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default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: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"Failed student\n"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/>
          </a:p>
        </p:txBody>
      </p:sp>
    </p:spTree>
    <p:extLst>
      <p:ext uri="{BB962C8B-B14F-4D97-AF65-F5344CB8AC3E}">
        <p14:creationId xmlns:p14="http://schemas.microsoft.com/office/powerpoint/2010/main" val="2306259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7280D-F9D3-87FD-4B82-0DA32CC10EC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180" y="1167703"/>
            <a:ext cx="7703640" cy="411120"/>
          </a:xfrm>
        </p:spPr>
        <p:txBody>
          <a:bodyPr/>
          <a:lstStyle/>
          <a:p>
            <a:r>
              <a:rPr lang="en-US" sz="1800" b="1" dirty="0">
                <a:solidFill>
                  <a:srgbClr val="004567"/>
                </a:solidFill>
              </a:rPr>
              <a:t>Ternary Operator </a:t>
            </a:r>
            <a:r>
              <a:rPr lang="en-US" sz="1800" dirty="0">
                <a:solidFill>
                  <a:srgbClr val="004567"/>
                </a:solidFill>
              </a:rPr>
              <a:t>is just like </a:t>
            </a:r>
            <a:r>
              <a:rPr lang="en-US" sz="1800" b="1" dirty="0">
                <a:solidFill>
                  <a:srgbClr val="004567"/>
                </a:solidFill>
              </a:rPr>
              <a:t>if conditions.</a:t>
            </a:r>
            <a:endParaRPr 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B270B1-9A80-9596-E82B-8ED1A8D61496}"/>
              </a:ext>
            </a:extLst>
          </p:cNvPr>
          <p:cNvSpPr txBox="1"/>
          <p:nvPr/>
        </p:nvSpPr>
        <p:spPr>
          <a:xfrm>
            <a:off x="397933" y="403767"/>
            <a:ext cx="8746066" cy="9694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2.6- </a:t>
            </a:r>
            <a:r>
              <a:rPr lang="en-US" sz="2400" b="1" dirty="0">
                <a:solidFill>
                  <a:srgbClr val="004567"/>
                </a:solidFill>
              </a:rPr>
              <a:t>Ternary Operator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b="1" dirty="0">
              <a:solidFill>
                <a:srgbClr val="E9AE7E"/>
              </a:solidFill>
              <a:latin typeface="Consolas"/>
              <a:cs typeface="Arial"/>
            </a:endParaRPr>
          </a:p>
          <a:p>
            <a:endParaRPr lang="en-US" sz="1500" b="1" dirty="0">
              <a:latin typeface="Consolas"/>
              <a:cs typeface="Arial"/>
            </a:endParaRPr>
          </a:p>
        </p:txBody>
      </p:sp>
      <p:pic>
        <p:nvPicPr>
          <p:cNvPr id="7" name="Picture 6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6592834-80D2-D43C-8959-8E00A7F7F7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468F29-F605-03D0-CB2D-24854A549402}"/>
              </a:ext>
            </a:extLst>
          </p:cNvPr>
          <p:cNvSpPr txBox="1"/>
          <p:nvPr/>
        </p:nvSpPr>
        <p:spPr>
          <a:xfrm>
            <a:off x="720180" y="1876816"/>
            <a:ext cx="5808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9AE7E"/>
                </a:solidFill>
              </a:rPr>
              <a:t>condition</a:t>
            </a:r>
            <a:r>
              <a:rPr lang="en-US" dirty="0"/>
              <a:t> </a:t>
            </a:r>
            <a:r>
              <a:rPr lang="en-US" dirty="0">
                <a:solidFill>
                  <a:srgbClr val="F8FA9D"/>
                </a:solidFill>
              </a:rPr>
              <a:t>?</a:t>
            </a:r>
            <a:r>
              <a:rPr lang="en-US" dirty="0"/>
              <a:t> </a:t>
            </a:r>
            <a:r>
              <a:rPr lang="en-US" dirty="0" err="1">
                <a:solidFill>
                  <a:srgbClr val="8DA1B9"/>
                </a:solidFill>
              </a:rPr>
              <a:t>value_if_true</a:t>
            </a:r>
            <a:r>
              <a:rPr lang="en-US" dirty="0"/>
              <a:t> </a:t>
            </a:r>
            <a:r>
              <a:rPr lang="en-US" dirty="0">
                <a:solidFill>
                  <a:srgbClr val="F8FA9D"/>
                </a:solidFill>
              </a:rPr>
              <a:t>:</a:t>
            </a:r>
            <a:r>
              <a:rPr lang="en-US" dirty="0"/>
              <a:t> </a:t>
            </a:r>
            <a:r>
              <a:rPr lang="en-US" dirty="0" err="1">
                <a:solidFill>
                  <a:srgbClr val="8DA1B9"/>
                </a:solidFill>
              </a:rPr>
              <a:t>value_if_false</a:t>
            </a:r>
            <a:r>
              <a:rPr lang="en-US" dirty="0">
                <a:solidFill>
                  <a:srgbClr val="F8FA9D"/>
                </a:solidFill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B4BED4-BD29-9888-9B49-E3FECE71088C}"/>
              </a:ext>
            </a:extLst>
          </p:cNvPr>
          <p:cNvSpPr txBox="1"/>
          <p:nvPr/>
        </p:nvSpPr>
        <p:spPr>
          <a:xfrm>
            <a:off x="720180" y="2661347"/>
            <a:ext cx="58088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 = 10, b = 20;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max;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 = (a &gt; b) ? a : b;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166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CFE3-2A30-5CE3-F0B4-D2AB2464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24B10F31-6888-D989-4B85-C16EF9AC7C55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58C4ACE6-7883-A1A2-BA38-6A5D1E6636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392067-FECD-C892-8FB7-1A636445FC8D}"/>
              </a:ext>
            </a:extLst>
          </p:cNvPr>
          <p:cNvSpPr txBox="1"/>
          <p:nvPr/>
        </p:nvSpPr>
        <p:spPr>
          <a:xfrm>
            <a:off x="397933" y="403767"/>
            <a:ext cx="8746066" cy="15850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2.7- Loops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  <a:latin typeface="Arial"/>
                <a:cs typeface="Arial"/>
              </a:rPr>
              <a:t>Loops are used to repeat a block of code multiple times.</a:t>
            </a:r>
          </a:p>
          <a:p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26B758-B03E-0E62-7002-A5C775AA2446}"/>
              </a:ext>
            </a:extLst>
          </p:cNvPr>
          <p:cNvCxnSpPr/>
          <p:nvPr/>
        </p:nvCxnSpPr>
        <p:spPr>
          <a:xfrm>
            <a:off x="3851564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73A96-8BD2-428B-464A-98B550763E1C}"/>
              </a:ext>
            </a:extLst>
          </p:cNvPr>
          <p:cNvCxnSpPr>
            <a:cxnSpLocks/>
          </p:cNvCxnSpPr>
          <p:nvPr/>
        </p:nvCxnSpPr>
        <p:spPr>
          <a:xfrm>
            <a:off x="3851564" y="1669471"/>
            <a:ext cx="2542309" cy="0"/>
          </a:xfrm>
          <a:prstGeom prst="line">
            <a:avLst/>
          </a:prstGeom>
          <a:ln>
            <a:solidFill>
              <a:srgbClr val="00FF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1D441E-3CD5-68BE-81EA-25FB0A13F3D6}"/>
              </a:ext>
            </a:extLst>
          </p:cNvPr>
          <p:cNvCxnSpPr>
            <a:cxnSpLocks/>
          </p:cNvCxnSpPr>
          <p:nvPr/>
        </p:nvCxnSpPr>
        <p:spPr>
          <a:xfrm>
            <a:off x="1309255" y="1669471"/>
            <a:ext cx="2542309" cy="0"/>
          </a:xfrm>
          <a:prstGeom prst="line">
            <a:avLst/>
          </a:prstGeom>
          <a:ln>
            <a:solidFill>
              <a:srgbClr val="00FF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622C73-24A3-389E-BD90-0F84FA225654}"/>
              </a:ext>
            </a:extLst>
          </p:cNvPr>
          <p:cNvCxnSpPr/>
          <p:nvPr/>
        </p:nvCxnSpPr>
        <p:spPr>
          <a:xfrm>
            <a:off x="6393873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7C4573-2476-BD40-E815-7CF7A4906F23}"/>
              </a:ext>
            </a:extLst>
          </p:cNvPr>
          <p:cNvCxnSpPr/>
          <p:nvPr/>
        </p:nvCxnSpPr>
        <p:spPr>
          <a:xfrm>
            <a:off x="1309255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EDB4EC-074D-CA11-8067-CD2FC3B8441F}"/>
              </a:ext>
            </a:extLst>
          </p:cNvPr>
          <p:cNvSpPr txBox="1"/>
          <p:nvPr/>
        </p:nvSpPr>
        <p:spPr>
          <a:xfrm>
            <a:off x="749877" y="1988816"/>
            <a:ext cx="130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For Loop</a:t>
            </a:r>
            <a:endParaRPr lang="ar-E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82946-6DCE-A85E-6604-A10D96FE579D}"/>
              </a:ext>
            </a:extLst>
          </p:cNvPr>
          <p:cNvSpPr txBox="1"/>
          <p:nvPr/>
        </p:nvSpPr>
        <p:spPr>
          <a:xfrm>
            <a:off x="3073112" y="1988816"/>
            <a:ext cx="155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While Loop</a:t>
            </a:r>
            <a:endParaRPr lang="ar-E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CF6517-5C19-635E-1CFB-DED81CB54BC4}"/>
              </a:ext>
            </a:extLst>
          </p:cNvPr>
          <p:cNvSpPr txBox="1"/>
          <p:nvPr/>
        </p:nvSpPr>
        <p:spPr>
          <a:xfrm>
            <a:off x="5645729" y="1988816"/>
            <a:ext cx="2027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Do-While Loop</a:t>
            </a:r>
            <a:endParaRPr lang="ar-E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F6AE69-BAA0-276C-9B06-871FA2D5B9DC}"/>
              </a:ext>
            </a:extLst>
          </p:cNvPr>
          <p:cNvSpPr txBox="1"/>
          <p:nvPr/>
        </p:nvSpPr>
        <p:spPr>
          <a:xfrm>
            <a:off x="58497" y="3446276"/>
            <a:ext cx="42446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E9AE7E"/>
                </a:solidFill>
                <a:latin typeface="Consolas"/>
                <a:cs typeface="Arial"/>
              </a:rPr>
              <a:t>for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 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(</a:t>
            </a:r>
            <a:r>
              <a:rPr lang="en-US" sz="1400" b="1">
                <a:solidFill>
                  <a:srgbClr val="8DA1B9"/>
                </a:solidFill>
                <a:latin typeface="Consolas"/>
                <a:cs typeface="Arial"/>
              </a:rPr>
              <a:t>initialization; condition; update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) {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
    </a:t>
            </a:r>
            <a:r>
              <a:rPr lang="en-US" sz="1400" b="1">
                <a:solidFill>
                  <a:srgbClr val="8DA1B9"/>
                </a:solidFill>
                <a:latin typeface="Consolas"/>
                <a:cs typeface="Arial"/>
              </a:rPr>
              <a:t>// Code to repeat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
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}</a:t>
            </a:r>
            <a:endParaRPr lang="ar-EG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923E4-B410-3300-1F68-90E0B92F82E5}"/>
              </a:ext>
            </a:extLst>
          </p:cNvPr>
          <p:cNvSpPr txBox="1"/>
          <p:nvPr/>
        </p:nvSpPr>
        <p:spPr>
          <a:xfrm>
            <a:off x="277092" y="2475593"/>
            <a:ext cx="315883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Used when you know </a:t>
            </a:r>
          </a:p>
          <a:p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how many times you want</a:t>
            </a:r>
          </a:p>
          <a:p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to repeat the code.</a:t>
            </a:r>
            <a:br>
              <a:rPr lang="en-US">
                <a:solidFill>
                  <a:srgbClr val="026DA5"/>
                </a:solidFill>
                <a:latin typeface="Arial"/>
                <a:cs typeface="Arial"/>
              </a:rPr>
            </a:br>
            <a:endParaRPr lang="en-US">
              <a:solidFill>
                <a:srgbClr val="026DA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6534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8C8C6-E335-333D-AD7D-E2C63C60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DE08A860-97F0-3769-213E-AF9364131247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AB3F917-4DEF-91B7-E7D6-7602CC38C3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4AA965-134D-7413-A773-34C73F369473}"/>
              </a:ext>
            </a:extLst>
          </p:cNvPr>
          <p:cNvSpPr txBox="1"/>
          <p:nvPr/>
        </p:nvSpPr>
        <p:spPr>
          <a:xfrm>
            <a:off x="397933" y="403767"/>
            <a:ext cx="8746066" cy="15850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2.7- Loops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  <a:latin typeface="Arial"/>
                <a:cs typeface="Arial"/>
              </a:rPr>
              <a:t>Loops are used to repeat a block of code multiple times.</a:t>
            </a:r>
          </a:p>
          <a:p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0CD0A07-9799-4F6C-582F-9B0B21AFCC81}"/>
              </a:ext>
            </a:extLst>
          </p:cNvPr>
          <p:cNvCxnSpPr/>
          <p:nvPr/>
        </p:nvCxnSpPr>
        <p:spPr>
          <a:xfrm>
            <a:off x="3851564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48BDAA-655B-94F0-AAE9-FEF389ADA239}"/>
              </a:ext>
            </a:extLst>
          </p:cNvPr>
          <p:cNvCxnSpPr>
            <a:cxnSpLocks/>
          </p:cNvCxnSpPr>
          <p:nvPr/>
        </p:nvCxnSpPr>
        <p:spPr>
          <a:xfrm>
            <a:off x="3851564" y="1669471"/>
            <a:ext cx="2542309" cy="0"/>
          </a:xfrm>
          <a:prstGeom prst="line">
            <a:avLst/>
          </a:prstGeom>
          <a:ln>
            <a:solidFill>
              <a:srgbClr val="00FF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E70BAF-2E19-C7A4-45A6-E0C82D7FEDC0}"/>
              </a:ext>
            </a:extLst>
          </p:cNvPr>
          <p:cNvCxnSpPr>
            <a:cxnSpLocks/>
          </p:cNvCxnSpPr>
          <p:nvPr/>
        </p:nvCxnSpPr>
        <p:spPr>
          <a:xfrm>
            <a:off x="1309255" y="1669471"/>
            <a:ext cx="2542309" cy="0"/>
          </a:xfrm>
          <a:prstGeom prst="line">
            <a:avLst/>
          </a:prstGeom>
          <a:ln>
            <a:solidFill>
              <a:srgbClr val="00FF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507C00-8878-3C89-EC3A-5FD4F48D83B2}"/>
              </a:ext>
            </a:extLst>
          </p:cNvPr>
          <p:cNvCxnSpPr/>
          <p:nvPr/>
        </p:nvCxnSpPr>
        <p:spPr>
          <a:xfrm>
            <a:off x="6393873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7DDD89-17ED-F58D-4F37-7580D8C353A0}"/>
              </a:ext>
            </a:extLst>
          </p:cNvPr>
          <p:cNvCxnSpPr/>
          <p:nvPr/>
        </p:nvCxnSpPr>
        <p:spPr>
          <a:xfrm>
            <a:off x="1309255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AEF07D-55EA-21EC-495F-1CECFBB10A25}"/>
              </a:ext>
            </a:extLst>
          </p:cNvPr>
          <p:cNvSpPr txBox="1"/>
          <p:nvPr/>
        </p:nvSpPr>
        <p:spPr>
          <a:xfrm>
            <a:off x="749877" y="1988816"/>
            <a:ext cx="130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For Loop</a:t>
            </a:r>
            <a:endParaRPr lang="ar-E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99D877-411D-2396-1B48-DB4838753BEB}"/>
              </a:ext>
            </a:extLst>
          </p:cNvPr>
          <p:cNvSpPr txBox="1"/>
          <p:nvPr/>
        </p:nvSpPr>
        <p:spPr>
          <a:xfrm>
            <a:off x="3073112" y="1988816"/>
            <a:ext cx="155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While Loop</a:t>
            </a:r>
            <a:endParaRPr lang="ar-E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14A79-B154-1434-ABAB-0068653BAF71}"/>
              </a:ext>
            </a:extLst>
          </p:cNvPr>
          <p:cNvSpPr txBox="1"/>
          <p:nvPr/>
        </p:nvSpPr>
        <p:spPr>
          <a:xfrm>
            <a:off x="5645729" y="1988816"/>
            <a:ext cx="2027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Do-While Loop</a:t>
            </a:r>
            <a:endParaRPr lang="ar-E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84C96-FA3A-C1C6-5617-ADAAF2E76EBC}"/>
              </a:ext>
            </a:extLst>
          </p:cNvPr>
          <p:cNvSpPr txBox="1"/>
          <p:nvPr/>
        </p:nvSpPr>
        <p:spPr>
          <a:xfrm>
            <a:off x="2223654" y="2442522"/>
            <a:ext cx="39624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Used when you don't know how many times you'll repeat, </a:t>
            </a:r>
          </a:p>
          <a:p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but you know the condition. </a:t>
            </a:r>
          </a:p>
          <a:p>
            <a:endParaRPr lang="en-US" sz="1600">
              <a:solidFill>
                <a:srgbClr val="026DA5"/>
              </a:solidFill>
              <a:latin typeface="Arial"/>
              <a:cs typeface="Arial"/>
            </a:endParaRPr>
          </a:p>
          <a:p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The loop continues until the condition becomes false.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115063-7479-1318-BAD0-A884342C0DE0}"/>
              </a:ext>
            </a:extLst>
          </p:cNvPr>
          <p:cNvSpPr txBox="1"/>
          <p:nvPr/>
        </p:nvSpPr>
        <p:spPr>
          <a:xfrm>
            <a:off x="2524990" y="4012182"/>
            <a:ext cx="58085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E9AE7E"/>
                </a:solidFill>
                <a:latin typeface="Consolas"/>
                <a:cs typeface="Arial"/>
              </a:rPr>
              <a:t>while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 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(</a:t>
            </a:r>
            <a:r>
              <a:rPr lang="en-US" sz="1400" b="1">
                <a:solidFill>
                  <a:srgbClr val="8DA1B9"/>
                </a:solidFill>
                <a:latin typeface="Consolas"/>
                <a:cs typeface="Arial"/>
              </a:rPr>
              <a:t>condition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) {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
    </a:t>
            </a:r>
            <a:r>
              <a:rPr lang="en-US" sz="1400" b="1">
                <a:solidFill>
                  <a:srgbClr val="8DA1B9"/>
                </a:solidFill>
                <a:latin typeface="Consolas"/>
                <a:cs typeface="Arial"/>
              </a:rPr>
              <a:t>// Code to repeat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
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}</a:t>
            </a:r>
            <a:b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</a:br>
            <a:endParaRPr lang="ar-EG" sz="1400"/>
          </a:p>
        </p:txBody>
      </p:sp>
    </p:spTree>
    <p:extLst>
      <p:ext uri="{BB962C8B-B14F-4D97-AF65-F5344CB8AC3E}">
        <p14:creationId xmlns:p14="http://schemas.microsoft.com/office/powerpoint/2010/main" val="1865304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A08A-72CB-992A-F5B0-61328BB3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65000BD6-256B-729F-4F0C-E54DDB501549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53F35F2-DB25-A447-DD1D-93791D4089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0A4E56-BBDD-33B2-0E28-2D9D38A3ED4C}"/>
              </a:ext>
            </a:extLst>
          </p:cNvPr>
          <p:cNvSpPr txBox="1"/>
          <p:nvPr/>
        </p:nvSpPr>
        <p:spPr>
          <a:xfrm>
            <a:off x="397933" y="403767"/>
            <a:ext cx="8746066" cy="15850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2.7- Loops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  <a:latin typeface="Arial"/>
                <a:cs typeface="Arial"/>
              </a:rPr>
              <a:t>Loops are used to repeat a block of code multiple times.</a:t>
            </a:r>
          </a:p>
          <a:p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5DC7D54-C76F-6B6B-6078-71FF51830762}"/>
              </a:ext>
            </a:extLst>
          </p:cNvPr>
          <p:cNvCxnSpPr/>
          <p:nvPr/>
        </p:nvCxnSpPr>
        <p:spPr>
          <a:xfrm>
            <a:off x="3851564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F6D0BA-5DB0-A750-97CB-78A5BED7DFE8}"/>
              </a:ext>
            </a:extLst>
          </p:cNvPr>
          <p:cNvCxnSpPr>
            <a:cxnSpLocks/>
          </p:cNvCxnSpPr>
          <p:nvPr/>
        </p:nvCxnSpPr>
        <p:spPr>
          <a:xfrm>
            <a:off x="3851564" y="1669471"/>
            <a:ext cx="2542309" cy="0"/>
          </a:xfrm>
          <a:prstGeom prst="line">
            <a:avLst/>
          </a:prstGeom>
          <a:ln>
            <a:solidFill>
              <a:srgbClr val="00FF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9CC285-870F-D79E-5AD0-423CDFCA4CF3}"/>
              </a:ext>
            </a:extLst>
          </p:cNvPr>
          <p:cNvCxnSpPr>
            <a:cxnSpLocks/>
          </p:cNvCxnSpPr>
          <p:nvPr/>
        </p:nvCxnSpPr>
        <p:spPr>
          <a:xfrm>
            <a:off x="1309255" y="1669471"/>
            <a:ext cx="2542309" cy="0"/>
          </a:xfrm>
          <a:prstGeom prst="line">
            <a:avLst/>
          </a:prstGeom>
          <a:ln>
            <a:solidFill>
              <a:srgbClr val="00FF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B58F30-EA3E-46B0-B540-9847CECF1C1B}"/>
              </a:ext>
            </a:extLst>
          </p:cNvPr>
          <p:cNvCxnSpPr/>
          <p:nvPr/>
        </p:nvCxnSpPr>
        <p:spPr>
          <a:xfrm>
            <a:off x="6393873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FE37E4-1E7E-6DE6-631A-ABDB933259AC}"/>
              </a:ext>
            </a:extLst>
          </p:cNvPr>
          <p:cNvCxnSpPr/>
          <p:nvPr/>
        </p:nvCxnSpPr>
        <p:spPr>
          <a:xfrm>
            <a:off x="1309255" y="1669471"/>
            <a:ext cx="0" cy="256309"/>
          </a:xfrm>
          <a:prstGeom prst="straightConnector1">
            <a:avLst/>
          </a:prstGeom>
          <a:ln>
            <a:solidFill>
              <a:srgbClr val="00FF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DDB86D-8C26-DFE4-429E-EE502BC1BBDA}"/>
              </a:ext>
            </a:extLst>
          </p:cNvPr>
          <p:cNvSpPr txBox="1"/>
          <p:nvPr/>
        </p:nvSpPr>
        <p:spPr>
          <a:xfrm>
            <a:off x="749877" y="1988816"/>
            <a:ext cx="130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For Loop</a:t>
            </a:r>
            <a:endParaRPr lang="ar-E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BED72A-CB9C-2347-4A15-D2ABC4F56857}"/>
              </a:ext>
            </a:extLst>
          </p:cNvPr>
          <p:cNvSpPr txBox="1"/>
          <p:nvPr/>
        </p:nvSpPr>
        <p:spPr>
          <a:xfrm>
            <a:off x="3073112" y="1988816"/>
            <a:ext cx="1556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While Loop</a:t>
            </a:r>
            <a:endParaRPr lang="ar-E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4C5347-A503-8B8C-7710-A72AE335F863}"/>
              </a:ext>
            </a:extLst>
          </p:cNvPr>
          <p:cNvSpPr txBox="1"/>
          <p:nvPr/>
        </p:nvSpPr>
        <p:spPr>
          <a:xfrm>
            <a:off x="5645729" y="1988816"/>
            <a:ext cx="2027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26DA5"/>
                </a:solidFill>
                <a:latin typeface="Arial"/>
                <a:cs typeface="Arial"/>
              </a:rPr>
              <a:t>Do-While Loop</a:t>
            </a:r>
            <a:endParaRPr lang="ar-E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30D124-68FB-E5F9-7BB1-DA4D262314CA}"/>
              </a:ext>
            </a:extLst>
          </p:cNvPr>
          <p:cNvSpPr txBox="1"/>
          <p:nvPr/>
        </p:nvSpPr>
        <p:spPr>
          <a:xfrm>
            <a:off x="5344527" y="3712340"/>
            <a:ext cx="58085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E9AE7E"/>
                </a:solidFill>
                <a:latin typeface="Consolas"/>
                <a:cs typeface="Arial"/>
              </a:rPr>
              <a:t>do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 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{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
    </a:t>
            </a:r>
            <a:r>
              <a:rPr lang="en-US" sz="1400" b="1">
                <a:solidFill>
                  <a:srgbClr val="8DA1B9"/>
                </a:solidFill>
                <a:latin typeface="Consolas"/>
                <a:cs typeface="Arial"/>
              </a:rPr>
              <a:t>// Code to repeat</a:t>
            </a:r>
            <a:r>
              <a:rPr lang="en-US" sz="1400">
                <a:solidFill>
                  <a:srgbClr val="F9FAFB"/>
                </a:solidFill>
                <a:latin typeface="Consolas"/>
                <a:cs typeface="Arial"/>
              </a:rPr>
              <a:t>
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} </a:t>
            </a:r>
            <a:r>
              <a:rPr lang="en-US" sz="1400" b="1">
                <a:solidFill>
                  <a:srgbClr val="E9AE7E"/>
                </a:solidFill>
                <a:latin typeface="Consolas"/>
                <a:cs typeface="Arial"/>
              </a:rPr>
              <a:t>while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 (</a:t>
            </a:r>
            <a:r>
              <a:rPr lang="en-US" sz="1400" b="1">
                <a:solidFill>
                  <a:srgbClr val="8DA1B9"/>
                </a:solidFill>
                <a:latin typeface="Consolas"/>
                <a:cs typeface="Arial"/>
              </a:rPr>
              <a:t>condition</a:t>
            </a:r>
            <a: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  <a:t>):</a:t>
            </a:r>
            <a:br>
              <a:rPr lang="en-US" sz="1400" b="1">
                <a:solidFill>
                  <a:srgbClr val="F8FA9D"/>
                </a:solidFill>
                <a:latin typeface="Consolas"/>
                <a:cs typeface="Arial"/>
              </a:rPr>
            </a:br>
            <a:endParaRPr lang="ar-EG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B19CE-A504-28DE-61A4-8A9D8A95BB32}"/>
              </a:ext>
            </a:extLst>
          </p:cNvPr>
          <p:cNvSpPr txBox="1"/>
          <p:nvPr/>
        </p:nvSpPr>
        <p:spPr>
          <a:xfrm>
            <a:off x="5183331" y="2441411"/>
            <a:ext cx="3170959" cy="95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Executes the code at least once, then checks the condition for subsequent iterations.</a:t>
            </a:r>
          </a:p>
        </p:txBody>
      </p:sp>
    </p:spTree>
    <p:extLst>
      <p:ext uri="{BB962C8B-B14F-4D97-AF65-F5344CB8AC3E}">
        <p14:creationId xmlns:p14="http://schemas.microsoft.com/office/powerpoint/2010/main" val="1995542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DCED-B417-B1A3-030C-2B97E6CC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61EF22AC-E969-CF9E-0704-BFF479A6FFE0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E6169543-7533-4549-0FFB-D13EE503DD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91693-D8E1-7DD1-A137-0D97F7B2AB79}"/>
              </a:ext>
            </a:extLst>
          </p:cNvPr>
          <p:cNvSpPr txBox="1"/>
          <p:nvPr/>
        </p:nvSpPr>
        <p:spPr>
          <a:xfrm>
            <a:off x="397933" y="403767"/>
            <a:ext cx="874606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2.7- Loops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4CA02-3F5F-EA31-73D6-AD9272C86622}"/>
              </a:ext>
            </a:extLst>
          </p:cNvPr>
          <p:cNvSpPr txBox="1"/>
          <p:nvPr/>
        </p:nvSpPr>
        <p:spPr>
          <a:xfrm>
            <a:off x="554852" y="1358682"/>
            <a:ext cx="8421507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/* Bonus Points */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total = 0;</a:t>
            </a:r>
          </a:p>
          <a:p>
            <a:r>
              <a:rPr lang="nn-NO" sz="150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50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5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500">
                <a:solidFill>
                  <a:srgbClr val="000000"/>
                </a:solidFill>
                <a:latin typeface="Cascadia Mono" panose="020B0609020000020004" pitchFamily="49" charset="0"/>
              </a:rPr>
              <a:t> i = 1; i &lt;= 3; i++)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total += 1;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"Bonus %d added, total = %d\n"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, total);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ar-EG" sz="15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  <a:t>/*RETRY SYSTEM*/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attempts = 3;</a:t>
            </a:r>
          </a:p>
          <a:p>
            <a:r>
              <a:rPr lang="en-US" sz="1500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(attempts &gt; 0 &amp;&amp; !passed) {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500" err="1">
                <a:solidFill>
                  <a:srgbClr val="000000"/>
                </a:solidFill>
                <a:latin typeface="Cascadia Mono" panose="020B0609020000020004" pitchFamily="49" charset="0"/>
              </a:rPr>
              <a:t>printf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>
                <a:solidFill>
                  <a:srgbClr val="A31515"/>
                </a:solidFill>
                <a:latin typeface="Cascadia Mono" panose="020B0609020000020004" pitchFamily="49" charset="0"/>
              </a:rPr>
              <a:t>"Retry exam, attempts left: %d\n"</a:t>
            </a:r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, attempts);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    attempts--;</a:t>
            </a:r>
          </a:p>
          <a:p>
            <a:r>
              <a:rPr lang="en-US" sz="15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ar-EG" sz="1500"/>
          </a:p>
        </p:txBody>
      </p:sp>
    </p:spTree>
    <p:extLst>
      <p:ext uri="{BB962C8B-B14F-4D97-AF65-F5344CB8AC3E}">
        <p14:creationId xmlns:p14="http://schemas.microsoft.com/office/powerpoint/2010/main" val="1304529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67AF-4E4A-DEAD-B012-315697C5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EC59EC46-60B6-477C-9C46-D0581FAD3A70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4E3440F-68A0-EC0A-A3C4-AB8D2F0D08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EC4ACE-DCA4-8473-8DA0-E5A7B807EA7A}"/>
              </a:ext>
            </a:extLst>
          </p:cNvPr>
          <p:cNvSpPr txBox="1"/>
          <p:nvPr/>
        </p:nvSpPr>
        <p:spPr>
          <a:xfrm>
            <a:off x="397933" y="403767"/>
            <a:ext cx="8746066" cy="13542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2.8- Bitwise operations 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endParaRPr lang="en-US" sz="2400" b="1" dirty="0">
              <a:solidFill>
                <a:srgbClr val="004567"/>
              </a:solidFill>
              <a:latin typeface="IBM Plex Mono"/>
            </a:endParaRPr>
          </a:p>
          <a:p>
            <a:r>
              <a:rPr lang="en-US" dirty="0">
                <a:solidFill>
                  <a:srgbClr val="026DA5"/>
                </a:solidFill>
                <a:latin typeface="Arial"/>
                <a:cs typeface="Arial"/>
              </a:rPr>
              <a:t>Bitwise operators work directly on the binary representation of integers (bits 0 &amp; 1).</a:t>
            </a:r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331DA-F7DC-4359-E11C-8EA747A0C880}"/>
              </a:ext>
            </a:extLst>
          </p:cNvPr>
          <p:cNvSpPr txBox="1"/>
          <p:nvPr/>
        </p:nvSpPr>
        <p:spPr>
          <a:xfrm>
            <a:off x="397933" y="1537657"/>
            <a:ext cx="4265498" cy="735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en-US" sz="1400">
                <a:solidFill>
                  <a:srgbClr val="E9AE7E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</a:t>
            </a:r>
            <a:r>
              <a:rPr lang="en-US" sz="1400" b="0">
                <a:solidFill>
                  <a:srgbClr val="E9AE7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nt</a:t>
            </a:r>
            <a:r>
              <a:rPr lang="en-US" sz="1400">
                <a:solidFill>
                  <a:srgbClr val="F9FAFB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b="0">
                <a:solidFill>
                  <a:srgbClr val="F9FAF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E9AE7E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lang="en-US" sz="14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400" b="0">
                <a:solidFill>
                  <a:srgbClr val="F9FAF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F9FAFB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b="0">
                <a:solidFill>
                  <a:srgbClr val="8DA1B9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// </a:t>
            </a:r>
            <a:r>
              <a:rPr lang="en-US" sz="1400">
                <a:solidFill>
                  <a:srgbClr val="8DA1B9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lang="en-US" sz="1400" b="0">
                <a:solidFill>
                  <a:srgbClr val="8DA1B9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101 in binary</a:t>
            </a:r>
            <a:br>
              <a:rPr lang="en-US" sz="1400" b="0">
                <a:solidFill>
                  <a:srgbClr val="8DA1B9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1400">
                <a:solidFill>
                  <a:srgbClr val="E9AE7E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1400">
                <a:solidFill>
                  <a:srgbClr val="F9FAFB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>
                <a:solidFill>
                  <a:srgbClr val="F9FAFB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E9AE7E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4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400">
                <a:solidFill>
                  <a:srgbClr val="F9FAFB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>
                <a:solidFill>
                  <a:srgbClr val="8DA1B9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// 0011 in binary</a:t>
            </a:r>
            <a:endParaRPr lang="en-US" sz="1400">
              <a:solidFill>
                <a:srgbClr val="F9FAFB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atinLnBrk="1">
              <a:lnSpc>
                <a:spcPts val="1650"/>
              </a:lnSpc>
            </a:pPr>
            <a:endParaRPr lang="en-US" sz="1400" b="0">
              <a:solidFill>
                <a:srgbClr val="F9FAFB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8D875B-3F31-0054-3E57-7C6B0ED75382}"/>
              </a:ext>
            </a:extLst>
          </p:cNvPr>
          <p:cNvSpPr txBox="1"/>
          <p:nvPr/>
        </p:nvSpPr>
        <p:spPr>
          <a:xfrm>
            <a:off x="397933" y="2065600"/>
            <a:ext cx="3876194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600" b="1">
                <a:solidFill>
                  <a:srgbClr val="004567"/>
                </a:solidFill>
                <a:latin typeface="IBM Plex Mono"/>
              </a:rPr>
              <a:t>AND (&amp;)</a:t>
            </a:r>
            <a:br>
              <a:rPr lang="en-US" b="1">
                <a:solidFill>
                  <a:srgbClr val="004567"/>
                </a:solidFill>
                <a:effectLst/>
                <a:latin typeface="quote-cjk-patch"/>
              </a:rPr>
            </a:br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Sets each bit to 1 only if </a:t>
            </a:r>
            <a:r>
              <a:rPr lang="en-US" sz="1600" b="1">
                <a:solidFill>
                  <a:srgbClr val="026DA5"/>
                </a:solidFill>
                <a:latin typeface="Arial"/>
                <a:cs typeface="Arial"/>
              </a:rPr>
              <a:t>both</a:t>
            </a:r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 bits are 1.</a:t>
            </a:r>
            <a:br>
              <a:rPr lang="en-US" sz="160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1600" b="0" i="0">
                <a:solidFill>
                  <a:srgbClr val="E9AE7E"/>
                </a:solidFill>
                <a:effectLst/>
                <a:latin typeface="Menlo"/>
              </a:rPr>
              <a:t>int</a:t>
            </a:r>
            <a:r>
              <a:rPr lang="en-US" sz="1600" b="0" i="0"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&amp;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b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 b="0" i="0">
                <a:solidFill>
                  <a:srgbClr val="8DA1B9"/>
                </a:solidFill>
                <a:effectLst/>
                <a:latin typeface="Menlo"/>
              </a:rPr>
              <a:t>// (0001)</a:t>
            </a:r>
            <a:r>
              <a:rPr lang="en-US" sz="1000">
                <a:solidFill>
                  <a:srgbClr val="8DA1B9"/>
                </a:solidFill>
                <a:latin typeface="Menlo"/>
              </a:rPr>
              <a:t>2</a:t>
            </a:r>
            <a:r>
              <a:rPr lang="en-US" sz="1600" b="0" i="0">
                <a:solidFill>
                  <a:srgbClr val="8DA1B9"/>
                </a:solidFill>
                <a:effectLst/>
                <a:latin typeface="Menlo"/>
              </a:rPr>
              <a:t> = (1)</a:t>
            </a:r>
            <a:r>
              <a:rPr lang="en-US" sz="1000" b="0" i="0">
                <a:solidFill>
                  <a:srgbClr val="8DA1B9"/>
                </a:solidFill>
                <a:effectLst/>
                <a:latin typeface="Menlo"/>
              </a:rPr>
              <a:t>10</a:t>
            </a:r>
            <a:endParaRPr lang="en-US" sz="1000" b="0" i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67222D-2967-D034-EA28-675E3B0A7045}"/>
              </a:ext>
            </a:extLst>
          </p:cNvPr>
          <p:cNvSpPr txBox="1"/>
          <p:nvPr/>
        </p:nvSpPr>
        <p:spPr>
          <a:xfrm>
            <a:off x="397933" y="3022209"/>
            <a:ext cx="5808518" cy="9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800" b="1">
                <a:solidFill>
                  <a:srgbClr val="004567"/>
                </a:solidFill>
                <a:latin typeface="IBM Plex Mono"/>
              </a:rPr>
              <a:t>OR (|)</a:t>
            </a:r>
            <a:br>
              <a:rPr lang="en-US" b="1">
                <a:solidFill>
                  <a:srgbClr val="004567"/>
                </a:solidFill>
                <a:effectLst/>
                <a:latin typeface="quote-cjk-patch"/>
              </a:rPr>
            </a:br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Sets each bit to 1 only if </a:t>
            </a:r>
            <a:r>
              <a:rPr lang="en-US" sz="1600" b="1">
                <a:solidFill>
                  <a:srgbClr val="026DA5"/>
                </a:solidFill>
                <a:latin typeface="Arial"/>
                <a:cs typeface="Arial"/>
              </a:rPr>
              <a:t>either</a:t>
            </a:r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 bit is 1.</a:t>
            </a:r>
            <a:br>
              <a:rPr lang="en-US" sz="1600">
                <a:solidFill>
                  <a:srgbClr val="026DA5"/>
                </a:solidFill>
                <a:latin typeface="Arial"/>
                <a:cs typeface="Arial"/>
              </a:rPr>
            </a:br>
            <a:r>
              <a:rPr lang="en-US" sz="1600" b="0" i="0">
                <a:solidFill>
                  <a:srgbClr val="E9AE7E"/>
                </a:solidFill>
                <a:effectLst/>
                <a:latin typeface="Menlo"/>
              </a:rPr>
              <a:t>int</a:t>
            </a:r>
            <a:r>
              <a:rPr lang="en-US" sz="1600" b="0" i="0">
                <a:solidFill>
                  <a:srgbClr val="F9FAFB"/>
                </a:solidFill>
                <a:effectLst/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|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b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8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 b="0" i="0">
                <a:solidFill>
                  <a:srgbClr val="8DA1B9"/>
                </a:solidFill>
                <a:effectLst/>
                <a:latin typeface="Menlo"/>
              </a:rPr>
              <a:t>// (0111)</a:t>
            </a:r>
            <a:r>
              <a:rPr lang="en-US" sz="1050">
                <a:solidFill>
                  <a:srgbClr val="8DA1B9"/>
                </a:solidFill>
                <a:latin typeface="Menlo"/>
              </a:rPr>
              <a:t>2</a:t>
            </a:r>
            <a:r>
              <a:rPr lang="en-US" sz="1800" b="0" i="0">
                <a:solidFill>
                  <a:srgbClr val="8DA1B9"/>
                </a:solidFill>
                <a:effectLst/>
                <a:latin typeface="Menlo"/>
              </a:rPr>
              <a:t> </a:t>
            </a:r>
            <a:r>
              <a:rPr lang="en-US" sz="1600" b="0" i="0">
                <a:solidFill>
                  <a:srgbClr val="8DA1B9"/>
                </a:solidFill>
                <a:effectLst/>
                <a:latin typeface="Menlo"/>
              </a:rPr>
              <a:t>= (7)</a:t>
            </a:r>
            <a:r>
              <a:rPr lang="en-US" sz="1050" b="0" i="0">
                <a:solidFill>
                  <a:srgbClr val="8DA1B9"/>
                </a:solidFill>
                <a:effectLst/>
                <a:latin typeface="Menlo"/>
              </a:rPr>
              <a:t>10</a:t>
            </a:r>
            <a:endParaRPr lang="en-US" sz="1050" b="0" i="0">
              <a:solidFill>
                <a:srgbClr val="F9FAFB"/>
              </a:solidFill>
              <a:effectLst/>
              <a:latin typeface="Menl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849A15-D40F-44CC-2B97-BA2BF4EAE455}"/>
              </a:ext>
            </a:extLst>
          </p:cNvPr>
          <p:cNvSpPr txBox="1"/>
          <p:nvPr/>
        </p:nvSpPr>
        <p:spPr>
          <a:xfrm>
            <a:off x="397933" y="4041403"/>
            <a:ext cx="5808518" cy="9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>
                <a:solidFill>
                  <a:srgbClr val="004567"/>
                </a:solidFill>
                <a:latin typeface="IBM Plex Mono"/>
              </a:rPr>
              <a:t>XOR (^)</a:t>
            </a:r>
            <a:br>
              <a:rPr lang="en-US" b="1">
                <a:solidFill>
                  <a:srgbClr val="004567"/>
                </a:solidFill>
                <a:latin typeface="IBM Plex Mono"/>
              </a:rPr>
            </a:br>
            <a:r>
              <a:rPr lang="en-US" sz="1600">
                <a:solidFill>
                  <a:srgbClr val="026DA5"/>
                </a:solidFill>
                <a:latin typeface="Arial"/>
                <a:cs typeface="Arial"/>
              </a:rPr>
              <a:t>Sets each bit to 1 if the number of 1s is odd (bits are different).</a:t>
            </a:r>
            <a:br>
              <a:rPr lang="en-US" b="0" i="0">
                <a:solidFill>
                  <a:srgbClr val="004567"/>
                </a:solidFill>
                <a:effectLst/>
                <a:latin typeface="Menlo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^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b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(0110)</a:t>
            </a:r>
            <a:r>
              <a:rPr lang="en-US" sz="1050">
                <a:solidFill>
                  <a:srgbClr val="8DA1B9"/>
                </a:solidFill>
                <a:latin typeface="Menlo"/>
              </a:rPr>
              <a:t>2</a:t>
            </a:r>
            <a:r>
              <a:rPr lang="en-US">
                <a:solidFill>
                  <a:srgbClr val="8DA1B9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= (6)</a:t>
            </a:r>
            <a:r>
              <a:rPr lang="en-US" sz="1050">
                <a:solidFill>
                  <a:srgbClr val="8DA1B9"/>
                </a:solidFill>
                <a:latin typeface="Menlo"/>
              </a:rPr>
              <a:t>10</a:t>
            </a:r>
            <a:endParaRPr lang="en-US" b="0" i="0">
              <a:solidFill>
                <a:srgbClr val="004567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04553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7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B0D5-4C58-4CA5-6833-C04FCEEB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FCAC41DA-DBDD-88F5-9D28-7E63FBD81EB6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C58E678-4DB2-5254-DDA1-87FFE5F8D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D0DD6F-7733-F9AE-C51D-7CD9B8C8B649}"/>
              </a:ext>
            </a:extLst>
          </p:cNvPr>
          <p:cNvSpPr txBox="1"/>
          <p:nvPr/>
        </p:nvSpPr>
        <p:spPr>
          <a:xfrm>
            <a:off x="397933" y="403767"/>
            <a:ext cx="8746066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2.8- Bitwise Shift Operators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928FD1-7C92-7504-16EE-EA7D360F12F1}"/>
              </a:ext>
            </a:extLst>
          </p:cNvPr>
          <p:cNvSpPr txBox="1"/>
          <p:nvPr/>
        </p:nvSpPr>
        <p:spPr>
          <a:xfrm>
            <a:off x="397933" y="1088169"/>
            <a:ext cx="5808517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1600" b="1">
                <a:solidFill>
                  <a:srgbClr val="004567"/>
                </a:solidFill>
                <a:latin typeface="IBM Plex Mono"/>
              </a:rPr>
              <a:t>NOT (~)</a:t>
            </a:r>
            <a:br>
              <a:rPr lang="en-US" sz="1600" b="1">
                <a:solidFill>
                  <a:srgbClr val="004567"/>
                </a:solidFill>
                <a:latin typeface="IBM Plex Mono"/>
              </a:rPr>
            </a:br>
            <a:r>
              <a:rPr lang="en-US" sz="1600">
                <a:solidFill>
                  <a:srgbClr val="026DA5"/>
                </a:solidFill>
                <a:cs typeface="Arial"/>
              </a:rPr>
              <a:t>Inverts all bits (flips 0 to 1 and 1 to 0).</a:t>
            </a:r>
            <a:br>
              <a:rPr lang="en-US" sz="1600">
                <a:solidFill>
                  <a:srgbClr val="004567"/>
                </a:solidFill>
                <a:latin typeface="quote-cjk-patch"/>
                <a:cs typeface="Arial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~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inverts 0101 to 1010 (in binary, depends on bit size)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3ADE88-4204-CC88-5F28-95A0DE612887}"/>
              </a:ext>
            </a:extLst>
          </p:cNvPr>
          <p:cNvSpPr txBox="1"/>
          <p:nvPr/>
        </p:nvSpPr>
        <p:spPr>
          <a:xfrm>
            <a:off x="397933" y="2286746"/>
            <a:ext cx="4639541" cy="213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1600" b="1">
                <a:solidFill>
                  <a:srgbClr val="004567"/>
                </a:solidFill>
                <a:latin typeface="IBM Plex Mono"/>
              </a:rPr>
              <a:t>Left Shift (&lt;&lt;)</a:t>
            </a:r>
            <a:br>
              <a:rPr lang="en-US" sz="1600" b="1">
                <a:solidFill>
                  <a:srgbClr val="004567"/>
                </a:solidFill>
                <a:latin typeface="IBM Plex Mono"/>
              </a:rPr>
            </a:br>
            <a:r>
              <a:rPr lang="en-US" sz="1600">
                <a:solidFill>
                  <a:srgbClr val="026DA5"/>
                </a:solidFill>
                <a:cs typeface="Arial"/>
              </a:rPr>
              <a:t>Shifts bits to the left.</a:t>
            </a:r>
            <a:br>
              <a:rPr lang="en-US" sz="1600">
                <a:solidFill>
                  <a:srgbClr val="026DA5"/>
                </a:solidFill>
                <a:cs typeface="Arial"/>
              </a:rPr>
            </a:br>
            <a:r>
              <a:rPr lang="en-US" sz="1400" b="1">
                <a:solidFill>
                  <a:srgbClr val="026DA5"/>
                </a:solidFill>
                <a:cs typeface="Arial"/>
              </a:rPr>
              <a:t>Each left shift = multiply by 2</a:t>
            </a:r>
            <a:br>
              <a:rPr lang="en-US" sz="1400" b="1">
                <a:solidFill>
                  <a:srgbClr val="026DA5"/>
                </a:solidFill>
                <a:cs typeface="Arial"/>
              </a:rPr>
            </a:br>
            <a:br>
              <a:rPr lang="en-US" sz="1400" b="1">
                <a:solidFill>
                  <a:srgbClr val="026DA5"/>
                </a:solidFill>
                <a:cs typeface="Arial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  <a:cs typeface="Cascadia Mono" panose="020B0609020000020004" pitchFamily="49" charset="0"/>
              </a:rPr>
              <a:t>5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0101 in binary</a:t>
            </a:r>
            <a:br>
              <a:rPr lang="en-US" sz="1600">
                <a:solidFill>
                  <a:srgbClr val="8DA1B9"/>
                </a:solidFill>
                <a:latin typeface="Menlo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&lt;&lt;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1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1010 in binary = 10 (5 * 2 = 10)</a:t>
            </a:r>
            <a:br>
              <a:rPr lang="en-US" sz="1600">
                <a:solidFill>
                  <a:srgbClr val="8DA1B9"/>
                </a:solidFill>
                <a:latin typeface="Menlo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&lt;&lt; </a:t>
            </a:r>
            <a:r>
              <a:rPr lang="en-US" sz="1600">
                <a:solidFill>
                  <a:srgbClr val="E9AE7E"/>
                </a:solidFill>
                <a:latin typeface="Menlo"/>
                <a:cs typeface="Cascadia Mono" panose="020B0609020000020004" pitchFamily="49" charset="0"/>
              </a:rPr>
              <a:t>2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010100 in binary = 20 (5 * 4 = 20)</a:t>
            </a:r>
            <a:endParaRPr lang="en-US" sz="1600" b="0" i="0">
              <a:solidFill>
                <a:srgbClr val="004567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6209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E9AC-8A7E-4BA2-CEED-E9EF6F64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3D314A7B-052C-03C5-515F-5BBB35B82F65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F104B30-D37E-D784-4609-FDFBE9AD1A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A1F763-E4C4-E4F0-9AF5-D594D34E13A3}"/>
              </a:ext>
            </a:extLst>
          </p:cNvPr>
          <p:cNvSpPr txBox="1"/>
          <p:nvPr/>
        </p:nvSpPr>
        <p:spPr>
          <a:xfrm>
            <a:off x="397933" y="403767"/>
            <a:ext cx="8746066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2.8- Bitwise Shift Operators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C8DCB1-4DBD-4A98-B5CE-6A7AF79878F7}"/>
              </a:ext>
            </a:extLst>
          </p:cNvPr>
          <p:cNvSpPr txBox="1"/>
          <p:nvPr/>
        </p:nvSpPr>
        <p:spPr>
          <a:xfrm>
            <a:off x="543406" y="1265646"/>
            <a:ext cx="6037503" cy="213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1600" b="1">
                <a:solidFill>
                  <a:srgbClr val="004567"/>
                </a:solidFill>
                <a:latin typeface="IBM Plex Mono"/>
              </a:rPr>
              <a:t>Right Shift (&gt;&gt;)</a:t>
            </a:r>
            <a:br>
              <a:rPr lang="en-US" sz="1600" b="1">
                <a:solidFill>
                  <a:srgbClr val="004567"/>
                </a:solidFill>
                <a:latin typeface="IBM Plex Mono"/>
              </a:rPr>
            </a:br>
            <a:r>
              <a:rPr lang="en-US" sz="1600">
                <a:solidFill>
                  <a:srgbClr val="026DA5"/>
                </a:solidFill>
                <a:cs typeface="Arial"/>
              </a:rPr>
              <a:t>Shifts bits to the right.</a:t>
            </a:r>
            <a:br>
              <a:rPr lang="en-US" sz="1600">
                <a:solidFill>
                  <a:srgbClr val="026DA5"/>
                </a:solidFill>
                <a:cs typeface="Arial"/>
              </a:rPr>
            </a:br>
            <a:r>
              <a:rPr lang="en-US" sz="1400" b="1">
                <a:solidFill>
                  <a:srgbClr val="026DA5"/>
                </a:solidFill>
                <a:cs typeface="Arial"/>
              </a:rPr>
              <a:t>Each left shift = divide by 2 (integer division)</a:t>
            </a:r>
            <a:br>
              <a:rPr lang="en-US" sz="1400" b="1">
                <a:solidFill>
                  <a:srgbClr val="026DA5"/>
                </a:solidFill>
                <a:cs typeface="Arial"/>
              </a:rPr>
            </a:br>
            <a:br>
              <a:rPr lang="en-US" sz="1400" b="1">
                <a:solidFill>
                  <a:srgbClr val="026DA5"/>
                </a:solidFill>
                <a:cs typeface="Arial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  <a:cs typeface="Cascadia Mono" panose="020B0609020000020004" pitchFamily="49" charset="0"/>
              </a:rPr>
              <a:t>5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0101 in binary</a:t>
            </a:r>
            <a:br>
              <a:rPr lang="en-US" sz="1600">
                <a:solidFill>
                  <a:srgbClr val="8DA1B9"/>
                </a:solidFill>
                <a:latin typeface="Menlo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&gt;&gt;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1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0010 in binary = 1 (5 / 2 = 2.5, truncated to 2)</a:t>
            </a:r>
            <a:br>
              <a:rPr lang="en-US" sz="1600">
                <a:solidFill>
                  <a:srgbClr val="8DA1B9"/>
                </a:solidFill>
                <a:latin typeface="Menlo"/>
              </a:rPr>
            </a:br>
            <a:r>
              <a:rPr lang="en-US" sz="1600">
                <a:solidFill>
                  <a:srgbClr val="E9AE7E"/>
                </a:solidFill>
                <a:latin typeface="Menlo"/>
              </a:rPr>
              <a:t>int</a:t>
            </a:r>
            <a:r>
              <a:rPr lang="en-US" sz="1600">
                <a:solidFill>
                  <a:srgbClr val="F9FAFB"/>
                </a:solidFill>
                <a:latin typeface="Menlo"/>
              </a:rPr>
              <a:t>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c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a 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&gt;&gt; </a:t>
            </a:r>
            <a:r>
              <a:rPr lang="en-US" sz="1600">
                <a:solidFill>
                  <a:srgbClr val="E9AE7E"/>
                </a:solidFill>
                <a:latin typeface="Menlo"/>
                <a:cs typeface="Cascadia Mono" panose="020B0609020000020004" pitchFamily="49" charset="0"/>
              </a:rPr>
              <a:t>2</a:t>
            </a:r>
            <a:r>
              <a:rPr lang="en-US" sz="1600">
                <a:solidFill>
                  <a:srgbClr val="E6D37A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1600">
                <a:solidFill>
                  <a:srgbClr val="E9AE7E"/>
                </a:solidFill>
                <a:latin typeface="Menlo"/>
              </a:rPr>
              <a:t> </a:t>
            </a:r>
            <a:r>
              <a:rPr lang="en-US" sz="1600">
                <a:solidFill>
                  <a:srgbClr val="8DA1B9"/>
                </a:solidFill>
                <a:latin typeface="Menlo"/>
              </a:rPr>
              <a:t>// 0001 in binary = 2 (5 / 4 = 1.25, truncated to 2)</a:t>
            </a:r>
            <a:endParaRPr lang="en-US" sz="1600" b="0" i="0">
              <a:solidFill>
                <a:srgbClr val="004567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0480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22F1-E359-FE20-5A73-86A751A6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FD7D03EB-DC0C-0DEB-9388-1A2120111DEC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65ABD83-B997-BCA7-AA10-86EA3D34EB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4D5ADE-1FF9-CDEA-00B9-D1A366C89372}"/>
              </a:ext>
            </a:extLst>
          </p:cNvPr>
          <p:cNvSpPr txBox="1"/>
          <p:nvPr/>
        </p:nvSpPr>
        <p:spPr>
          <a:xfrm>
            <a:off x="397933" y="403767"/>
            <a:ext cx="8746066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2.8- Bitwise Shift Operators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00472-FFA7-5E93-B870-00181F06AAD0}"/>
              </a:ext>
            </a:extLst>
          </p:cNvPr>
          <p:cNvSpPr txBox="1"/>
          <p:nvPr/>
        </p:nvSpPr>
        <p:spPr>
          <a:xfrm>
            <a:off x="101774" y="1663195"/>
            <a:ext cx="9283426" cy="21082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>
                <a:solidFill>
                  <a:srgbClr val="008000"/>
                </a:solidFill>
                <a:latin typeface="Cascadia Mono"/>
              </a:rPr>
              <a:t>    /*SUBJECT PASS STATUS*/</a:t>
            </a:r>
            <a:br>
              <a:rPr lang="en-US" sz="1400">
                <a:solidFill>
                  <a:srgbClr val="008000"/>
                </a:solidFill>
                <a:latin typeface="Cascadia Mono" panose="020B0609020000020004" pitchFamily="49" charset="0"/>
              </a:rPr>
            </a:br>
            <a:br>
              <a:rPr lang="en-US" sz="1400">
                <a:latin typeface="Cascadia Mono"/>
              </a:rPr>
            </a:br>
            <a:r>
              <a:rPr lang="en-US" sz="1400">
                <a:solidFill>
                  <a:srgbClr val="008000"/>
                </a:solidFill>
                <a:latin typeface="Cascadia Mono"/>
              </a:rPr>
              <a:t>    </a:t>
            </a:r>
            <a:r>
              <a:rPr lang="en-US" sz="1500">
                <a:solidFill>
                  <a:srgbClr val="0000FF"/>
                </a:solidFill>
                <a:latin typeface="Cascadia Mono"/>
              </a:rPr>
              <a:t>int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</a:t>
            </a:r>
            <a:r>
              <a:rPr lang="en-US" sz="150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= 0; </a:t>
            </a:r>
            <a:r>
              <a:rPr lang="en-US" sz="1400">
                <a:solidFill>
                  <a:srgbClr val="008000"/>
                </a:solidFill>
                <a:latin typeface="Cascadia Mono"/>
              </a:rPr>
              <a:t>// Bitmask to track passed subjects</a:t>
            </a:r>
          </a:p>
          <a:p>
            <a:br>
              <a:rPr lang="en-US" sz="1500">
                <a:latin typeface="Cascadia Mono" panose="020B0609020000020004" pitchFamily="49" charset="0"/>
              </a:rPr>
            </a:br>
            <a:r>
              <a:rPr lang="en-US" sz="1500">
                <a:solidFill>
                  <a:srgbClr val="008000"/>
                </a:solidFill>
                <a:latin typeface="Cascadia Mono"/>
              </a:rPr>
              <a:t>    </a:t>
            </a:r>
            <a:r>
              <a:rPr lang="en-US" sz="1500">
                <a:solidFill>
                  <a:srgbClr val="0000FF"/>
                </a:solidFill>
                <a:latin typeface="Cascadia Mono"/>
              </a:rPr>
              <a:t>if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(math &gt;= 50) </a:t>
            </a:r>
            <a:r>
              <a:rPr lang="en-US" sz="150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|= 1 &lt;&lt; 0;      </a:t>
            </a:r>
            <a:r>
              <a:rPr lang="en-US" sz="1400">
                <a:solidFill>
                  <a:srgbClr val="008000"/>
                </a:solidFill>
                <a:latin typeface="Cascadia Mono"/>
              </a:rPr>
              <a:t>// math passed → set bit 0</a:t>
            </a:r>
            <a:br>
              <a:rPr lang="en-US" sz="1400"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8000"/>
                </a:solidFill>
                <a:latin typeface="Cascadia Mono"/>
              </a:rPr>
              <a:t>    </a:t>
            </a:r>
            <a:r>
              <a:rPr lang="en-US" sz="1500">
                <a:solidFill>
                  <a:srgbClr val="0000FF"/>
                </a:solidFill>
                <a:latin typeface="Cascadia Mono"/>
              </a:rPr>
              <a:t>if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(physics &gt;= 50) </a:t>
            </a:r>
            <a:r>
              <a:rPr lang="en-US" sz="150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|= 1 &lt;&lt; 1;   </a:t>
            </a:r>
            <a:r>
              <a:rPr lang="en-US" sz="1400">
                <a:solidFill>
                  <a:srgbClr val="008000"/>
                </a:solidFill>
                <a:latin typeface="Cascadia Mono"/>
              </a:rPr>
              <a:t>// physics passed → set bit 1</a:t>
            </a:r>
          </a:p>
          <a:p>
            <a:r>
              <a:rPr lang="en-US" sz="1500">
                <a:solidFill>
                  <a:srgbClr val="0000FF"/>
                </a:solidFill>
                <a:latin typeface="Cascadia Mono"/>
              </a:rPr>
              <a:t>    if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(chemistry &gt;= 50) </a:t>
            </a:r>
            <a:r>
              <a:rPr lang="en-US" sz="150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>
                <a:solidFill>
                  <a:srgbClr val="000000"/>
                </a:solidFill>
                <a:latin typeface="Cascadia Mono"/>
              </a:rPr>
              <a:t> |= 1 &lt;&lt; 2; </a:t>
            </a:r>
            <a:r>
              <a:rPr lang="en-US" sz="1400">
                <a:solidFill>
                  <a:srgbClr val="008000"/>
                </a:solidFill>
                <a:latin typeface="Cascadia Mono"/>
              </a:rPr>
              <a:t>// chemistry passed → set bit 2</a:t>
            </a:r>
          </a:p>
          <a:p>
            <a:br>
              <a:rPr lang="en-US" sz="1400">
                <a:latin typeface="Cascadia Mono" panose="020B0609020000020004" pitchFamily="49" charset="0"/>
              </a:rPr>
            </a:br>
            <a:r>
              <a:rPr lang="en-US" sz="1400">
                <a:solidFill>
                  <a:srgbClr val="008000"/>
                </a:solidFill>
                <a:latin typeface="Cascadia Mono"/>
              </a:rPr>
              <a:t>    </a:t>
            </a:r>
            <a:endParaRPr lang="en-US" sz="1500">
              <a:solidFill>
                <a:srgbClr val="000000"/>
              </a:solidFill>
              <a:latin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2658419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042C-270E-35F5-4909-A9E6EC5C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385">
            <a:extLst>
              <a:ext uri="{FF2B5EF4-FFF2-40B4-BE49-F238E27FC236}">
                <a16:creationId xmlns:a16="http://schemas.microsoft.com/office/drawing/2014/main" id="{4E531344-A961-D324-8CD6-E693D0BD78AB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" name="Picture 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6527CB6-1A72-979D-5B08-7763B6DCC0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547" y="4348974"/>
            <a:ext cx="2272479" cy="961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8DE9C0-5430-FEC3-729F-F17B02BE368B}"/>
              </a:ext>
            </a:extLst>
          </p:cNvPr>
          <p:cNvSpPr txBox="1"/>
          <p:nvPr/>
        </p:nvSpPr>
        <p:spPr>
          <a:xfrm>
            <a:off x="397933" y="403767"/>
            <a:ext cx="8746066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004567"/>
                </a:solidFill>
                <a:latin typeface="IBM Plex Mono"/>
              </a:rPr>
              <a:t>2.8- Bitwise Shift Operators</a:t>
            </a:r>
            <a:br>
              <a:rPr lang="en-US" sz="2400" b="1" dirty="0">
                <a:solidFill>
                  <a:srgbClr val="004567"/>
                </a:solidFill>
                <a:latin typeface="IBM Plex Mono"/>
              </a:rPr>
            </a:br>
            <a:br>
              <a:rPr lang="en-US" sz="1500" b="1" dirty="0">
                <a:solidFill>
                  <a:srgbClr val="F8FA9D"/>
                </a:solidFill>
                <a:latin typeface="Consolas"/>
                <a:cs typeface="Arial"/>
              </a:rPr>
            </a:br>
            <a:endParaRPr lang="en-US" sz="1600" b="1" dirty="0">
              <a:latin typeface="Consolas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715D3-C738-A966-841E-B8F9EB1C3578}"/>
              </a:ext>
            </a:extLst>
          </p:cNvPr>
          <p:cNvSpPr txBox="1"/>
          <p:nvPr/>
        </p:nvSpPr>
        <p:spPr>
          <a:xfrm>
            <a:off x="0" y="1342486"/>
            <a:ext cx="9283426" cy="23544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ascadia Mono"/>
              </a:rPr>
              <a:t> </a:t>
            </a:r>
            <a:br>
              <a:rPr lang="en-US" sz="1400" dirty="0">
                <a:latin typeface="Cascadia Mono" panose="020B0609020000020004" pitchFamily="49" charset="0"/>
              </a:rPr>
            </a:br>
            <a:r>
              <a:rPr lang="en-US" sz="1400" dirty="0">
                <a:solidFill>
                  <a:srgbClr val="008000"/>
                </a:solidFill>
                <a:latin typeface="Cascadia Mono"/>
              </a:rPr>
              <a:t>    // Check if student passed each subject using AND</a:t>
            </a:r>
            <a:br>
              <a:rPr lang="en-US" sz="1400" dirty="0">
                <a:latin typeface="Cascadia Mono" panose="020B0609020000020004" pitchFamily="49" charset="0"/>
              </a:rPr>
            </a:br>
            <a:br>
              <a:rPr lang="en-US" sz="1400" dirty="0">
                <a:latin typeface="Cascadia Mono"/>
              </a:rPr>
            </a:br>
            <a:r>
              <a:rPr lang="en-US" sz="1400" dirty="0">
                <a:solidFill>
                  <a:srgbClr val="008000"/>
                </a:solidFill>
                <a:latin typeface="Cascadia Mono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printf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"\</a:t>
            </a:r>
            <a:r>
              <a:rPr lang="en-US" sz="1500" dirty="0" err="1">
                <a:solidFill>
                  <a:srgbClr val="A31515"/>
                </a:solidFill>
                <a:latin typeface="Cascadia Mono"/>
              </a:rPr>
              <a:t>nSubject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 Pass Status:\n"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);</a:t>
            </a:r>
            <a:endParaRPr lang="en-US" dirty="0">
              <a:latin typeface="Cascadia Mono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printf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"Math: %s\n"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, (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&amp; (1 &lt;&lt; 0)) ?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"Passed"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: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"Failed"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printf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"Physics: %s\n"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, (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&amp; (1 &lt;&lt; 1)) ?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"Passed"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: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"Failed"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    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printf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(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"Chemistry: %s\n"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, (</a:t>
            </a:r>
            <a:r>
              <a:rPr lang="en-US" sz="1500" dirty="0" err="1">
                <a:solidFill>
                  <a:srgbClr val="000000"/>
                </a:solidFill>
                <a:latin typeface="Cascadia Mono"/>
              </a:rPr>
              <a:t>subjectsPassed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&amp; (1 &lt;&lt; 2)) ?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"Passed"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: </a:t>
            </a:r>
            <a:r>
              <a:rPr lang="en-US" sz="1500" dirty="0">
                <a:solidFill>
                  <a:srgbClr val="A31515"/>
                </a:solidFill>
                <a:latin typeface="Cascadia Mono"/>
              </a:rPr>
              <a:t>"Failed"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);</a:t>
            </a:r>
          </a:p>
          <a:p>
            <a:br>
              <a:rPr lang="en-US" sz="1500" dirty="0">
                <a:latin typeface="Cascadia Mono" panose="020B06090200000200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ascadia Mono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ascadia Mono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Cascadia Mono"/>
              </a:rPr>
              <a:t> 0;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/>
              </a:rPr>
              <a:t>}</a:t>
            </a:r>
            <a:endParaRPr lang="ar-EG" sz="1500" dirty="0">
              <a:latin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2865603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0;p2">
            <a:extLst>
              <a:ext uri="{FF2B5EF4-FFF2-40B4-BE49-F238E27FC236}">
                <a16:creationId xmlns:a16="http://schemas.microsoft.com/office/drawing/2014/main" id="{A76DA458-EDC1-D967-22E2-5F5A6D5033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112;p2" descr="A white sign with black text&#10;&#10;Description automatically generated">
            <a:extLst>
              <a:ext uri="{FF2B5EF4-FFF2-40B4-BE49-F238E27FC236}">
                <a16:creationId xmlns:a16="http://schemas.microsoft.com/office/drawing/2014/main" id="{3A6386E5-42CB-5383-2FC4-BA2BF724B7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427" y="196763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113;p2">
            <a:extLst>
              <a:ext uri="{FF2B5EF4-FFF2-40B4-BE49-F238E27FC236}">
                <a16:creationId xmlns:a16="http://schemas.microsoft.com/office/drawing/2014/main" id="{2A481AEF-8D94-BD42-8605-216186A05561}"/>
              </a:ext>
            </a:extLst>
          </p:cNvPr>
          <p:cNvGrpSpPr/>
          <p:nvPr/>
        </p:nvGrpSpPr>
        <p:grpSpPr>
          <a:xfrm rot="10800000" flipH="1">
            <a:off x="7565779" y="334978"/>
            <a:ext cx="1329559" cy="4025209"/>
            <a:chOff x="10607605" y="3602621"/>
            <a:chExt cx="1329559" cy="3009868"/>
          </a:xfrm>
        </p:grpSpPr>
        <p:cxnSp>
          <p:nvCxnSpPr>
            <p:cNvPr id="10" name="Google Shape;114;p2">
              <a:extLst>
                <a:ext uri="{FF2B5EF4-FFF2-40B4-BE49-F238E27FC236}">
                  <a16:creationId xmlns:a16="http://schemas.microsoft.com/office/drawing/2014/main" id="{71915415-2929-172A-E0AA-4B427648B7F1}"/>
                </a:ext>
              </a:extLst>
            </p:cNvPr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15;p2">
              <a:extLst>
                <a:ext uri="{FF2B5EF4-FFF2-40B4-BE49-F238E27FC236}">
                  <a16:creationId xmlns:a16="http://schemas.microsoft.com/office/drawing/2014/main" id="{50573A1B-0449-D8E8-A1BC-0104E7EBDE62}"/>
                </a:ext>
              </a:extLst>
            </p:cNvPr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116;p2">
              <a:extLst>
                <a:ext uri="{FF2B5EF4-FFF2-40B4-BE49-F238E27FC236}">
                  <a16:creationId xmlns:a16="http://schemas.microsoft.com/office/drawing/2014/main" id="{5B91ADF1-E096-E145-F11C-56196F784548}"/>
                </a:ext>
              </a:extLst>
            </p:cNvPr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117;p2">
              <a:extLst>
                <a:ext uri="{FF2B5EF4-FFF2-40B4-BE49-F238E27FC236}">
                  <a16:creationId xmlns:a16="http://schemas.microsoft.com/office/drawing/2014/main" id="{C15EAA6E-BFB8-9D7C-E039-4692B98B5BA4}"/>
                </a:ext>
              </a:extLst>
            </p:cNvPr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4" name="Google Shape;118;p2">
            <a:extLst>
              <a:ext uri="{FF2B5EF4-FFF2-40B4-BE49-F238E27FC236}">
                <a16:creationId xmlns:a16="http://schemas.microsoft.com/office/drawing/2014/main" id="{754C1F0D-5A1B-0050-E608-F2AC9BC2ED7B}"/>
              </a:ext>
            </a:extLst>
          </p:cNvPr>
          <p:cNvSpPr/>
          <p:nvPr/>
        </p:nvSpPr>
        <p:spPr>
          <a:xfrm rot="5400000">
            <a:off x="-1003331" y="1448756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21;p2">
            <a:extLst>
              <a:ext uri="{FF2B5EF4-FFF2-40B4-BE49-F238E27FC236}">
                <a16:creationId xmlns:a16="http://schemas.microsoft.com/office/drawing/2014/main" id="{15C37E0B-4DDF-1FEB-695A-11E23B8ED6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6200000">
            <a:off x="269755" y="3915858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2;p2">
            <a:extLst>
              <a:ext uri="{FF2B5EF4-FFF2-40B4-BE49-F238E27FC236}">
                <a16:creationId xmlns:a16="http://schemas.microsoft.com/office/drawing/2014/main" id="{98F05AEA-8B8B-61A8-95F6-4F90978521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7483" y="424320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D2A874E2-9528-97E3-4548-9FB1A1370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5158" y="1162642"/>
            <a:ext cx="5124240" cy="11849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6500" b="1" u="none" strike="noStrike">
                <a:solidFill>
                  <a:schemeClr val="bg1"/>
                </a:solidFill>
                <a:effectLst/>
                <a:uFillTx/>
                <a:latin typeface="IBM Plex Mono"/>
                <a:ea typeface="IBM Plex Mono"/>
              </a:rPr>
              <a:t>Thanks</a:t>
            </a:r>
            <a:r>
              <a:rPr lang="en" sz="6500" b="1">
                <a:solidFill>
                  <a:schemeClr val="bg1"/>
                </a:solidFill>
                <a:latin typeface="IBM Plex Mono"/>
                <a:ea typeface="IBM Plex Mono"/>
              </a:rPr>
              <a:t>!</a:t>
            </a:r>
            <a:endParaRPr lang="fr-FR" sz="6500" b="0" u="none" strike="noStrike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9856116E-CB4D-4517-4FA9-ECFC82BC49DF}"/>
              </a:ext>
            </a:extLst>
          </p:cNvPr>
          <p:cNvSpPr txBox="1">
            <a:spLocks/>
          </p:cNvSpPr>
          <p:nvPr/>
        </p:nvSpPr>
        <p:spPr>
          <a:xfrm>
            <a:off x="2009880" y="2571750"/>
            <a:ext cx="5124240" cy="86177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b="1">
                <a:solidFill>
                  <a:schemeClr val="bg1"/>
                </a:solidFill>
                <a:latin typeface="IBM Plex Mono"/>
                <a:ea typeface="IBM Plex Mono"/>
              </a:rPr>
              <a:t>Any Questions</a:t>
            </a:r>
            <a:r>
              <a:rPr lang="en-US" b="1">
                <a:solidFill>
                  <a:srgbClr val="FFFFFF"/>
                </a:solidFill>
              </a:rPr>
              <a:t>?</a:t>
            </a:r>
            <a:endParaRPr lang="fr-FR">
              <a:solidFill>
                <a:schemeClr val="bg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1558446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2F3D2668A4541964358990654C153" ma:contentTypeVersion="5" ma:contentTypeDescription="Create a new document." ma:contentTypeScope="" ma:versionID="45374f24112a40cb4903035de2c0197c">
  <xsd:schema xmlns:xsd="http://www.w3.org/2001/XMLSchema" xmlns:xs="http://www.w3.org/2001/XMLSchema" xmlns:p="http://schemas.microsoft.com/office/2006/metadata/properties" xmlns:ns3="a0d7ad30-fa18-42e0-9634-7452c19c9063" targetNamespace="http://schemas.microsoft.com/office/2006/metadata/properties" ma:root="true" ma:fieldsID="945a60a7edd465f3441da7c217840c53" ns3:_="">
    <xsd:import namespace="a0d7ad30-fa18-42e0-9634-7452c19c906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7ad30-fa18-42e0-9634-7452c19c906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d7ad30-fa18-42e0-9634-7452c19c9063" xsi:nil="true"/>
  </documentManagement>
</p:properties>
</file>

<file path=customXml/itemProps1.xml><?xml version="1.0" encoding="utf-8"?>
<ds:datastoreItem xmlns:ds="http://schemas.openxmlformats.org/officeDocument/2006/customXml" ds:itemID="{CF2058B4-52DA-4296-9EA1-E518AE1261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6C3D06-5C3D-4298-905D-981FC0177649}">
  <ds:schemaRefs>
    <ds:schemaRef ds:uri="a0d7ad30-fa18-42e0-9634-7452c19c90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B800387-23BC-4DCA-B2D7-1A4610912E75}">
  <ds:schemaRefs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a0d7ad30-fa18-42e0-9634-7452c19c9063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1141</Words>
  <Application>Microsoft Office PowerPoint</Application>
  <PresentationFormat>On-screen Show (16:9)</PresentationFormat>
  <Paragraphs>316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Aptos</vt:lpstr>
      <vt:lpstr>Arial</vt:lpstr>
      <vt:lpstr>Calibri</vt:lpstr>
      <vt:lpstr>Cascadia Mono</vt:lpstr>
      <vt:lpstr>Consolas</vt:lpstr>
      <vt:lpstr>IBM Plex Mono</vt:lpstr>
      <vt:lpstr>Menlo</vt:lpstr>
      <vt:lpstr>OpenSymbol</vt:lpstr>
      <vt:lpstr>Poppins</vt:lpstr>
      <vt:lpstr>quote-cjk-patch</vt:lpstr>
      <vt:lpstr>Symbol</vt:lpstr>
      <vt:lpstr>Wingdings</vt:lpstr>
      <vt:lpstr>Introduction to Coding Workshop by Slidesgo</vt:lpstr>
      <vt:lpstr>Slidesgo Final Pages</vt:lpstr>
      <vt:lpstr>PowerPoint Presentation</vt:lpstr>
      <vt:lpstr>PowerPoint Presentation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HazelNuts.06</dc:creator>
  <cp:lastModifiedBy>yousef khaled</cp:lastModifiedBy>
  <cp:revision>30</cp:revision>
  <dcterms:modified xsi:type="dcterms:W3CDTF">2026-03-03T15:12:58Z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2026-02-07T16:59:26Z</dcterms:created>
  <dc:creator>Unknown Creator</dc:creator>
  <dc:description/>
  <dc:language>en-US</dc:language>
  <cp:lastModifiedBy>Unknown Creator</cp:lastModifiedBy>
  <dcterms:modified xsi:type="dcterms:W3CDTF">2026-02-07T16:59:26Z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ContentTypeId">
    <vt:lpwstr>0x01010061E2F3D2668A4541964358990654C153</vt:lpwstr>
  </property>
</Properties>
</file>