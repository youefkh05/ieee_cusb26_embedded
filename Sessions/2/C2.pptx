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metadata/core-properties" Target="docProps/core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4"/>
    <p:sldMasterId id="2147483682" r:id="rId5"/>
  </p:sldMasterIdLst>
  <p:notesMasterIdLst>
    <p:notesMasterId r:id="rId40"/>
  </p:notesMasterIdLst>
  <p:sldIdLst>
    <p:sldId id="257" r:id="rId6"/>
    <p:sldId id="268" r:id="rId7"/>
    <p:sldId id="269" r:id="rId8"/>
    <p:sldId id="258" r:id="rId9"/>
    <p:sldId id="259" r:id="rId10"/>
    <p:sldId id="272" r:id="rId11"/>
    <p:sldId id="320" r:id="rId12"/>
    <p:sldId id="273" r:id="rId13"/>
    <p:sldId id="316" r:id="rId14"/>
    <p:sldId id="321" r:id="rId15"/>
    <p:sldId id="322" r:id="rId16"/>
    <p:sldId id="323" r:id="rId17"/>
    <p:sldId id="324" r:id="rId18"/>
    <p:sldId id="325" r:id="rId19"/>
    <p:sldId id="290" r:id="rId20"/>
    <p:sldId id="274" r:id="rId21"/>
    <p:sldId id="275" r:id="rId22"/>
    <p:sldId id="276" r:id="rId23"/>
    <p:sldId id="277" r:id="rId24"/>
    <p:sldId id="291" r:id="rId25"/>
    <p:sldId id="292" r:id="rId26"/>
    <p:sldId id="280" r:id="rId27"/>
    <p:sldId id="293" r:id="rId28"/>
    <p:sldId id="326" r:id="rId29"/>
    <p:sldId id="283" r:id="rId30"/>
    <p:sldId id="284" r:id="rId31"/>
    <p:sldId id="285" r:id="rId32"/>
    <p:sldId id="294" r:id="rId33"/>
    <p:sldId id="287" r:id="rId34"/>
    <p:sldId id="286" r:id="rId35"/>
    <p:sldId id="288" r:id="rId36"/>
    <p:sldId id="295" r:id="rId37"/>
    <p:sldId id="319" r:id="rId38"/>
    <p:sldId id="271" r:id="rId3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هند محمد عبدالعظيم احمد ابراهيم" initials="هند" lastIdx="1" clrIdx="0">
    <p:extLst>
      <p:ext uri="{19B8F6BF-5375-455C-9EA6-DF929625EA0E}">
        <p15:presenceInfo xmlns:p15="http://schemas.microsoft.com/office/powerpoint/2012/main" userId="S::11410120240652@stud.cu.edu.eg::e86b74b8-1e82-47ee-baab-55ff5cc6fd8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91AF"/>
    <a:srgbClr val="F8FA9D"/>
    <a:srgbClr val="8DA1B9"/>
    <a:srgbClr val="E9AE7E"/>
    <a:srgbClr val="004567"/>
    <a:srgbClr val="026DA5"/>
    <a:srgbClr val="0000FF"/>
    <a:srgbClr val="5656B9"/>
    <a:srgbClr val="000000"/>
    <a:srgbClr val="4685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93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presProps" Target="pres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41" Type="http://schemas.openxmlformats.org/officeDocument/2006/relationships/commentAuthors" Target="commentAuthor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4T08:53:00.2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23513 6553 16383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14T09:09:42.010"/>
    </inkml:context>
    <inkml:brush xml:id="br0">
      <inkml:brushProperty name="width" value="0.1" units="cm"/>
      <inkml:brushProperty name="height" value="0.1" units="cm"/>
      <inkml:brushProperty name="color" value="#004F8B"/>
      <inkml:brushProperty name="ignorePressure" value="1"/>
    </inkml:brush>
  </inkml:definitions>
  <inkml:trace contextRef="#ctx0" brushRef="#br0">0 0,'0'148,"0"1617,0-1940,0 4245,0-2723,0-1139,0-209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4T09:09:50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0 1 8192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4T09:09:51.2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0 1 8192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4T09:09:51.5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0 1 8192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4T08:53:00.2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23513 6553 16383 0 0,'0'0'0'0'0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50A56-7270-4321-92B3-C19135B7CE4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2C0E6-85B1-4A0C-8126-5FFA8399F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0148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82C0E6-85B1-4A0C-8126-5FFA8399F4A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829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6D1E8-8681-D204-D156-0BE4B9337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CE4DF7-2CAA-F9C7-9EBF-6C242620C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42DA18-17DD-0B2D-FE82-AD3D226754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04A3A-E641-3225-FD9C-7A0B01872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82C0E6-85B1-4A0C-8126-5FFA8399F4A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079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3" name="PlaceHolder 2"/>
          <p:cNvSpPr>
            <a:spLocks noGrp="1"/>
          </p:cNvSpPr>
          <p:nvPr>
            <p:ph type="title"/>
          </p:nvPr>
        </p:nvSpPr>
        <p:spPr>
          <a:xfrm>
            <a:off x="720000" y="1344600"/>
            <a:ext cx="1057320" cy="63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15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Poppins"/>
                <a:ea typeface="Poppi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title"/>
          </p:nvPr>
        </p:nvSpPr>
        <p:spPr>
          <a:xfrm>
            <a:off x="720000" y="3040920"/>
            <a:ext cx="1057320" cy="63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15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Poppins"/>
                <a:ea typeface="Poppi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title"/>
          </p:nvPr>
        </p:nvSpPr>
        <p:spPr>
          <a:xfrm>
            <a:off x="4366800" y="1344600"/>
            <a:ext cx="1057320" cy="63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15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Poppins"/>
                <a:ea typeface="Poppi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 type="title"/>
          </p:nvPr>
        </p:nvSpPr>
        <p:spPr>
          <a:xfrm>
            <a:off x="4366800" y="3040920"/>
            <a:ext cx="1057320" cy="63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15000"/>
              </a:lnSpc>
              <a:buNone/>
            </a:pPr>
            <a:r>
              <a:rPr lang="fr-FR" sz="3000" b="1" u="none" strike="noStrike">
                <a:solidFill>
                  <a:schemeClr val="dk2"/>
                </a:solidFill>
                <a:effectLst/>
                <a:uFillTx/>
                <a:latin typeface="Poppins"/>
                <a:ea typeface="Poppins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57" name="Google Shape;508;p13"/>
          <p:cNvGrpSpPr/>
          <p:nvPr/>
        </p:nvGrpSpPr>
        <p:grpSpPr>
          <a:xfrm>
            <a:off x="-693000" y="2711880"/>
            <a:ext cx="1981440" cy="3308400"/>
            <a:chOff x="-693000" y="2711880"/>
            <a:chExt cx="1981440" cy="3308400"/>
          </a:xfrm>
        </p:grpSpPr>
        <p:sp>
          <p:nvSpPr>
            <p:cNvPr id="158" name="Google Shape;509;p13"/>
            <p:cNvSpPr/>
            <p:nvPr/>
          </p:nvSpPr>
          <p:spPr>
            <a:xfrm flipH="1">
              <a:off x="-504720" y="4279320"/>
              <a:ext cx="1139040" cy="986400"/>
            </a:xfrm>
            <a:custGeom>
              <a:avLst/>
              <a:gdLst>
                <a:gd name="textAreaLeft" fmla="*/ 360 w 1139040"/>
                <a:gd name="textAreaRight" fmla="*/ 1139760 w 1139040"/>
                <a:gd name="textAreaTop" fmla="*/ 0 h 986400"/>
                <a:gd name="textAreaBottom" fmla="*/ 986760 h 986400"/>
              </a:gdLst>
              <a:ahLst/>
              <a:cxnLst/>
              <a:rect l="textAreaLeft" t="textAreaTop" r="textAreaRight" b="textAreaBottom"/>
              <a:pathLst>
                <a:path w="51285" h="44413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 rotWithShape="0">
              <a:gsLst>
                <a:gs pos="0">
                  <a:srgbClr val="F5F8FF"/>
                </a:gs>
                <a:gs pos="22000">
                  <a:srgbClr val="F5F8FF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000"/>
                  </a:srgbClr>
                </a:gs>
              </a:gsLst>
              <a:lin ang="8094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59" name="Google Shape;510;p13"/>
            <p:cNvGrpSpPr/>
            <p:nvPr/>
          </p:nvGrpSpPr>
          <p:grpSpPr>
            <a:xfrm>
              <a:off x="171000" y="4682160"/>
              <a:ext cx="327960" cy="328320"/>
              <a:chOff x="171000" y="4682160"/>
              <a:chExt cx="327960" cy="328320"/>
            </a:xfrm>
          </p:grpSpPr>
          <p:sp>
            <p:nvSpPr>
              <p:cNvPr id="160" name="Google Shape;511;p13"/>
              <p:cNvSpPr/>
              <p:nvPr/>
            </p:nvSpPr>
            <p:spPr>
              <a:xfrm>
                <a:off x="171000" y="4682160"/>
                <a:ext cx="115560" cy="115560"/>
              </a:xfrm>
              <a:custGeom>
                <a:avLst/>
                <a:gdLst>
                  <a:gd name="textAreaLeft" fmla="*/ 0 w 115560"/>
                  <a:gd name="textAreaRight" fmla="*/ 115920 w 115560"/>
                  <a:gd name="textAreaTop" fmla="*/ 0 h 115560"/>
                  <a:gd name="textAreaBottom" fmla="*/ 115920 h 11556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7960" bIns="57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1" name="Google Shape;512;p13"/>
              <p:cNvSpPr/>
              <p:nvPr/>
            </p:nvSpPr>
            <p:spPr>
              <a:xfrm>
                <a:off x="206280" y="4717800"/>
                <a:ext cx="115560" cy="115560"/>
              </a:xfrm>
              <a:custGeom>
                <a:avLst/>
                <a:gdLst>
                  <a:gd name="textAreaLeft" fmla="*/ 0 w 115560"/>
                  <a:gd name="textAreaRight" fmla="*/ 115920 w 115560"/>
                  <a:gd name="textAreaTop" fmla="*/ 0 h 115560"/>
                  <a:gd name="textAreaBottom" fmla="*/ 115920 h 115560"/>
                </a:gdLst>
                <a:ahLst/>
                <a:cxnLst/>
                <a:rect l="textAreaLeft" t="textAreaTop" r="textAreaRight" b="textAreaBottom"/>
                <a:pathLst>
                  <a:path w="9996" h="9995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7960" bIns="57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2" name="Google Shape;513;p13"/>
              <p:cNvSpPr/>
              <p:nvPr/>
            </p:nvSpPr>
            <p:spPr>
              <a:xfrm>
                <a:off x="241920" y="4753080"/>
                <a:ext cx="115560" cy="115560"/>
              </a:xfrm>
              <a:custGeom>
                <a:avLst/>
                <a:gdLst>
                  <a:gd name="textAreaLeft" fmla="*/ 0 w 115560"/>
                  <a:gd name="textAreaRight" fmla="*/ 115920 w 115560"/>
                  <a:gd name="textAreaTop" fmla="*/ 0 h 115560"/>
                  <a:gd name="textAreaBottom" fmla="*/ 115920 h 11556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7960" bIns="57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3" name="Google Shape;514;p13"/>
              <p:cNvSpPr/>
              <p:nvPr/>
            </p:nvSpPr>
            <p:spPr>
              <a:xfrm>
                <a:off x="277200" y="4788720"/>
                <a:ext cx="115560" cy="115200"/>
              </a:xfrm>
              <a:custGeom>
                <a:avLst/>
                <a:gdLst>
                  <a:gd name="textAreaLeft" fmla="*/ 0 w 115560"/>
                  <a:gd name="textAreaRight" fmla="*/ 115920 w 115560"/>
                  <a:gd name="textAreaTop" fmla="*/ 0 h 115200"/>
                  <a:gd name="textAreaBottom" fmla="*/ 115560 h 115200"/>
                </a:gdLst>
                <a:ahLst/>
                <a:cxnLst/>
                <a:rect l="textAreaLeft" t="textAreaTop" r="textAreaRight" b="textAreaBottom"/>
                <a:pathLst>
                  <a:path w="9995" h="9981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7600" bIns="576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4" name="Google Shape;515;p13"/>
              <p:cNvSpPr/>
              <p:nvPr/>
            </p:nvSpPr>
            <p:spPr>
              <a:xfrm>
                <a:off x="312840" y="4824000"/>
                <a:ext cx="115560" cy="115560"/>
              </a:xfrm>
              <a:custGeom>
                <a:avLst/>
                <a:gdLst>
                  <a:gd name="textAreaLeft" fmla="*/ 0 w 115560"/>
                  <a:gd name="textAreaRight" fmla="*/ 115920 w 115560"/>
                  <a:gd name="textAreaTop" fmla="*/ 0 h 115560"/>
                  <a:gd name="textAreaBottom" fmla="*/ 115920 h 11556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7960" bIns="57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5" name="Google Shape;516;p13"/>
              <p:cNvSpPr/>
              <p:nvPr/>
            </p:nvSpPr>
            <p:spPr>
              <a:xfrm>
                <a:off x="348480" y="4859640"/>
                <a:ext cx="115200" cy="115200"/>
              </a:xfrm>
              <a:custGeom>
                <a:avLst/>
                <a:gdLst>
                  <a:gd name="textAreaLeft" fmla="*/ 0 w 115200"/>
                  <a:gd name="textAreaRight" fmla="*/ 115560 w 115200"/>
                  <a:gd name="textAreaTop" fmla="*/ 0 h 115200"/>
                  <a:gd name="textAreaBottom" fmla="*/ 115560 h 115200"/>
                </a:gdLst>
                <a:ahLst/>
                <a:cxnLst/>
                <a:rect l="textAreaLeft" t="textAreaTop" r="textAreaRight" b="textAreaBottom"/>
                <a:pathLst>
                  <a:path w="9980" h="9981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7600" bIns="576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6" name="Google Shape;517;p13"/>
              <p:cNvSpPr/>
              <p:nvPr/>
            </p:nvSpPr>
            <p:spPr>
              <a:xfrm>
                <a:off x="383400" y="4894920"/>
                <a:ext cx="115560" cy="115560"/>
              </a:xfrm>
              <a:custGeom>
                <a:avLst/>
                <a:gdLst>
                  <a:gd name="textAreaLeft" fmla="*/ 0 w 115560"/>
                  <a:gd name="textAreaRight" fmla="*/ 115920 w 115560"/>
                  <a:gd name="textAreaTop" fmla="*/ 0 h 115560"/>
                  <a:gd name="textAreaBottom" fmla="*/ 115920 h 11556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7960" bIns="579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67" name="Google Shape;518;p13"/>
            <p:cNvGrpSpPr/>
            <p:nvPr/>
          </p:nvGrpSpPr>
          <p:grpSpPr>
            <a:xfrm>
              <a:off x="-693000" y="2711880"/>
              <a:ext cx="1116720" cy="1598040"/>
              <a:chOff x="-693000" y="2711880"/>
              <a:chExt cx="1116720" cy="1598040"/>
            </a:xfrm>
          </p:grpSpPr>
          <p:sp>
            <p:nvSpPr>
              <p:cNvPr id="168" name="Google Shape;519;p13"/>
              <p:cNvSpPr/>
              <p:nvPr/>
            </p:nvSpPr>
            <p:spPr>
              <a:xfrm rot="9000000">
                <a:off x="-283680" y="2659320"/>
                <a:ext cx="246600" cy="170280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702800"/>
                  <a:gd name="textAreaBottom" fmla="*/ 1703160 h 170280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169" name="Google Shape;520;p13"/>
              <p:cNvGrpSpPr/>
              <p:nvPr/>
            </p:nvGrpSpPr>
            <p:grpSpPr>
              <a:xfrm>
                <a:off x="290160" y="4120920"/>
                <a:ext cx="133560" cy="133560"/>
                <a:chOff x="290160" y="4120920"/>
                <a:chExt cx="133560" cy="133560"/>
              </a:xfrm>
            </p:grpSpPr>
            <p:sp>
              <p:nvSpPr>
                <p:cNvPr id="170" name="Google Shape;521;p13"/>
                <p:cNvSpPr/>
                <p:nvPr/>
              </p:nvSpPr>
              <p:spPr>
                <a:xfrm>
                  <a:off x="290160" y="4120920"/>
                  <a:ext cx="133560" cy="133560"/>
                </a:xfrm>
                <a:custGeom>
                  <a:avLst/>
                  <a:gdLst>
                    <a:gd name="textAreaLeft" fmla="*/ 0 w 133560"/>
                    <a:gd name="textAreaRight" fmla="*/ 133920 w 133560"/>
                    <a:gd name="textAreaTop" fmla="*/ 0 h 133560"/>
                    <a:gd name="textAreaBottom" fmla="*/ 133920 h 13356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3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00"/>
                </a:gradFill>
                <a:ln w="0">
                  <a:noFill/>
                </a:ln>
                <a:effectLst>
                  <a:outerShdw blurRad="42840" dist="9220" dir="2319588" algn="bl" rotWithShape="0">
                    <a:schemeClr val="lt2"/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6960" bIns="66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1" name="Google Shape;522;p13"/>
                <p:cNvSpPr/>
                <p:nvPr/>
              </p:nvSpPr>
              <p:spPr>
                <a:xfrm>
                  <a:off x="317160" y="4151520"/>
                  <a:ext cx="79920" cy="72720"/>
                </a:xfrm>
                <a:custGeom>
                  <a:avLst/>
                  <a:gdLst>
                    <a:gd name="textAreaLeft" fmla="*/ 0 w 79920"/>
                    <a:gd name="textAreaRight" fmla="*/ 80280 w 79920"/>
                    <a:gd name="textAreaTop" fmla="*/ 0 h 72720"/>
                    <a:gd name="textAreaBottom" fmla="*/ 73080 h 7272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3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00"/>
                </a:gradFill>
                <a:ln w="0">
                  <a:noFill/>
                </a:ln>
                <a:effectLst>
                  <a:outerShdw blurRad="42840" dist="9220" dir="2319588" algn="bl" rotWithShape="0">
                    <a:schemeClr val="lt2"/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6360" bIns="363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72" name="Google Shape;523;p13"/>
            <p:cNvGrpSpPr/>
            <p:nvPr/>
          </p:nvGrpSpPr>
          <p:grpSpPr>
            <a:xfrm>
              <a:off x="-132840" y="3610800"/>
              <a:ext cx="363960" cy="1786680"/>
              <a:chOff x="-132840" y="3610800"/>
              <a:chExt cx="363960" cy="1786680"/>
            </a:xfrm>
          </p:grpSpPr>
          <p:sp>
            <p:nvSpPr>
              <p:cNvPr id="173" name="Google Shape;524;p13"/>
              <p:cNvSpPr/>
              <p:nvPr/>
            </p:nvSpPr>
            <p:spPr>
              <a:xfrm rot="21519000">
                <a:off x="-35280" y="3691800"/>
                <a:ext cx="246600" cy="170280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702800"/>
                  <a:gd name="textAreaBottom" fmla="*/ 1703160 h 170280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174" name="Google Shape;525;p13"/>
              <p:cNvGrpSpPr/>
              <p:nvPr/>
            </p:nvGrpSpPr>
            <p:grpSpPr>
              <a:xfrm>
                <a:off x="-132840" y="3610800"/>
                <a:ext cx="181440" cy="181080"/>
                <a:chOff x="-132840" y="3610800"/>
                <a:chExt cx="181440" cy="181080"/>
              </a:xfrm>
            </p:grpSpPr>
            <p:sp>
              <p:nvSpPr>
                <p:cNvPr id="175" name="Google Shape;526;p13"/>
                <p:cNvSpPr/>
                <p:nvPr/>
              </p:nvSpPr>
              <p:spPr>
                <a:xfrm rot="12519000">
                  <a:off x="-108720" y="3634200"/>
                  <a:ext cx="133560" cy="133560"/>
                </a:xfrm>
                <a:custGeom>
                  <a:avLst/>
                  <a:gdLst>
                    <a:gd name="textAreaLeft" fmla="*/ 0 w 133560"/>
                    <a:gd name="textAreaRight" fmla="*/ 133920 w 133560"/>
                    <a:gd name="textAreaTop" fmla="*/ 0 h 133560"/>
                    <a:gd name="textAreaBottom" fmla="*/ 133920 h 13356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3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00"/>
                </a:gradFill>
                <a:ln w="0">
                  <a:noFill/>
                </a:ln>
                <a:effectLst>
                  <a:outerShdw blurRad="42840" dist="9220" dir="2319588" algn="bl" rotWithShape="0">
                    <a:schemeClr val="lt2"/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6960" bIns="66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76" name="Google Shape;527;p13"/>
                <p:cNvSpPr/>
                <p:nvPr/>
              </p:nvSpPr>
              <p:spPr>
                <a:xfrm rot="12519000">
                  <a:off x="-81720" y="3664440"/>
                  <a:ext cx="79920" cy="72720"/>
                </a:xfrm>
                <a:custGeom>
                  <a:avLst/>
                  <a:gdLst>
                    <a:gd name="textAreaLeft" fmla="*/ 0 w 79920"/>
                    <a:gd name="textAreaRight" fmla="*/ 80280 w 79920"/>
                    <a:gd name="textAreaTop" fmla="*/ 0 h 72720"/>
                    <a:gd name="textAreaBottom" fmla="*/ 73080 h 7272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3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00"/>
                </a:gradFill>
                <a:ln w="0">
                  <a:noFill/>
                </a:ln>
                <a:effectLst>
                  <a:outerShdw blurRad="42840" dist="9220" dir="2319588" algn="bl" rotWithShape="0">
                    <a:schemeClr val="lt2"/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6360" bIns="363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77" name="Google Shape;528;p13"/>
            <p:cNvGrpSpPr/>
            <p:nvPr/>
          </p:nvGrpSpPr>
          <p:grpSpPr>
            <a:xfrm>
              <a:off x="171720" y="4422600"/>
              <a:ext cx="1116720" cy="1597680"/>
              <a:chOff x="171720" y="4422600"/>
              <a:chExt cx="1116720" cy="1597680"/>
            </a:xfrm>
          </p:grpSpPr>
          <p:sp>
            <p:nvSpPr>
              <p:cNvPr id="178" name="Google Shape;529;p13"/>
              <p:cNvSpPr/>
              <p:nvPr/>
            </p:nvSpPr>
            <p:spPr>
              <a:xfrm rot="19800000">
                <a:off x="632520" y="4369680"/>
                <a:ext cx="246600" cy="170280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702800"/>
                  <a:gd name="textAreaBottom" fmla="*/ 1703160 h 170280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179" name="Google Shape;530;p13"/>
              <p:cNvGrpSpPr/>
              <p:nvPr/>
            </p:nvGrpSpPr>
            <p:grpSpPr>
              <a:xfrm>
                <a:off x="171720" y="4478040"/>
                <a:ext cx="133560" cy="133560"/>
                <a:chOff x="171720" y="4478040"/>
                <a:chExt cx="133560" cy="133560"/>
              </a:xfrm>
            </p:grpSpPr>
            <p:sp>
              <p:nvSpPr>
                <p:cNvPr id="180" name="Google Shape;531;p13"/>
                <p:cNvSpPr/>
                <p:nvPr/>
              </p:nvSpPr>
              <p:spPr>
                <a:xfrm rot="10800000">
                  <a:off x="171720" y="4478040"/>
                  <a:ext cx="133560" cy="133560"/>
                </a:xfrm>
                <a:custGeom>
                  <a:avLst/>
                  <a:gdLst>
                    <a:gd name="textAreaLeft" fmla="*/ 0 w 133560"/>
                    <a:gd name="textAreaRight" fmla="*/ 133920 w 133560"/>
                    <a:gd name="textAreaTop" fmla="*/ 0 h 133560"/>
                    <a:gd name="textAreaBottom" fmla="*/ 133920 h 13356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3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00"/>
                </a:gradFill>
                <a:ln w="0">
                  <a:noFill/>
                </a:ln>
                <a:effectLst>
                  <a:outerShdw blurRad="42840" dist="9220" dir="2319588" algn="bl" rotWithShape="0">
                    <a:schemeClr val="lt2"/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6960" bIns="66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81" name="Google Shape;532;p13"/>
                <p:cNvSpPr/>
                <p:nvPr/>
              </p:nvSpPr>
              <p:spPr>
                <a:xfrm rot="10800000">
                  <a:off x="198360" y="4508280"/>
                  <a:ext cx="79920" cy="72720"/>
                </a:xfrm>
                <a:custGeom>
                  <a:avLst/>
                  <a:gdLst>
                    <a:gd name="textAreaLeft" fmla="*/ 0 w 79920"/>
                    <a:gd name="textAreaRight" fmla="*/ 80280 w 79920"/>
                    <a:gd name="textAreaTop" fmla="*/ 0 h 72720"/>
                    <a:gd name="textAreaBottom" fmla="*/ 73080 h 7272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3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00"/>
                </a:gradFill>
                <a:ln w="0">
                  <a:noFill/>
                </a:ln>
                <a:effectLst>
                  <a:outerShdw blurRad="42840" dist="9220" dir="2319588" algn="bl" rotWithShape="0">
                    <a:schemeClr val="lt2"/>
                  </a:outerShdw>
                </a:effectLst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6360" bIns="363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grpSp>
        <p:nvGrpSpPr>
          <p:cNvPr id="182" name="Google Shape;533;p13"/>
          <p:cNvGrpSpPr/>
          <p:nvPr/>
        </p:nvGrpSpPr>
        <p:grpSpPr>
          <a:xfrm>
            <a:off x="6471000" y="-1724760"/>
            <a:ext cx="4026960" cy="4161240"/>
            <a:chOff x="6471000" y="-1724760"/>
            <a:chExt cx="4026960" cy="4161240"/>
          </a:xfrm>
        </p:grpSpPr>
        <p:grpSp>
          <p:nvGrpSpPr>
            <p:cNvPr id="183" name="Google Shape;534;p13"/>
            <p:cNvGrpSpPr/>
            <p:nvPr/>
          </p:nvGrpSpPr>
          <p:grpSpPr>
            <a:xfrm>
              <a:off x="6576120" y="-1724760"/>
              <a:ext cx="3921840" cy="4161240"/>
              <a:chOff x="6576120" y="-1724760"/>
              <a:chExt cx="3921840" cy="4161240"/>
            </a:xfrm>
          </p:grpSpPr>
          <p:sp>
            <p:nvSpPr>
              <p:cNvPr id="184" name="Google Shape;535;p13"/>
              <p:cNvSpPr/>
              <p:nvPr/>
            </p:nvSpPr>
            <p:spPr>
              <a:xfrm rot="8100000" flipV="1">
                <a:off x="7268040" y="-1267920"/>
                <a:ext cx="2538000" cy="3008520"/>
              </a:xfrm>
              <a:custGeom>
                <a:avLst/>
                <a:gdLst>
                  <a:gd name="textAreaLeft" fmla="*/ 0 w 2538000"/>
                  <a:gd name="textAreaRight" fmla="*/ 2538360 w 2538000"/>
                  <a:gd name="textAreaTop" fmla="*/ -360 h 3008520"/>
                  <a:gd name="textAreaBottom" fmla="*/ 3008520 h 3008520"/>
                </a:gdLst>
                <a:ahLst/>
                <a:cxnLst/>
                <a:rect l="textAreaLeft" t="textAreaTop" r="textAreaRight" b="textAreaBottom"/>
                <a:pathLst>
                  <a:path w="97678" h="115794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5" name="Google Shape;536;p13"/>
              <p:cNvSpPr/>
              <p:nvPr/>
            </p:nvSpPr>
            <p:spPr>
              <a:xfrm rot="8100000" flipV="1">
                <a:off x="7034760" y="-934200"/>
                <a:ext cx="1852560" cy="1936800"/>
              </a:xfrm>
              <a:custGeom>
                <a:avLst/>
                <a:gdLst>
                  <a:gd name="textAreaLeft" fmla="*/ 0 w 1852560"/>
                  <a:gd name="textAreaRight" fmla="*/ 1852920 w 1852560"/>
                  <a:gd name="textAreaTop" fmla="*/ 360 h 1936800"/>
                  <a:gd name="textAreaBottom" fmla="*/ 1937520 h 1936800"/>
                </a:gdLst>
                <a:ahLst/>
                <a:cxnLst/>
                <a:rect l="textAreaLeft" t="textAreaTop" r="textAreaRight" b="textAreaBottom"/>
                <a:pathLst>
                  <a:path w="71320" h="7455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6" name="Google Shape;537;p13"/>
              <p:cNvSpPr/>
              <p:nvPr/>
            </p:nvSpPr>
            <p:spPr>
              <a:xfrm rot="8100000" flipV="1">
                <a:off x="7483680" y="-1037520"/>
                <a:ext cx="1997640" cy="3242880"/>
              </a:xfrm>
              <a:custGeom>
                <a:avLst/>
                <a:gdLst>
                  <a:gd name="textAreaLeft" fmla="*/ 0 w 1997640"/>
                  <a:gd name="textAreaRight" fmla="*/ 1998000 w 1997640"/>
                  <a:gd name="textAreaTop" fmla="*/ 360 h 3242880"/>
                  <a:gd name="textAreaBottom" fmla="*/ 3243600 h 3242880"/>
                </a:gdLst>
                <a:ahLst/>
                <a:cxnLst/>
                <a:rect l="textAreaLeft" t="textAreaTop" r="textAreaRight" b="textAreaBottom"/>
                <a:pathLst>
                  <a:path w="76882" h="124813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87" name="Google Shape;538;p13"/>
            <p:cNvSpPr/>
            <p:nvPr/>
          </p:nvSpPr>
          <p:spPr>
            <a:xfrm>
              <a:off x="6471000" y="-76320"/>
              <a:ext cx="283680" cy="245520"/>
            </a:xfrm>
            <a:custGeom>
              <a:avLst/>
              <a:gdLst>
                <a:gd name="textAreaLeft" fmla="*/ 0 w 283680"/>
                <a:gd name="textAreaRight" fmla="*/ 284040 w 283680"/>
                <a:gd name="textAreaTop" fmla="*/ 0 h 245520"/>
                <a:gd name="textAreaBottom" fmla="*/ 245880 h 245520"/>
              </a:gdLst>
              <a:ahLst/>
              <a:cxnLst/>
              <a:rect l="textAreaLeft" t="textAreaTop" r="textAreaRight" b="textAreaBottom"/>
              <a:pathLst>
                <a:path w="51285" h="44413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>
                    <a:alpha val="2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" name="Google Shape;539;p13"/>
            <p:cNvSpPr/>
            <p:nvPr/>
          </p:nvSpPr>
          <p:spPr>
            <a:xfrm>
              <a:off x="6703920" y="-125280"/>
              <a:ext cx="570240" cy="493560"/>
            </a:xfrm>
            <a:custGeom>
              <a:avLst/>
              <a:gdLst>
                <a:gd name="textAreaLeft" fmla="*/ 0 w 570240"/>
                <a:gd name="textAreaRight" fmla="*/ 570600 w 570240"/>
                <a:gd name="textAreaTop" fmla="*/ 0 h 493560"/>
                <a:gd name="textAreaBottom" fmla="*/ 493920 h 493560"/>
              </a:gdLst>
              <a:ahLst/>
              <a:cxnLst/>
              <a:rect l="textAreaLeft" t="textAreaTop" r="textAreaRight" b="textAreaBottom"/>
              <a:pathLst>
                <a:path w="51285" h="44413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 rotWithShape="0">
              <a:gsLst>
                <a:gs pos="0">
                  <a:srgbClr val="F5F8FF"/>
                </a:gs>
                <a:gs pos="22000">
                  <a:srgbClr val="F5F8FF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000"/>
                  </a:srgbClr>
                </a:gs>
              </a:gsLst>
              <a:lin ang="27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89" name="Google Shape;540;p13"/>
          <p:cNvGrpSpPr/>
          <p:nvPr/>
        </p:nvGrpSpPr>
        <p:grpSpPr>
          <a:xfrm>
            <a:off x="783360" y="-601200"/>
            <a:ext cx="993960" cy="1794960"/>
            <a:chOff x="783360" y="-601200"/>
            <a:chExt cx="993960" cy="1794960"/>
          </a:xfrm>
        </p:grpSpPr>
        <p:sp>
          <p:nvSpPr>
            <p:cNvPr id="190" name="Google Shape;541;p13"/>
            <p:cNvSpPr/>
            <p:nvPr/>
          </p:nvSpPr>
          <p:spPr>
            <a:xfrm>
              <a:off x="1643400" y="229320"/>
              <a:ext cx="133920" cy="133920"/>
            </a:xfrm>
            <a:prstGeom prst="ellipse">
              <a:avLst/>
            </a:prstGeom>
            <a:noFill/>
            <a:ln w="9525">
              <a:solidFill>
                <a:srgbClr val="0C0A9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520" bIns="47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cxnSp>
          <p:nvCxnSpPr>
            <p:cNvPr id="191" name="Google Shape;542;p13"/>
            <p:cNvCxnSpPr/>
            <p:nvPr/>
          </p:nvCxnSpPr>
          <p:spPr>
            <a:xfrm flipV="1">
              <a:off x="783360" y="-601200"/>
              <a:ext cx="360" cy="1795320"/>
            </a:xfrm>
            <a:prstGeom prst="straightConnector1">
              <a:avLst/>
            </a:prstGeom>
            <a:ln w="9525">
              <a:solidFill>
                <a:srgbClr val="0C0A9E"/>
              </a:solidFill>
              <a:round/>
            </a:ln>
          </p:spPr>
        </p:cxnSp>
        <p:sp>
          <p:nvSpPr>
            <p:cNvPr id="192" name="Google Shape;543;p13"/>
            <p:cNvSpPr/>
            <p:nvPr/>
          </p:nvSpPr>
          <p:spPr>
            <a:xfrm>
              <a:off x="1673640" y="259200"/>
              <a:ext cx="73440" cy="734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5920" bIns="25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713160" y="3349080"/>
            <a:ext cx="6690960" cy="531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17" name="Google Shape;673;p17"/>
          <p:cNvGrpSpPr/>
          <p:nvPr/>
        </p:nvGrpSpPr>
        <p:grpSpPr>
          <a:xfrm>
            <a:off x="-2176560" y="-112320"/>
            <a:ext cx="4680000" cy="5934600"/>
            <a:chOff x="-2176560" y="-112320"/>
            <a:chExt cx="4680000" cy="5934600"/>
          </a:xfrm>
        </p:grpSpPr>
        <p:grpSp>
          <p:nvGrpSpPr>
            <p:cNvPr id="318" name="Google Shape;674;p17"/>
            <p:cNvGrpSpPr/>
            <p:nvPr/>
          </p:nvGrpSpPr>
          <p:grpSpPr>
            <a:xfrm>
              <a:off x="-2176560" y="-112320"/>
              <a:ext cx="4680000" cy="5934600"/>
              <a:chOff x="-2176560" y="-112320"/>
              <a:chExt cx="4680000" cy="5934600"/>
            </a:xfrm>
          </p:grpSpPr>
          <p:sp>
            <p:nvSpPr>
              <p:cNvPr id="319" name="Google Shape;675;p17"/>
              <p:cNvSpPr/>
              <p:nvPr/>
            </p:nvSpPr>
            <p:spPr>
              <a:xfrm rot="18900000">
                <a:off x="-1523880" y="2178360"/>
                <a:ext cx="2925000" cy="3057480"/>
              </a:xfrm>
              <a:custGeom>
                <a:avLst/>
                <a:gdLst>
                  <a:gd name="textAreaLeft" fmla="*/ 0 w 2925000"/>
                  <a:gd name="textAreaRight" fmla="*/ 2925360 w 2925000"/>
                  <a:gd name="textAreaTop" fmla="*/ 0 h 3057480"/>
                  <a:gd name="textAreaBottom" fmla="*/ 3057840 h 3057480"/>
                </a:gdLst>
                <a:ahLst/>
                <a:cxnLst/>
                <a:rect l="textAreaLeft" t="textAreaTop" r="textAreaRight" b="textAreaBottom"/>
                <a:pathLst>
                  <a:path w="71320" h="7455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320" name="Google Shape;676;p17"/>
              <p:cNvGrpSpPr/>
              <p:nvPr/>
            </p:nvGrpSpPr>
            <p:grpSpPr>
              <a:xfrm>
                <a:off x="214200" y="4320360"/>
                <a:ext cx="174600" cy="822960"/>
                <a:chOff x="214200" y="4320360"/>
                <a:chExt cx="174600" cy="822960"/>
              </a:xfrm>
            </p:grpSpPr>
            <p:sp>
              <p:nvSpPr>
                <p:cNvPr id="321" name="Google Shape;677;p17"/>
                <p:cNvSpPr/>
                <p:nvPr/>
              </p:nvSpPr>
              <p:spPr>
                <a:xfrm rot="18900000">
                  <a:off x="239400" y="4994640"/>
                  <a:ext cx="123120" cy="12312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38" h="4937">
                      <a:moveTo>
                        <a:pt x="1403" y="0"/>
                      </a:moveTo>
                      <a:lnTo>
                        <a:pt x="1" y="1402"/>
                      </a:lnTo>
                      <a:lnTo>
                        <a:pt x="3536" y="4937"/>
                      </a:lnTo>
                      <a:lnTo>
                        <a:pt x="4937" y="3535"/>
                      </a:lnTo>
                      <a:lnTo>
                        <a:pt x="140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37000"/>
                      </a:srgbClr>
                    </a:gs>
                    <a:gs pos="100000">
                      <a:srgbClr val="FFFFFF">
                        <a:alpha val="3700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2" name="Google Shape;678;p17"/>
                <p:cNvSpPr/>
                <p:nvPr/>
              </p:nvSpPr>
              <p:spPr>
                <a:xfrm rot="18900000">
                  <a:off x="239760" y="4886280"/>
                  <a:ext cx="123120" cy="12348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480"/>
                    <a:gd name="textAreaBottom" fmla="*/ 123840 h 123480"/>
                  </a:gdLst>
                  <a:ahLst/>
                  <a:cxnLst/>
                  <a:rect l="textAreaLeft" t="textAreaTop" r="textAreaRight" b="textAreaBottom"/>
                  <a:pathLst>
                    <a:path w="4937" h="4953">
                      <a:moveTo>
                        <a:pt x="1402" y="1"/>
                      </a:moveTo>
                      <a:lnTo>
                        <a:pt x="0" y="1403"/>
                      </a:lnTo>
                      <a:lnTo>
                        <a:pt x="3535" y="4952"/>
                      </a:lnTo>
                      <a:lnTo>
                        <a:pt x="4937" y="3551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37000"/>
                      </a:srgbClr>
                    </a:gs>
                    <a:gs pos="100000">
                      <a:srgbClr val="FFFFFF">
                        <a:alpha val="3700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920" bIns="61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3" name="Google Shape;679;p17"/>
                <p:cNvSpPr/>
                <p:nvPr/>
              </p:nvSpPr>
              <p:spPr>
                <a:xfrm rot="18900000">
                  <a:off x="239400" y="4778280"/>
                  <a:ext cx="123480" cy="123120"/>
                </a:xfrm>
                <a:custGeom>
                  <a:avLst/>
                  <a:gdLst>
                    <a:gd name="textAreaLeft" fmla="*/ 0 w 123480"/>
                    <a:gd name="textAreaRight" fmla="*/ 123840 w 12348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53" h="4938">
                      <a:moveTo>
                        <a:pt x="1402" y="1"/>
                      </a:moveTo>
                      <a:lnTo>
                        <a:pt x="1" y="1402"/>
                      </a:lnTo>
                      <a:lnTo>
                        <a:pt x="3551" y="4937"/>
                      </a:lnTo>
                      <a:lnTo>
                        <a:pt x="4952" y="3535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37000"/>
                      </a:srgbClr>
                    </a:gs>
                    <a:gs pos="100000">
                      <a:srgbClr val="FFFFFF">
                        <a:alpha val="3700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4" name="Google Shape;680;p17"/>
                <p:cNvSpPr/>
                <p:nvPr/>
              </p:nvSpPr>
              <p:spPr>
                <a:xfrm rot="18900000">
                  <a:off x="239400" y="4670280"/>
                  <a:ext cx="123480" cy="123120"/>
                </a:xfrm>
                <a:custGeom>
                  <a:avLst/>
                  <a:gdLst>
                    <a:gd name="textAreaLeft" fmla="*/ 0 w 123480"/>
                    <a:gd name="textAreaRight" fmla="*/ 123840 w 12348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53" h="4937">
                      <a:moveTo>
                        <a:pt x="1402" y="0"/>
                      </a:moveTo>
                      <a:lnTo>
                        <a:pt x="1" y="1402"/>
                      </a:lnTo>
                      <a:lnTo>
                        <a:pt x="3551" y="4937"/>
                      </a:lnTo>
                      <a:lnTo>
                        <a:pt x="4952" y="3550"/>
                      </a:lnTo>
                      <a:lnTo>
                        <a:pt x="1402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37000"/>
                      </a:srgbClr>
                    </a:gs>
                    <a:gs pos="100000">
                      <a:srgbClr val="FFFFFF">
                        <a:alpha val="3700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5" name="Google Shape;681;p17"/>
                <p:cNvSpPr/>
                <p:nvPr/>
              </p:nvSpPr>
              <p:spPr>
                <a:xfrm rot="18900000">
                  <a:off x="239760" y="4562280"/>
                  <a:ext cx="123120" cy="12312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37" h="4937">
                      <a:moveTo>
                        <a:pt x="1402" y="0"/>
                      </a:moveTo>
                      <a:lnTo>
                        <a:pt x="0" y="1386"/>
                      </a:lnTo>
                      <a:lnTo>
                        <a:pt x="3535" y="4936"/>
                      </a:lnTo>
                      <a:lnTo>
                        <a:pt x="4937" y="3535"/>
                      </a:lnTo>
                      <a:lnTo>
                        <a:pt x="1402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37000"/>
                      </a:srgbClr>
                    </a:gs>
                    <a:gs pos="100000">
                      <a:srgbClr val="FFFFFF">
                        <a:alpha val="3700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6" name="Google Shape;682;p17"/>
                <p:cNvSpPr/>
                <p:nvPr/>
              </p:nvSpPr>
              <p:spPr>
                <a:xfrm rot="18900000">
                  <a:off x="239400" y="4454280"/>
                  <a:ext cx="123120" cy="12312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38" h="4938">
                      <a:moveTo>
                        <a:pt x="1402" y="1"/>
                      </a:moveTo>
                      <a:lnTo>
                        <a:pt x="1" y="1402"/>
                      </a:lnTo>
                      <a:lnTo>
                        <a:pt x="3535" y="4937"/>
                      </a:lnTo>
                      <a:lnTo>
                        <a:pt x="4937" y="3535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37000"/>
                      </a:srgbClr>
                    </a:gs>
                    <a:gs pos="100000">
                      <a:srgbClr val="FFFFFF">
                        <a:alpha val="3700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7" name="Google Shape;683;p17"/>
                <p:cNvSpPr/>
                <p:nvPr/>
              </p:nvSpPr>
              <p:spPr>
                <a:xfrm rot="18900000">
                  <a:off x="239760" y="4345560"/>
                  <a:ext cx="123120" cy="12348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480"/>
                    <a:gd name="textAreaBottom" fmla="*/ 123840 h 123480"/>
                  </a:gdLst>
                  <a:ahLst/>
                  <a:cxnLst/>
                  <a:rect l="textAreaLeft" t="textAreaTop" r="textAreaRight" b="textAreaBottom"/>
                  <a:pathLst>
                    <a:path w="4937" h="4953">
                      <a:moveTo>
                        <a:pt x="1387" y="1"/>
                      </a:moveTo>
                      <a:lnTo>
                        <a:pt x="0" y="1403"/>
                      </a:lnTo>
                      <a:lnTo>
                        <a:pt x="3535" y="4953"/>
                      </a:lnTo>
                      <a:lnTo>
                        <a:pt x="4936" y="3551"/>
                      </a:lnTo>
                      <a:lnTo>
                        <a:pt x="1387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37000"/>
                      </a:srgbClr>
                    </a:gs>
                    <a:gs pos="100000">
                      <a:srgbClr val="FFFFFF">
                        <a:alpha val="3700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920" bIns="61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328" name="Google Shape;684;p17"/>
              <p:cNvGrpSpPr/>
              <p:nvPr/>
            </p:nvGrpSpPr>
            <p:grpSpPr>
              <a:xfrm>
                <a:off x="20520" y="2584080"/>
                <a:ext cx="174600" cy="823320"/>
                <a:chOff x="20520" y="2584080"/>
                <a:chExt cx="174600" cy="823320"/>
              </a:xfrm>
            </p:grpSpPr>
            <p:sp>
              <p:nvSpPr>
                <p:cNvPr id="329" name="Google Shape;685;p17"/>
                <p:cNvSpPr/>
                <p:nvPr/>
              </p:nvSpPr>
              <p:spPr>
                <a:xfrm rot="18900000">
                  <a:off x="45720" y="3258720"/>
                  <a:ext cx="123120" cy="12312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38" h="4937">
                      <a:moveTo>
                        <a:pt x="1403" y="0"/>
                      </a:moveTo>
                      <a:lnTo>
                        <a:pt x="1" y="1402"/>
                      </a:lnTo>
                      <a:lnTo>
                        <a:pt x="3536" y="4937"/>
                      </a:lnTo>
                      <a:lnTo>
                        <a:pt x="4937" y="3535"/>
                      </a:lnTo>
                      <a:lnTo>
                        <a:pt x="140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37000"/>
                      </a:srgbClr>
                    </a:gs>
                    <a:gs pos="78000">
                      <a:srgbClr val="F5F8FF">
                        <a:alpha val="37000"/>
                      </a:srgbClr>
                    </a:gs>
                    <a:gs pos="100000">
                      <a:srgbClr val="F5F8FF">
                        <a:alpha val="3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0" name="Google Shape;686;p17"/>
                <p:cNvSpPr/>
                <p:nvPr/>
              </p:nvSpPr>
              <p:spPr>
                <a:xfrm rot="18900000">
                  <a:off x="46080" y="3150360"/>
                  <a:ext cx="123120" cy="12348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480"/>
                    <a:gd name="textAreaBottom" fmla="*/ 123840 h 123480"/>
                  </a:gdLst>
                  <a:ahLst/>
                  <a:cxnLst/>
                  <a:rect l="textAreaLeft" t="textAreaTop" r="textAreaRight" b="textAreaBottom"/>
                  <a:pathLst>
                    <a:path w="4937" h="4953">
                      <a:moveTo>
                        <a:pt x="1402" y="1"/>
                      </a:moveTo>
                      <a:lnTo>
                        <a:pt x="0" y="1403"/>
                      </a:lnTo>
                      <a:lnTo>
                        <a:pt x="3535" y="4952"/>
                      </a:lnTo>
                      <a:lnTo>
                        <a:pt x="4937" y="3551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37000"/>
                      </a:srgbClr>
                    </a:gs>
                    <a:gs pos="78000">
                      <a:srgbClr val="F5F8FF">
                        <a:alpha val="37000"/>
                      </a:srgbClr>
                    </a:gs>
                    <a:gs pos="100000">
                      <a:srgbClr val="F5F8FF">
                        <a:alpha val="3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920" bIns="61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1" name="Google Shape;687;p17"/>
                <p:cNvSpPr/>
                <p:nvPr/>
              </p:nvSpPr>
              <p:spPr>
                <a:xfrm rot="18900000">
                  <a:off x="45720" y="3042360"/>
                  <a:ext cx="123480" cy="123120"/>
                </a:xfrm>
                <a:custGeom>
                  <a:avLst/>
                  <a:gdLst>
                    <a:gd name="textAreaLeft" fmla="*/ 0 w 123480"/>
                    <a:gd name="textAreaRight" fmla="*/ 123840 w 12348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53" h="4938">
                      <a:moveTo>
                        <a:pt x="1402" y="1"/>
                      </a:moveTo>
                      <a:lnTo>
                        <a:pt x="1" y="1402"/>
                      </a:lnTo>
                      <a:lnTo>
                        <a:pt x="3551" y="4937"/>
                      </a:lnTo>
                      <a:lnTo>
                        <a:pt x="4952" y="3535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37000"/>
                      </a:srgbClr>
                    </a:gs>
                    <a:gs pos="78000">
                      <a:srgbClr val="F5F8FF">
                        <a:alpha val="37000"/>
                      </a:srgbClr>
                    </a:gs>
                    <a:gs pos="100000">
                      <a:srgbClr val="F5F8FF">
                        <a:alpha val="3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2" name="Google Shape;688;p17"/>
                <p:cNvSpPr/>
                <p:nvPr/>
              </p:nvSpPr>
              <p:spPr>
                <a:xfrm rot="18900000">
                  <a:off x="45720" y="2934360"/>
                  <a:ext cx="123480" cy="123120"/>
                </a:xfrm>
                <a:custGeom>
                  <a:avLst/>
                  <a:gdLst>
                    <a:gd name="textAreaLeft" fmla="*/ 0 w 123480"/>
                    <a:gd name="textAreaRight" fmla="*/ 123840 w 12348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53" h="4937">
                      <a:moveTo>
                        <a:pt x="1402" y="0"/>
                      </a:moveTo>
                      <a:lnTo>
                        <a:pt x="1" y="1402"/>
                      </a:lnTo>
                      <a:lnTo>
                        <a:pt x="3551" y="4937"/>
                      </a:lnTo>
                      <a:lnTo>
                        <a:pt x="4952" y="3550"/>
                      </a:lnTo>
                      <a:lnTo>
                        <a:pt x="1402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37000"/>
                      </a:srgbClr>
                    </a:gs>
                    <a:gs pos="78000">
                      <a:srgbClr val="F5F8FF">
                        <a:alpha val="37000"/>
                      </a:srgbClr>
                    </a:gs>
                    <a:gs pos="100000">
                      <a:srgbClr val="F5F8FF">
                        <a:alpha val="3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3" name="Google Shape;689;p17"/>
                <p:cNvSpPr/>
                <p:nvPr/>
              </p:nvSpPr>
              <p:spPr>
                <a:xfrm rot="18900000">
                  <a:off x="46080" y="2826360"/>
                  <a:ext cx="123120" cy="12312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37" h="4937">
                      <a:moveTo>
                        <a:pt x="1402" y="0"/>
                      </a:moveTo>
                      <a:lnTo>
                        <a:pt x="0" y="1386"/>
                      </a:lnTo>
                      <a:lnTo>
                        <a:pt x="3535" y="4936"/>
                      </a:lnTo>
                      <a:lnTo>
                        <a:pt x="4937" y="3535"/>
                      </a:lnTo>
                      <a:lnTo>
                        <a:pt x="1402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37000"/>
                      </a:srgbClr>
                    </a:gs>
                    <a:gs pos="78000">
                      <a:srgbClr val="F5F8FF">
                        <a:alpha val="37000"/>
                      </a:srgbClr>
                    </a:gs>
                    <a:gs pos="100000">
                      <a:srgbClr val="F5F8FF">
                        <a:alpha val="3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4" name="Google Shape;690;p17"/>
                <p:cNvSpPr/>
                <p:nvPr/>
              </p:nvSpPr>
              <p:spPr>
                <a:xfrm rot="18900000">
                  <a:off x="45720" y="2718360"/>
                  <a:ext cx="123120" cy="12312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120"/>
                    <a:gd name="textAreaBottom" fmla="*/ 123480 h 123120"/>
                  </a:gdLst>
                  <a:ahLst/>
                  <a:cxnLst/>
                  <a:rect l="textAreaLeft" t="textAreaTop" r="textAreaRight" b="textAreaBottom"/>
                  <a:pathLst>
                    <a:path w="4938" h="4938">
                      <a:moveTo>
                        <a:pt x="1402" y="1"/>
                      </a:moveTo>
                      <a:lnTo>
                        <a:pt x="1" y="1402"/>
                      </a:lnTo>
                      <a:lnTo>
                        <a:pt x="3535" y="4937"/>
                      </a:lnTo>
                      <a:lnTo>
                        <a:pt x="4937" y="3535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37000"/>
                      </a:srgbClr>
                    </a:gs>
                    <a:gs pos="78000">
                      <a:srgbClr val="F5F8FF">
                        <a:alpha val="37000"/>
                      </a:srgbClr>
                    </a:gs>
                    <a:gs pos="100000">
                      <a:srgbClr val="F5F8FF">
                        <a:alpha val="3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560" bIns="61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5" name="Google Shape;691;p17"/>
                <p:cNvSpPr/>
                <p:nvPr/>
              </p:nvSpPr>
              <p:spPr>
                <a:xfrm rot="18900000">
                  <a:off x="46080" y="2609280"/>
                  <a:ext cx="123120" cy="123480"/>
                </a:xfrm>
                <a:custGeom>
                  <a:avLst/>
                  <a:gdLst>
                    <a:gd name="textAreaLeft" fmla="*/ 0 w 123120"/>
                    <a:gd name="textAreaRight" fmla="*/ 123480 w 123120"/>
                    <a:gd name="textAreaTop" fmla="*/ 0 h 123480"/>
                    <a:gd name="textAreaBottom" fmla="*/ 123840 h 123480"/>
                  </a:gdLst>
                  <a:ahLst/>
                  <a:cxnLst/>
                  <a:rect l="textAreaLeft" t="textAreaTop" r="textAreaRight" b="textAreaBottom"/>
                  <a:pathLst>
                    <a:path w="4937" h="4953">
                      <a:moveTo>
                        <a:pt x="1387" y="1"/>
                      </a:moveTo>
                      <a:lnTo>
                        <a:pt x="0" y="1403"/>
                      </a:lnTo>
                      <a:lnTo>
                        <a:pt x="3535" y="4953"/>
                      </a:lnTo>
                      <a:lnTo>
                        <a:pt x="4936" y="3551"/>
                      </a:lnTo>
                      <a:lnTo>
                        <a:pt x="1387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37000"/>
                      </a:srgbClr>
                    </a:gs>
                    <a:gs pos="78000">
                      <a:srgbClr val="F5F8FF">
                        <a:alpha val="37000"/>
                      </a:srgbClr>
                    </a:gs>
                    <a:gs pos="100000">
                      <a:srgbClr val="F5F8FF">
                        <a:alpha val="3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1920" bIns="61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sp>
            <p:nvSpPr>
              <p:cNvPr id="336" name="Google Shape;692;p17"/>
              <p:cNvSpPr/>
              <p:nvPr/>
            </p:nvSpPr>
            <p:spPr>
              <a:xfrm rot="2700000" flipH="1">
                <a:off x="-1073880" y="473760"/>
                <a:ext cx="2925000" cy="3057480"/>
              </a:xfrm>
              <a:custGeom>
                <a:avLst/>
                <a:gdLst>
                  <a:gd name="textAreaLeft" fmla="*/ -360 w 2925000"/>
                  <a:gd name="textAreaRight" fmla="*/ 2925000 w 2925000"/>
                  <a:gd name="textAreaTop" fmla="*/ 0 h 3057480"/>
                  <a:gd name="textAreaBottom" fmla="*/ 3057840 h 3057480"/>
                </a:gdLst>
                <a:ahLst/>
                <a:cxnLst/>
                <a:rect l="textAreaLeft" t="textAreaTop" r="textAreaRight" b="textAreaBottom"/>
                <a:pathLst>
                  <a:path w="71320" h="7455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37" name="Google Shape;693;p17"/>
            <p:cNvGrpSpPr/>
            <p:nvPr/>
          </p:nvGrpSpPr>
          <p:grpSpPr>
            <a:xfrm>
              <a:off x="-234360" y="3727440"/>
              <a:ext cx="438840" cy="438840"/>
              <a:chOff x="-234360" y="3727440"/>
              <a:chExt cx="438840" cy="438840"/>
            </a:xfrm>
          </p:grpSpPr>
          <p:sp>
            <p:nvSpPr>
              <p:cNvPr id="338" name="Google Shape;694;p17"/>
              <p:cNvSpPr/>
              <p:nvPr/>
            </p:nvSpPr>
            <p:spPr>
              <a:xfrm>
                <a:off x="-234360" y="3727440"/>
                <a:ext cx="438840" cy="438840"/>
              </a:xfrm>
              <a:custGeom>
                <a:avLst/>
                <a:gdLst>
                  <a:gd name="textAreaLeft" fmla="*/ 0 w 438840"/>
                  <a:gd name="textAreaRight" fmla="*/ 439200 w 438840"/>
                  <a:gd name="textAreaTop" fmla="*/ 0 h 438840"/>
                  <a:gd name="textAreaBottom" fmla="*/ 439200 h 43884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9" name="Google Shape;695;p17"/>
              <p:cNvSpPr/>
              <p:nvPr/>
            </p:nvSpPr>
            <p:spPr>
              <a:xfrm>
                <a:off x="-146160" y="3827520"/>
                <a:ext cx="262440" cy="239400"/>
              </a:xfrm>
              <a:custGeom>
                <a:avLst/>
                <a:gdLst>
                  <a:gd name="textAreaLeft" fmla="*/ 0 w 262440"/>
                  <a:gd name="textAreaRight" fmla="*/ 262800 w 262440"/>
                  <a:gd name="textAreaTop" fmla="*/ 0 h 239400"/>
                  <a:gd name="textAreaBottom" fmla="*/ 239760 h 23940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40" name="Google Shape;696;p17"/>
            <p:cNvGrpSpPr/>
            <p:nvPr/>
          </p:nvGrpSpPr>
          <p:grpSpPr>
            <a:xfrm>
              <a:off x="713520" y="4931640"/>
              <a:ext cx="438840" cy="438840"/>
              <a:chOff x="713520" y="4931640"/>
              <a:chExt cx="438840" cy="438840"/>
            </a:xfrm>
          </p:grpSpPr>
          <p:sp>
            <p:nvSpPr>
              <p:cNvPr id="341" name="Google Shape;697;p17"/>
              <p:cNvSpPr/>
              <p:nvPr/>
            </p:nvSpPr>
            <p:spPr>
              <a:xfrm rot="10800000">
                <a:off x="713520" y="4931640"/>
                <a:ext cx="438840" cy="438840"/>
              </a:xfrm>
              <a:custGeom>
                <a:avLst/>
                <a:gdLst>
                  <a:gd name="textAreaLeft" fmla="*/ 0 w 438840"/>
                  <a:gd name="textAreaRight" fmla="*/ 439200 w 438840"/>
                  <a:gd name="textAreaTop" fmla="*/ 0 h 438840"/>
                  <a:gd name="textAreaBottom" fmla="*/ 439200 h 43884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2" name="Google Shape;698;p17"/>
              <p:cNvSpPr/>
              <p:nvPr/>
            </p:nvSpPr>
            <p:spPr>
              <a:xfrm rot="10800000">
                <a:off x="801720" y="5031000"/>
                <a:ext cx="262440" cy="239400"/>
              </a:xfrm>
              <a:custGeom>
                <a:avLst/>
                <a:gdLst>
                  <a:gd name="textAreaLeft" fmla="*/ 0 w 262440"/>
                  <a:gd name="textAreaRight" fmla="*/ 262800 w 262440"/>
                  <a:gd name="textAreaTop" fmla="*/ 0 h 239400"/>
                  <a:gd name="textAreaBottom" fmla="*/ 239760 h 23940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343" name="Google Shape;699;p17"/>
          <p:cNvGrpSpPr/>
          <p:nvPr/>
        </p:nvGrpSpPr>
        <p:grpSpPr>
          <a:xfrm>
            <a:off x="6642360" y="-392400"/>
            <a:ext cx="4558680" cy="1863360"/>
            <a:chOff x="6642360" y="-392400"/>
            <a:chExt cx="4558680" cy="1863360"/>
          </a:xfrm>
        </p:grpSpPr>
        <p:pic>
          <p:nvPicPr>
            <p:cNvPr id="344" name="Google Shape;700;p17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8354880" y="-392400"/>
              <a:ext cx="2441520" cy="186336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345" name="Google Shape;701;p17"/>
            <p:cNvGrpSpPr/>
            <p:nvPr/>
          </p:nvGrpSpPr>
          <p:grpSpPr>
            <a:xfrm>
              <a:off x="7215120" y="-117000"/>
              <a:ext cx="2584080" cy="1134720"/>
              <a:chOff x="7215120" y="-117000"/>
              <a:chExt cx="2584080" cy="1134720"/>
            </a:xfrm>
          </p:grpSpPr>
          <p:grpSp>
            <p:nvGrpSpPr>
              <p:cNvPr id="346" name="Google Shape;702;p17"/>
              <p:cNvGrpSpPr/>
              <p:nvPr/>
            </p:nvGrpSpPr>
            <p:grpSpPr>
              <a:xfrm>
                <a:off x="7429320" y="-117000"/>
                <a:ext cx="2369880" cy="1134720"/>
                <a:chOff x="7429320" y="-117000"/>
                <a:chExt cx="2369880" cy="1134720"/>
              </a:xfrm>
            </p:grpSpPr>
            <p:sp>
              <p:nvSpPr>
                <p:cNvPr id="347" name="Google Shape;703;p17"/>
                <p:cNvSpPr/>
                <p:nvPr/>
              </p:nvSpPr>
              <p:spPr>
                <a:xfrm rot="16200000">
                  <a:off x="7993080" y="-680400"/>
                  <a:ext cx="1134360" cy="2262240"/>
                </a:xfrm>
                <a:custGeom>
                  <a:avLst/>
                  <a:gdLst>
                    <a:gd name="textAreaLeft" fmla="*/ 0 w 1134360"/>
                    <a:gd name="textAreaRight" fmla="*/ 1134720 w 1134360"/>
                    <a:gd name="textAreaTop" fmla="*/ 0 h 2262240"/>
                    <a:gd name="textAreaBottom" fmla="*/ 2262600 h 2262240"/>
                  </a:gdLst>
                  <a:ahLst/>
                  <a:cxnLst/>
                  <a:rect l="textAreaLeft" t="textAreaTop" r="textAreaRight" b="textAreaBottom"/>
                  <a:pathLst>
                    <a:path w="34647" h="69081">
                      <a:moveTo>
                        <a:pt x="34434" y="1"/>
                      </a:moveTo>
                      <a:lnTo>
                        <a:pt x="25429" y="8990"/>
                      </a:lnTo>
                      <a:lnTo>
                        <a:pt x="25383" y="9051"/>
                      </a:lnTo>
                      <a:lnTo>
                        <a:pt x="25383" y="32651"/>
                      </a:lnTo>
                      <a:lnTo>
                        <a:pt x="15130" y="42920"/>
                      </a:lnTo>
                      <a:lnTo>
                        <a:pt x="15084" y="42951"/>
                      </a:lnTo>
                      <a:lnTo>
                        <a:pt x="15084" y="60472"/>
                      </a:lnTo>
                      <a:lnTo>
                        <a:pt x="9614" y="65957"/>
                      </a:lnTo>
                      <a:lnTo>
                        <a:pt x="0" y="65957"/>
                      </a:lnTo>
                      <a:lnTo>
                        <a:pt x="0" y="69080"/>
                      </a:lnTo>
                      <a:lnTo>
                        <a:pt x="320" y="69080"/>
                      </a:lnTo>
                      <a:lnTo>
                        <a:pt x="320" y="66262"/>
                      </a:lnTo>
                      <a:lnTo>
                        <a:pt x="9751" y="66262"/>
                      </a:lnTo>
                      <a:lnTo>
                        <a:pt x="15389" y="60609"/>
                      </a:lnTo>
                      <a:lnTo>
                        <a:pt x="15389" y="43088"/>
                      </a:lnTo>
                      <a:lnTo>
                        <a:pt x="25658" y="32819"/>
                      </a:lnTo>
                      <a:lnTo>
                        <a:pt x="25688" y="32788"/>
                      </a:lnTo>
                      <a:lnTo>
                        <a:pt x="25688" y="9188"/>
                      </a:lnTo>
                      <a:lnTo>
                        <a:pt x="34647" y="214"/>
                      </a:lnTo>
                      <a:lnTo>
                        <a:pt x="34434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48" name="Google Shape;704;p17"/>
                <p:cNvSpPr/>
                <p:nvPr/>
              </p:nvSpPr>
              <p:spPr>
                <a:xfrm rot="5400000">
                  <a:off x="8100720" y="-680760"/>
                  <a:ext cx="1134360" cy="2262240"/>
                </a:xfrm>
                <a:custGeom>
                  <a:avLst/>
                  <a:gdLst>
                    <a:gd name="textAreaLeft" fmla="*/ 0 w 1134360"/>
                    <a:gd name="textAreaRight" fmla="*/ 1134720 w 1134360"/>
                    <a:gd name="textAreaTop" fmla="*/ 0 h 2262240"/>
                    <a:gd name="textAreaBottom" fmla="*/ 2262600 h 2262240"/>
                  </a:gdLst>
                  <a:ahLst/>
                  <a:cxnLst/>
                  <a:rect l="textAreaLeft" t="textAreaTop" r="textAreaRight" b="textAreaBottom"/>
                  <a:pathLst>
                    <a:path w="34647" h="69081">
                      <a:moveTo>
                        <a:pt x="34434" y="1"/>
                      </a:moveTo>
                      <a:lnTo>
                        <a:pt x="25429" y="8990"/>
                      </a:lnTo>
                      <a:lnTo>
                        <a:pt x="25383" y="9051"/>
                      </a:lnTo>
                      <a:lnTo>
                        <a:pt x="25383" y="32651"/>
                      </a:lnTo>
                      <a:lnTo>
                        <a:pt x="15130" y="42920"/>
                      </a:lnTo>
                      <a:lnTo>
                        <a:pt x="15084" y="42951"/>
                      </a:lnTo>
                      <a:lnTo>
                        <a:pt x="15084" y="60472"/>
                      </a:lnTo>
                      <a:lnTo>
                        <a:pt x="9614" y="65957"/>
                      </a:lnTo>
                      <a:lnTo>
                        <a:pt x="0" y="65957"/>
                      </a:lnTo>
                      <a:lnTo>
                        <a:pt x="0" y="69080"/>
                      </a:lnTo>
                      <a:lnTo>
                        <a:pt x="320" y="69080"/>
                      </a:lnTo>
                      <a:lnTo>
                        <a:pt x="320" y="66262"/>
                      </a:lnTo>
                      <a:lnTo>
                        <a:pt x="9751" y="66262"/>
                      </a:lnTo>
                      <a:lnTo>
                        <a:pt x="15389" y="60609"/>
                      </a:lnTo>
                      <a:lnTo>
                        <a:pt x="15389" y="43088"/>
                      </a:lnTo>
                      <a:lnTo>
                        <a:pt x="25658" y="32819"/>
                      </a:lnTo>
                      <a:lnTo>
                        <a:pt x="25688" y="32788"/>
                      </a:lnTo>
                      <a:lnTo>
                        <a:pt x="25688" y="9188"/>
                      </a:lnTo>
                      <a:lnTo>
                        <a:pt x="34647" y="214"/>
                      </a:lnTo>
                      <a:lnTo>
                        <a:pt x="34434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sp>
            <p:nvSpPr>
              <p:cNvPr id="349" name="Google Shape;705;p17"/>
              <p:cNvSpPr/>
              <p:nvPr/>
            </p:nvSpPr>
            <p:spPr>
              <a:xfrm rot="5400000">
                <a:off x="8213400" y="-4932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50" name="Google Shape;706;p17"/>
              <p:cNvSpPr/>
              <p:nvPr/>
            </p:nvSpPr>
            <p:spPr>
              <a:xfrm rot="5400000">
                <a:off x="8574840" y="81720"/>
                <a:ext cx="581760" cy="57564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75640"/>
                  <a:gd name="textAreaBottom" fmla="*/ 576000 h 57564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351" name="Google Shape;707;p17"/>
              <p:cNvGrpSpPr/>
              <p:nvPr/>
            </p:nvGrpSpPr>
            <p:grpSpPr>
              <a:xfrm>
                <a:off x="7215120" y="-91440"/>
                <a:ext cx="1001160" cy="353160"/>
                <a:chOff x="7215120" y="-91440"/>
                <a:chExt cx="1001160" cy="353160"/>
              </a:xfrm>
            </p:grpSpPr>
            <p:sp>
              <p:nvSpPr>
                <p:cNvPr id="352" name="Google Shape;708;p17"/>
                <p:cNvSpPr/>
                <p:nvPr/>
              </p:nvSpPr>
              <p:spPr>
                <a:xfrm rot="13500000" flipV="1">
                  <a:off x="7914960" y="-39600"/>
                  <a:ext cx="249480" cy="249480"/>
                </a:xfrm>
                <a:custGeom>
                  <a:avLst/>
                  <a:gdLst>
                    <a:gd name="textAreaLeft" fmla="*/ 0 w 249480"/>
                    <a:gd name="textAreaRight" fmla="*/ 249840 w 249480"/>
                    <a:gd name="textAreaTop" fmla="*/ -360 h 249480"/>
                    <a:gd name="textAreaBottom" fmla="*/ 249480 h 24948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3" name="Google Shape;709;p17"/>
                <p:cNvSpPr/>
                <p:nvPr/>
              </p:nvSpPr>
              <p:spPr>
                <a:xfrm rot="13500000" flipV="1">
                  <a:off x="7807320" y="-39600"/>
                  <a:ext cx="249480" cy="249480"/>
                </a:xfrm>
                <a:custGeom>
                  <a:avLst/>
                  <a:gdLst>
                    <a:gd name="textAreaLeft" fmla="*/ 0 w 249480"/>
                    <a:gd name="textAreaRight" fmla="*/ 249840 w 249480"/>
                    <a:gd name="textAreaTop" fmla="*/ -360 h 249480"/>
                    <a:gd name="textAreaBottom" fmla="*/ 249480 h 249480"/>
                  </a:gdLst>
                  <a:ahLst/>
                  <a:cxnLst/>
                  <a:rect l="textAreaLeft" t="textAreaTop" r="textAreaRight" b="textAreaBottom"/>
                  <a:pathLst>
                    <a:path w="9996" h="9995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4" name="Google Shape;710;p17"/>
                <p:cNvSpPr/>
                <p:nvPr/>
              </p:nvSpPr>
              <p:spPr>
                <a:xfrm rot="13500000" flipV="1">
                  <a:off x="7698960" y="-39600"/>
                  <a:ext cx="249480" cy="249480"/>
                </a:xfrm>
                <a:custGeom>
                  <a:avLst/>
                  <a:gdLst>
                    <a:gd name="textAreaLeft" fmla="*/ 0 w 249480"/>
                    <a:gd name="textAreaRight" fmla="*/ 249840 w 249480"/>
                    <a:gd name="textAreaTop" fmla="*/ -360 h 249480"/>
                    <a:gd name="textAreaBottom" fmla="*/ 249480 h 24948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5" name="Google Shape;711;p17"/>
                <p:cNvSpPr/>
                <p:nvPr/>
              </p:nvSpPr>
              <p:spPr>
                <a:xfrm rot="13500000" flipV="1">
                  <a:off x="7590960" y="-39960"/>
                  <a:ext cx="249480" cy="249120"/>
                </a:xfrm>
                <a:custGeom>
                  <a:avLst/>
                  <a:gdLst>
                    <a:gd name="textAreaLeft" fmla="*/ 0 w 249480"/>
                    <a:gd name="textAreaRight" fmla="*/ 249840 w 249480"/>
                    <a:gd name="textAreaTop" fmla="*/ 360 h 249120"/>
                    <a:gd name="textAreaBottom" fmla="*/ 249840 h 249120"/>
                  </a:gdLst>
                  <a:ahLst/>
                  <a:cxnLst/>
                  <a:rect l="textAreaLeft" t="textAreaTop" r="textAreaRight" b="textAreaBottom"/>
                  <a:pathLst>
                    <a:path w="9995" h="9981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6" name="Google Shape;712;p17"/>
                <p:cNvSpPr/>
                <p:nvPr/>
              </p:nvSpPr>
              <p:spPr>
                <a:xfrm rot="13500000" flipV="1">
                  <a:off x="7482600" y="-39240"/>
                  <a:ext cx="249480" cy="249480"/>
                </a:xfrm>
                <a:custGeom>
                  <a:avLst/>
                  <a:gdLst>
                    <a:gd name="textAreaLeft" fmla="*/ 0 w 249480"/>
                    <a:gd name="textAreaRight" fmla="*/ 249840 w 249480"/>
                    <a:gd name="textAreaTop" fmla="*/ -360 h 249480"/>
                    <a:gd name="textAreaBottom" fmla="*/ 249480 h 24948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7" name="Google Shape;713;p17"/>
                <p:cNvSpPr/>
                <p:nvPr/>
              </p:nvSpPr>
              <p:spPr>
                <a:xfrm rot="13500000" flipV="1">
                  <a:off x="7374600" y="-39240"/>
                  <a:ext cx="249120" cy="249120"/>
                </a:xfrm>
                <a:custGeom>
                  <a:avLst/>
                  <a:gdLst>
                    <a:gd name="textAreaLeft" fmla="*/ 0 w 249120"/>
                    <a:gd name="textAreaRight" fmla="*/ 249480 w 249120"/>
                    <a:gd name="textAreaTop" fmla="*/ 360 h 249120"/>
                    <a:gd name="textAreaBottom" fmla="*/ 249840 h 249120"/>
                  </a:gdLst>
                  <a:ahLst/>
                  <a:cxnLst/>
                  <a:rect l="textAreaLeft" t="textAreaTop" r="textAreaRight" b="textAreaBottom"/>
                  <a:pathLst>
                    <a:path w="9980" h="9981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58" name="Google Shape;714;p17"/>
                <p:cNvSpPr/>
                <p:nvPr/>
              </p:nvSpPr>
              <p:spPr>
                <a:xfrm rot="13500000" flipV="1">
                  <a:off x="7266600" y="-39240"/>
                  <a:ext cx="249480" cy="249480"/>
                </a:xfrm>
                <a:custGeom>
                  <a:avLst/>
                  <a:gdLst>
                    <a:gd name="textAreaLeft" fmla="*/ 0 w 249480"/>
                    <a:gd name="textAreaRight" fmla="*/ 249840 w 249480"/>
                    <a:gd name="textAreaTop" fmla="*/ -360 h 249480"/>
                    <a:gd name="textAreaBottom" fmla="*/ 249480 h 24948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359" name="Google Shape;715;p17"/>
            <p:cNvGrpSpPr/>
            <p:nvPr/>
          </p:nvGrpSpPr>
          <p:grpSpPr>
            <a:xfrm>
              <a:off x="6642360" y="234000"/>
              <a:ext cx="4558680" cy="133920"/>
              <a:chOff x="6642360" y="234000"/>
              <a:chExt cx="4558680" cy="133920"/>
            </a:xfrm>
          </p:grpSpPr>
          <p:sp>
            <p:nvSpPr>
              <p:cNvPr id="360" name="Google Shape;716;p17"/>
              <p:cNvSpPr/>
              <p:nvPr/>
            </p:nvSpPr>
            <p:spPr>
              <a:xfrm rot="10800000">
                <a:off x="6642360" y="23400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361" name="Google Shape;717;p17"/>
              <p:cNvCxnSpPr/>
              <p:nvPr/>
            </p:nvCxnSpPr>
            <p:spPr>
              <a:xfrm flipH="1">
                <a:off x="6738120" y="300960"/>
                <a:ext cx="446328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  <p:sp>
            <p:nvSpPr>
              <p:cNvPr id="362" name="Google Shape;718;p17"/>
              <p:cNvSpPr/>
              <p:nvPr/>
            </p:nvSpPr>
            <p:spPr>
              <a:xfrm rot="10800000">
                <a:off x="6672960" y="26460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3" name="Google Shape;720;p18"/>
          <p:cNvGrpSpPr/>
          <p:nvPr/>
        </p:nvGrpSpPr>
        <p:grpSpPr>
          <a:xfrm>
            <a:off x="5405040" y="2221200"/>
            <a:ext cx="4262760" cy="3616920"/>
            <a:chOff x="5405040" y="2221200"/>
            <a:chExt cx="4262760" cy="3616920"/>
          </a:xfrm>
        </p:grpSpPr>
        <p:sp>
          <p:nvSpPr>
            <p:cNvPr id="364" name="Google Shape;721;p18"/>
            <p:cNvSpPr/>
            <p:nvPr/>
          </p:nvSpPr>
          <p:spPr>
            <a:xfrm>
              <a:off x="5405040" y="2221200"/>
              <a:ext cx="4262760" cy="3616920"/>
            </a:xfrm>
            <a:prstGeom prst="ellipse">
              <a:avLst/>
            </a:prstGeom>
            <a:gradFill rotWithShape="0">
              <a:gsLst>
                <a:gs pos="0">
                  <a:srgbClr val="9900FF">
                    <a:alpha val="29000"/>
                  </a:srgbClr>
                </a:gs>
                <a:gs pos="26000">
                  <a:srgbClr val="F5F8FF"/>
                </a:gs>
                <a:gs pos="44000">
                  <a:srgbClr val="FFFFFF">
                    <a:alpha val="0"/>
                  </a:srgbClr>
                </a:gs>
                <a:gs pos="82000">
                  <a:srgbClr val="F5F8FF"/>
                </a:gs>
                <a:gs pos="100000">
                  <a:srgbClr val="F5F8FF"/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365" name="Google Shape;722;p18"/>
            <p:cNvGrpSpPr/>
            <p:nvPr/>
          </p:nvGrpSpPr>
          <p:grpSpPr>
            <a:xfrm>
              <a:off x="7294320" y="4854960"/>
              <a:ext cx="930600" cy="525600"/>
              <a:chOff x="7294320" y="4854960"/>
              <a:chExt cx="930600" cy="525600"/>
            </a:xfrm>
          </p:grpSpPr>
          <p:grpSp>
            <p:nvGrpSpPr>
              <p:cNvPr id="366" name="Google Shape;723;p18"/>
              <p:cNvGrpSpPr/>
              <p:nvPr/>
            </p:nvGrpSpPr>
            <p:grpSpPr>
              <a:xfrm>
                <a:off x="7786080" y="4941720"/>
                <a:ext cx="438840" cy="438840"/>
                <a:chOff x="7786080" y="4941720"/>
                <a:chExt cx="438840" cy="438840"/>
              </a:xfrm>
            </p:grpSpPr>
            <p:sp>
              <p:nvSpPr>
                <p:cNvPr id="367" name="Google Shape;724;p18"/>
                <p:cNvSpPr/>
                <p:nvPr/>
              </p:nvSpPr>
              <p:spPr>
                <a:xfrm>
                  <a:off x="7786080" y="4941720"/>
                  <a:ext cx="438840" cy="438840"/>
                </a:xfrm>
                <a:custGeom>
                  <a:avLst/>
                  <a:gdLst>
                    <a:gd name="textAreaLeft" fmla="*/ 0 w 438840"/>
                    <a:gd name="textAreaRight" fmla="*/ 439200 w 438840"/>
                    <a:gd name="textAreaTop" fmla="*/ 0 h 438840"/>
                    <a:gd name="textAreaBottom" fmla="*/ 439200 h 43884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68" name="Google Shape;725;p18"/>
                <p:cNvSpPr/>
                <p:nvPr/>
              </p:nvSpPr>
              <p:spPr>
                <a:xfrm>
                  <a:off x="7874640" y="5041800"/>
                  <a:ext cx="262440" cy="239400"/>
                </a:xfrm>
                <a:custGeom>
                  <a:avLst/>
                  <a:gdLst>
                    <a:gd name="textAreaLeft" fmla="*/ 0 w 262440"/>
                    <a:gd name="textAreaRight" fmla="*/ 262800 w 262440"/>
                    <a:gd name="textAreaTop" fmla="*/ 0 h 239400"/>
                    <a:gd name="textAreaBottom" fmla="*/ 239760 h 23940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369" name="Google Shape;726;p18"/>
              <p:cNvGrpSpPr/>
              <p:nvPr/>
            </p:nvGrpSpPr>
            <p:grpSpPr>
              <a:xfrm>
                <a:off x="7294320" y="4854960"/>
                <a:ext cx="438840" cy="438840"/>
                <a:chOff x="7294320" y="4854960"/>
                <a:chExt cx="438840" cy="438840"/>
              </a:xfrm>
            </p:grpSpPr>
            <p:sp>
              <p:nvSpPr>
                <p:cNvPr id="370" name="Google Shape;727;p18"/>
                <p:cNvSpPr/>
                <p:nvPr/>
              </p:nvSpPr>
              <p:spPr>
                <a:xfrm>
                  <a:off x="7294320" y="4854960"/>
                  <a:ext cx="438840" cy="438840"/>
                </a:xfrm>
                <a:custGeom>
                  <a:avLst/>
                  <a:gdLst>
                    <a:gd name="textAreaLeft" fmla="*/ 0 w 438840"/>
                    <a:gd name="textAreaRight" fmla="*/ 439200 w 438840"/>
                    <a:gd name="textAreaTop" fmla="*/ 0 h 438840"/>
                    <a:gd name="textAreaBottom" fmla="*/ 439200 h 43884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/>
                    </a:gs>
                    <a:gs pos="78000">
                      <a:srgbClr val="F5F8FF"/>
                    </a:gs>
                    <a:gs pos="100000">
                      <a:srgbClr val="F5F8FF"/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71" name="Google Shape;728;p18"/>
                <p:cNvSpPr/>
                <p:nvPr/>
              </p:nvSpPr>
              <p:spPr>
                <a:xfrm>
                  <a:off x="7382520" y="4955040"/>
                  <a:ext cx="262440" cy="239400"/>
                </a:xfrm>
                <a:custGeom>
                  <a:avLst/>
                  <a:gdLst>
                    <a:gd name="textAreaLeft" fmla="*/ 0 w 262440"/>
                    <a:gd name="textAreaRight" fmla="*/ 262800 w 262440"/>
                    <a:gd name="textAreaTop" fmla="*/ 0 h 239400"/>
                    <a:gd name="textAreaBottom" fmla="*/ 239760 h 23940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/>
                    </a:gs>
                    <a:gs pos="78000">
                      <a:srgbClr val="F5F8FF"/>
                    </a:gs>
                    <a:gs pos="100000">
                      <a:srgbClr val="F5F8FF"/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73" name="Google Shape;730;p18"/>
          <p:cNvGrpSpPr/>
          <p:nvPr/>
        </p:nvGrpSpPr>
        <p:grpSpPr>
          <a:xfrm>
            <a:off x="-2174760" y="3012480"/>
            <a:ext cx="3700800" cy="3344760"/>
            <a:chOff x="-2174760" y="3012480"/>
            <a:chExt cx="3700800" cy="3344760"/>
          </a:xfrm>
        </p:grpSpPr>
        <p:pic>
          <p:nvPicPr>
            <p:cNvPr id="374" name="Google Shape;731;p18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 rot="10800000">
              <a:off x="-2174760" y="3532680"/>
              <a:ext cx="3700800" cy="2824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75" name="Google Shape;732;p18"/>
            <p:cNvSpPr/>
            <p:nvPr/>
          </p:nvSpPr>
          <p:spPr>
            <a:xfrm rot="10800000">
              <a:off x="-690120" y="3012480"/>
              <a:ext cx="1201320" cy="2824560"/>
            </a:xfrm>
            <a:custGeom>
              <a:avLst/>
              <a:gdLst>
                <a:gd name="textAreaLeft" fmla="*/ 0 w 1201320"/>
                <a:gd name="textAreaRight" fmla="*/ 1201680 w 1201320"/>
                <a:gd name="textAreaTop" fmla="*/ 0 h 2824560"/>
                <a:gd name="textAreaBottom" fmla="*/ 2824920 h 282456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6" name="Google Shape;733;p18"/>
            <p:cNvSpPr/>
            <p:nvPr/>
          </p:nvSpPr>
          <p:spPr>
            <a:xfrm rot="10800000">
              <a:off x="-495000" y="3013200"/>
              <a:ext cx="1201320" cy="2824560"/>
            </a:xfrm>
            <a:custGeom>
              <a:avLst/>
              <a:gdLst>
                <a:gd name="textAreaLeft" fmla="*/ 0 w 1201320"/>
                <a:gd name="textAreaRight" fmla="*/ 1201680 w 1201320"/>
                <a:gd name="textAreaTop" fmla="*/ 0 h 2824560"/>
                <a:gd name="textAreaBottom" fmla="*/ 2824920 h 282456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377" name="Google Shape;734;p18"/>
            <p:cNvGrpSpPr/>
            <p:nvPr/>
          </p:nvGrpSpPr>
          <p:grpSpPr>
            <a:xfrm>
              <a:off x="-326160" y="5427000"/>
              <a:ext cx="133560" cy="133560"/>
              <a:chOff x="-326160" y="5427000"/>
              <a:chExt cx="133560" cy="133560"/>
            </a:xfrm>
          </p:grpSpPr>
          <p:sp>
            <p:nvSpPr>
              <p:cNvPr id="378" name="Google Shape;735;p18"/>
              <p:cNvSpPr/>
              <p:nvPr/>
            </p:nvSpPr>
            <p:spPr>
              <a:xfrm rot="10800000">
                <a:off x="-326160" y="5427000"/>
                <a:ext cx="133560" cy="13356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160" bIns="47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79" name="Google Shape;736;p18"/>
              <p:cNvSpPr/>
              <p:nvPr/>
            </p:nvSpPr>
            <p:spPr>
              <a:xfrm rot="10800000">
                <a:off x="-307080" y="5445720"/>
                <a:ext cx="95760" cy="9576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3840" bIns="33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80" name="Google Shape;737;p18"/>
            <p:cNvGrpSpPr/>
            <p:nvPr/>
          </p:nvGrpSpPr>
          <p:grpSpPr>
            <a:xfrm>
              <a:off x="159480" y="4587120"/>
              <a:ext cx="133560" cy="133560"/>
              <a:chOff x="159480" y="4587120"/>
              <a:chExt cx="133560" cy="133560"/>
            </a:xfrm>
          </p:grpSpPr>
          <p:sp>
            <p:nvSpPr>
              <p:cNvPr id="381" name="Google Shape;738;p18"/>
              <p:cNvSpPr/>
              <p:nvPr/>
            </p:nvSpPr>
            <p:spPr>
              <a:xfrm rot="10800000">
                <a:off x="159480" y="4587120"/>
                <a:ext cx="133560" cy="13356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160" bIns="47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82" name="Google Shape;739;p18"/>
              <p:cNvSpPr/>
              <p:nvPr/>
            </p:nvSpPr>
            <p:spPr>
              <a:xfrm rot="10800000">
                <a:off x="178200" y="4605840"/>
                <a:ext cx="95760" cy="9576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3840" bIns="33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83" name="Google Shape;740;p18"/>
            <p:cNvGrpSpPr/>
            <p:nvPr/>
          </p:nvGrpSpPr>
          <p:grpSpPr>
            <a:xfrm>
              <a:off x="251640" y="3399120"/>
              <a:ext cx="133560" cy="133560"/>
              <a:chOff x="251640" y="3399120"/>
              <a:chExt cx="133560" cy="133560"/>
            </a:xfrm>
          </p:grpSpPr>
          <p:sp>
            <p:nvSpPr>
              <p:cNvPr id="384" name="Google Shape;741;p18"/>
              <p:cNvSpPr/>
              <p:nvPr/>
            </p:nvSpPr>
            <p:spPr>
              <a:xfrm rot="10800000">
                <a:off x="251640" y="3399120"/>
                <a:ext cx="133560" cy="13356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160" bIns="47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85" name="Google Shape;742;p18"/>
              <p:cNvSpPr/>
              <p:nvPr/>
            </p:nvSpPr>
            <p:spPr>
              <a:xfrm rot="10800000">
                <a:off x="270360" y="3417840"/>
                <a:ext cx="95760" cy="9576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3840" bIns="33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386" name="Google Shape;743;p18"/>
          <p:cNvGrpSpPr/>
          <p:nvPr/>
        </p:nvGrpSpPr>
        <p:grpSpPr>
          <a:xfrm>
            <a:off x="5928840" y="-303840"/>
            <a:ext cx="5688000" cy="3547800"/>
            <a:chOff x="5928840" y="-303840"/>
            <a:chExt cx="5688000" cy="3547800"/>
          </a:xfrm>
        </p:grpSpPr>
        <p:grpSp>
          <p:nvGrpSpPr>
            <p:cNvPr id="387" name="Google Shape;744;p18"/>
            <p:cNvGrpSpPr/>
            <p:nvPr/>
          </p:nvGrpSpPr>
          <p:grpSpPr>
            <a:xfrm>
              <a:off x="8859600" y="1899360"/>
              <a:ext cx="401760" cy="1344600"/>
              <a:chOff x="8859600" y="1899360"/>
              <a:chExt cx="401760" cy="1344600"/>
            </a:xfrm>
          </p:grpSpPr>
          <p:sp>
            <p:nvSpPr>
              <p:cNvPr id="388" name="Google Shape;745;p18"/>
              <p:cNvSpPr/>
              <p:nvPr/>
            </p:nvSpPr>
            <p:spPr>
              <a:xfrm flipH="1">
                <a:off x="9014400" y="2017440"/>
                <a:ext cx="246600" cy="1226520"/>
              </a:xfrm>
              <a:custGeom>
                <a:avLst/>
                <a:gdLst>
                  <a:gd name="textAreaLeft" fmla="*/ -360 w 246600"/>
                  <a:gd name="textAreaRight" fmla="*/ 24660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3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89" name="Google Shape;746;p18"/>
              <p:cNvSpPr/>
              <p:nvPr/>
            </p:nvSpPr>
            <p:spPr>
              <a:xfrm flipH="1">
                <a:off x="8859240" y="1899360"/>
                <a:ext cx="246600" cy="1226520"/>
              </a:xfrm>
              <a:custGeom>
                <a:avLst/>
                <a:gdLst>
                  <a:gd name="textAreaLeft" fmla="*/ -360 w 246600"/>
                  <a:gd name="textAreaRight" fmla="*/ 24660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40000">
                    <a:srgbClr val="FF9900">
                      <a:alpha val="41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81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90" name="Google Shape;747;p18"/>
            <p:cNvGrpSpPr/>
            <p:nvPr/>
          </p:nvGrpSpPr>
          <p:grpSpPr>
            <a:xfrm>
              <a:off x="8674920" y="1421280"/>
              <a:ext cx="904320" cy="725760"/>
              <a:chOff x="8674920" y="1421280"/>
              <a:chExt cx="904320" cy="725760"/>
            </a:xfrm>
          </p:grpSpPr>
          <p:sp>
            <p:nvSpPr>
              <p:cNvPr id="391" name="Google Shape;748;p18"/>
              <p:cNvSpPr/>
              <p:nvPr/>
            </p:nvSpPr>
            <p:spPr>
              <a:xfrm>
                <a:off x="8906400" y="1564560"/>
                <a:ext cx="672840" cy="582480"/>
              </a:xfrm>
              <a:custGeom>
                <a:avLst/>
                <a:gdLst>
                  <a:gd name="textAreaLeft" fmla="*/ 0 w 672840"/>
                  <a:gd name="textAreaRight" fmla="*/ 673200 w 672840"/>
                  <a:gd name="textAreaTop" fmla="*/ 0 h 582480"/>
                  <a:gd name="textAreaBottom" fmla="*/ 582840 h 5824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92" name="Google Shape;749;p18"/>
              <p:cNvSpPr/>
              <p:nvPr/>
            </p:nvSpPr>
            <p:spPr>
              <a:xfrm>
                <a:off x="8894160" y="142128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93" name="Google Shape;750;p18"/>
              <p:cNvSpPr/>
              <p:nvPr/>
            </p:nvSpPr>
            <p:spPr>
              <a:xfrm>
                <a:off x="8674920" y="156456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94" name="Google Shape;751;p18"/>
            <p:cNvGrpSpPr/>
            <p:nvPr/>
          </p:nvGrpSpPr>
          <p:grpSpPr>
            <a:xfrm>
              <a:off x="7678800" y="-303840"/>
              <a:ext cx="2555280" cy="2546280"/>
              <a:chOff x="7678800" y="-303840"/>
              <a:chExt cx="2555280" cy="2546280"/>
            </a:xfrm>
          </p:grpSpPr>
          <p:sp>
            <p:nvSpPr>
              <p:cNvPr id="395" name="Google Shape;752;p18"/>
              <p:cNvSpPr/>
              <p:nvPr/>
            </p:nvSpPr>
            <p:spPr>
              <a:xfrm rot="18900000" flipH="1" flipV="1">
                <a:off x="8404560" y="-205200"/>
                <a:ext cx="981720" cy="2461320"/>
              </a:xfrm>
              <a:custGeom>
                <a:avLst/>
                <a:gdLst>
                  <a:gd name="textAreaLeft" fmla="*/ -360 w 981720"/>
                  <a:gd name="textAreaRight" fmla="*/ 981720 w 981720"/>
                  <a:gd name="textAreaTop" fmla="*/ -360 h 2461320"/>
                  <a:gd name="textAreaBottom" fmla="*/ 2461320 h 246132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8906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96" name="Google Shape;753;p18"/>
              <p:cNvSpPr/>
              <p:nvPr/>
            </p:nvSpPr>
            <p:spPr>
              <a:xfrm rot="18900000" flipH="1" flipV="1">
                <a:off x="8525160" y="-317160"/>
                <a:ext cx="981720" cy="2461320"/>
              </a:xfrm>
              <a:custGeom>
                <a:avLst/>
                <a:gdLst>
                  <a:gd name="textAreaLeft" fmla="*/ -360 w 981720"/>
                  <a:gd name="textAreaRight" fmla="*/ 981720 w 981720"/>
                  <a:gd name="textAreaTop" fmla="*/ -360 h 2461320"/>
                  <a:gd name="textAreaBottom" fmla="*/ 2461320 h 246132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397" name="Google Shape;754;p18"/>
            <p:cNvSpPr/>
            <p:nvPr/>
          </p:nvSpPr>
          <p:spPr>
            <a:xfrm rot="5400000" flipH="1">
              <a:off x="6627240" y="-895320"/>
              <a:ext cx="577080" cy="1974240"/>
            </a:xfrm>
            <a:custGeom>
              <a:avLst/>
              <a:gdLst>
                <a:gd name="textAreaLeft" fmla="*/ -360 w 577080"/>
                <a:gd name="textAreaRight" fmla="*/ 577080 w 577080"/>
                <a:gd name="textAreaTop" fmla="*/ 0 h 1974240"/>
                <a:gd name="textAreaBottom" fmla="*/ 1974600 h 197424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794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398" name="Google Shape;755;p18"/>
            <p:cNvGrpSpPr/>
            <p:nvPr/>
          </p:nvGrpSpPr>
          <p:grpSpPr>
            <a:xfrm>
              <a:off x="6993720" y="245880"/>
              <a:ext cx="4623120" cy="133560"/>
              <a:chOff x="6993720" y="245880"/>
              <a:chExt cx="4623120" cy="133560"/>
            </a:xfrm>
          </p:grpSpPr>
          <p:sp>
            <p:nvSpPr>
              <p:cNvPr id="399" name="Google Shape;756;p18"/>
              <p:cNvSpPr/>
              <p:nvPr/>
            </p:nvSpPr>
            <p:spPr>
              <a:xfrm flipH="1">
                <a:off x="6993360" y="245880"/>
                <a:ext cx="133560" cy="13356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160" bIns="47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00" name="Google Shape;757;p18"/>
              <p:cNvSpPr/>
              <p:nvPr/>
            </p:nvSpPr>
            <p:spPr>
              <a:xfrm flipH="1">
                <a:off x="7023960" y="27612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401" name="Google Shape;758;p18"/>
              <p:cNvCxnSpPr/>
              <p:nvPr/>
            </p:nvCxnSpPr>
            <p:spPr>
              <a:xfrm flipH="1">
                <a:off x="7089840" y="312840"/>
                <a:ext cx="452736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403" name="Google Shape;763;p19"/>
          <p:cNvGrpSpPr/>
          <p:nvPr/>
        </p:nvGrpSpPr>
        <p:grpSpPr>
          <a:xfrm>
            <a:off x="-96120" y="4888440"/>
            <a:ext cx="1590120" cy="87840"/>
            <a:chOff x="-96120" y="4888440"/>
            <a:chExt cx="1590120" cy="87840"/>
          </a:xfrm>
        </p:grpSpPr>
        <p:sp>
          <p:nvSpPr>
            <p:cNvPr id="404" name="Google Shape;764;p19"/>
            <p:cNvSpPr/>
            <p:nvPr/>
          </p:nvSpPr>
          <p:spPr>
            <a:xfrm rot="5400000">
              <a:off x="692640" y="4099320"/>
              <a:ext cx="12240" cy="15901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590120"/>
                <a:gd name="textAreaBottom" fmla="*/ 1590480 h 1590120"/>
              </a:gdLst>
              <a:ahLst/>
              <a:cxnLst/>
              <a:rect l="textAreaLeft" t="textAreaTop" r="textAreaRight" b="textAreaBottom"/>
              <a:pathLst>
                <a:path w="306" h="27731">
                  <a:moveTo>
                    <a:pt x="1" y="1"/>
                  </a:moveTo>
                  <a:lnTo>
                    <a:pt x="1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4700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5" name="Google Shape;765;p19"/>
            <p:cNvSpPr/>
            <p:nvPr/>
          </p:nvSpPr>
          <p:spPr>
            <a:xfrm rot="5400000">
              <a:off x="692640" y="4174920"/>
              <a:ext cx="12240" cy="15901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590120"/>
                <a:gd name="textAreaBottom" fmla="*/ 1590480 h 1590120"/>
              </a:gdLst>
              <a:ahLst/>
              <a:cxnLst/>
              <a:rect l="textAreaLeft" t="textAreaTop" r="textAreaRight" b="textAreaBottom"/>
              <a:pathLst>
                <a:path w="305" h="27731">
                  <a:moveTo>
                    <a:pt x="0" y="1"/>
                  </a:moveTo>
                  <a:lnTo>
                    <a:pt x="0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4700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406" name="Google Shape;766;p19"/>
          <p:cNvGrpSpPr/>
          <p:nvPr/>
        </p:nvGrpSpPr>
        <p:grpSpPr>
          <a:xfrm>
            <a:off x="6883560" y="1385640"/>
            <a:ext cx="4028040" cy="5283360"/>
            <a:chOff x="6883560" y="1385640"/>
            <a:chExt cx="4028040" cy="5283360"/>
          </a:xfrm>
        </p:grpSpPr>
        <p:sp>
          <p:nvSpPr>
            <p:cNvPr id="407" name="Google Shape;767;p19"/>
            <p:cNvSpPr/>
            <p:nvPr/>
          </p:nvSpPr>
          <p:spPr>
            <a:xfrm>
              <a:off x="6883560" y="1407600"/>
              <a:ext cx="4006080" cy="4748760"/>
            </a:xfrm>
            <a:custGeom>
              <a:avLst/>
              <a:gdLst>
                <a:gd name="textAreaLeft" fmla="*/ 0 w 4006080"/>
                <a:gd name="textAreaRight" fmla="*/ 4006440 w 4006080"/>
                <a:gd name="textAreaTop" fmla="*/ 0 h 4748760"/>
                <a:gd name="textAreaBottom" fmla="*/ 4749120 h 4748760"/>
              </a:gdLst>
              <a:ahLst/>
              <a:cxnLst/>
              <a:rect l="textAreaLeft" t="textAreaTop" r="textAreaRight" b="textAreaBottom"/>
              <a:pathLst>
                <a:path w="97678" h="115794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8" name="Google Shape;768;p19"/>
            <p:cNvSpPr/>
            <p:nvPr/>
          </p:nvSpPr>
          <p:spPr>
            <a:xfrm>
              <a:off x="7842240" y="1385640"/>
              <a:ext cx="2925000" cy="3057480"/>
            </a:xfrm>
            <a:custGeom>
              <a:avLst/>
              <a:gdLst>
                <a:gd name="textAreaLeft" fmla="*/ 0 w 2925000"/>
                <a:gd name="textAreaRight" fmla="*/ 2925360 w 2925000"/>
                <a:gd name="textAreaTop" fmla="*/ 0 h 3057480"/>
                <a:gd name="textAreaBottom" fmla="*/ 3057840 h 3057480"/>
              </a:gdLst>
              <a:ahLst/>
              <a:cxnLst/>
              <a:rect l="textAreaLeft" t="textAreaTop" r="textAreaRight" b="textAreaBottom"/>
              <a:pathLst>
                <a:path w="71320" h="7455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9" name="Google Shape;769;p19"/>
            <p:cNvSpPr/>
            <p:nvPr/>
          </p:nvSpPr>
          <p:spPr>
            <a:xfrm>
              <a:off x="7734240" y="2571840"/>
              <a:ext cx="1420560" cy="2832840"/>
            </a:xfrm>
            <a:custGeom>
              <a:avLst/>
              <a:gdLst>
                <a:gd name="textAreaLeft" fmla="*/ 0 w 1420560"/>
                <a:gd name="textAreaRight" fmla="*/ 1420920 w 1420560"/>
                <a:gd name="textAreaTop" fmla="*/ 0 h 2832840"/>
                <a:gd name="textAreaBottom" fmla="*/ 2833200 h 2832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0" name="Google Shape;770;p19"/>
            <p:cNvSpPr/>
            <p:nvPr/>
          </p:nvSpPr>
          <p:spPr>
            <a:xfrm>
              <a:off x="7758720" y="1550160"/>
              <a:ext cx="3152880" cy="5118840"/>
            </a:xfrm>
            <a:custGeom>
              <a:avLst/>
              <a:gdLst>
                <a:gd name="textAreaLeft" fmla="*/ 0 w 3152880"/>
                <a:gd name="textAreaRight" fmla="*/ 3153240 w 3152880"/>
                <a:gd name="textAreaTop" fmla="*/ 0 h 5118840"/>
                <a:gd name="textAreaBottom" fmla="*/ 5119200 h 5118840"/>
              </a:gdLst>
              <a:ahLst/>
              <a:cxnLst/>
              <a:rect l="textAreaLeft" t="textAreaTop" r="textAreaRight" b="textAreaBottom"/>
              <a:pathLst>
                <a:path w="76882" h="124813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411" name="Google Shape;771;p19"/>
          <p:cNvGrpSpPr/>
          <p:nvPr/>
        </p:nvGrpSpPr>
        <p:grpSpPr>
          <a:xfrm>
            <a:off x="4597920" y="-1699200"/>
            <a:ext cx="5579640" cy="3202920"/>
            <a:chOff x="4597920" y="-1699200"/>
            <a:chExt cx="5579640" cy="3202920"/>
          </a:xfrm>
        </p:grpSpPr>
        <p:grpSp>
          <p:nvGrpSpPr>
            <p:cNvPr id="412" name="Google Shape;772;p19"/>
            <p:cNvGrpSpPr/>
            <p:nvPr/>
          </p:nvGrpSpPr>
          <p:grpSpPr>
            <a:xfrm>
              <a:off x="4696200" y="-306720"/>
              <a:ext cx="916200" cy="699840"/>
              <a:chOff x="4696200" y="-306720"/>
              <a:chExt cx="916200" cy="699840"/>
            </a:xfrm>
          </p:grpSpPr>
          <p:sp>
            <p:nvSpPr>
              <p:cNvPr id="413" name="Google Shape;773;p19"/>
              <p:cNvSpPr/>
              <p:nvPr/>
            </p:nvSpPr>
            <p:spPr>
              <a:xfrm>
                <a:off x="4899600" y="-25560"/>
                <a:ext cx="483480" cy="418680"/>
              </a:xfrm>
              <a:custGeom>
                <a:avLst/>
                <a:gdLst>
                  <a:gd name="textAreaLeft" fmla="*/ 0 w 483480"/>
                  <a:gd name="textAreaRight" fmla="*/ 483840 w 483480"/>
                  <a:gd name="textAreaTop" fmla="*/ 0 h 418680"/>
                  <a:gd name="textAreaBottom" fmla="*/ 419040 h 4186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14" name="Google Shape;774;p19"/>
              <p:cNvSpPr/>
              <p:nvPr/>
            </p:nvSpPr>
            <p:spPr>
              <a:xfrm>
                <a:off x="4696200" y="-267120"/>
                <a:ext cx="483480" cy="418680"/>
              </a:xfrm>
              <a:custGeom>
                <a:avLst/>
                <a:gdLst>
                  <a:gd name="textAreaLeft" fmla="*/ 0 w 483480"/>
                  <a:gd name="textAreaRight" fmla="*/ 483840 w 483480"/>
                  <a:gd name="textAreaTop" fmla="*/ 0 h 418680"/>
                  <a:gd name="textAreaBottom" fmla="*/ 419040 h 4186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15" name="Google Shape;775;p19"/>
              <p:cNvSpPr/>
              <p:nvPr/>
            </p:nvSpPr>
            <p:spPr>
              <a:xfrm>
                <a:off x="5128920" y="-306720"/>
                <a:ext cx="483480" cy="418680"/>
              </a:xfrm>
              <a:custGeom>
                <a:avLst/>
                <a:gdLst>
                  <a:gd name="textAreaLeft" fmla="*/ 0 w 483480"/>
                  <a:gd name="textAreaRight" fmla="*/ 483840 w 483480"/>
                  <a:gd name="textAreaTop" fmla="*/ 0 h 418680"/>
                  <a:gd name="textAreaBottom" fmla="*/ 419040 h 4186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pic>
          <p:nvPicPr>
            <p:cNvPr id="416" name="Google Shape;776;p19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5980680" y="-1699200"/>
              <a:ext cx="4196880" cy="3202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17" name="Google Shape;777;p19"/>
            <p:cNvSpPr/>
            <p:nvPr/>
          </p:nvSpPr>
          <p:spPr>
            <a:xfrm rot="16200000">
              <a:off x="5359320" y="-121104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89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8" name="Google Shape;778;p19"/>
            <p:cNvSpPr/>
            <p:nvPr/>
          </p:nvSpPr>
          <p:spPr>
            <a:xfrm rot="16200000">
              <a:off x="5358600" y="-105156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419" name="Google Shape;779;p19"/>
            <p:cNvGrpSpPr/>
            <p:nvPr/>
          </p:nvGrpSpPr>
          <p:grpSpPr>
            <a:xfrm>
              <a:off x="8399520" y="57960"/>
              <a:ext cx="1493280" cy="87840"/>
              <a:chOff x="8399520" y="57960"/>
              <a:chExt cx="1493280" cy="87840"/>
            </a:xfrm>
          </p:grpSpPr>
          <p:sp>
            <p:nvSpPr>
              <p:cNvPr id="420" name="Google Shape;780;p19"/>
              <p:cNvSpPr/>
              <p:nvPr/>
            </p:nvSpPr>
            <p:spPr>
              <a:xfrm rot="16200000">
                <a:off x="9140040" y="-606600"/>
                <a:ext cx="12240" cy="149328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1493280"/>
                  <a:gd name="textAreaBottom" fmla="*/ 1493640 h 1493280"/>
                </a:gdLst>
                <a:ahLst/>
                <a:cxnLst/>
                <a:rect l="textAreaLeft" t="textAreaTop" r="textAreaRight" b="textAreaBottom"/>
                <a:pathLst>
                  <a:path w="306" h="27731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1" name="Google Shape;781;p19"/>
              <p:cNvSpPr/>
              <p:nvPr/>
            </p:nvSpPr>
            <p:spPr>
              <a:xfrm rot="16200000">
                <a:off x="9140040" y="-682200"/>
                <a:ext cx="12240" cy="149328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1493280"/>
                  <a:gd name="textAreaBottom" fmla="*/ 1493640 h 1493280"/>
                </a:gdLst>
                <a:ahLst/>
                <a:cxnLst/>
                <a:rect l="textAreaLeft" t="textAreaTop" r="textAreaRight" b="textAreaBottom"/>
                <a:pathLst>
                  <a:path w="305" h="27731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22" name="Google Shape;782;p19"/>
            <p:cNvGrpSpPr/>
            <p:nvPr/>
          </p:nvGrpSpPr>
          <p:grpSpPr>
            <a:xfrm>
              <a:off x="4695480" y="-185040"/>
              <a:ext cx="254520" cy="254880"/>
              <a:chOff x="4695480" y="-185040"/>
              <a:chExt cx="254520" cy="254880"/>
            </a:xfrm>
          </p:grpSpPr>
          <p:sp>
            <p:nvSpPr>
              <p:cNvPr id="423" name="Google Shape;783;p19"/>
              <p:cNvSpPr/>
              <p:nvPr/>
            </p:nvSpPr>
            <p:spPr>
              <a:xfrm>
                <a:off x="4695480" y="-18504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4" name="Google Shape;784;p19"/>
              <p:cNvSpPr/>
              <p:nvPr/>
            </p:nvSpPr>
            <p:spPr>
              <a:xfrm>
                <a:off x="4722840" y="-15768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5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5" name="Google Shape;785;p19"/>
              <p:cNvSpPr/>
              <p:nvPr/>
            </p:nvSpPr>
            <p:spPr>
              <a:xfrm>
                <a:off x="4750560" y="-1299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6" name="Google Shape;786;p19"/>
              <p:cNvSpPr/>
              <p:nvPr/>
            </p:nvSpPr>
            <p:spPr>
              <a:xfrm>
                <a:off x="4777920" y="-1026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81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7" name="Google Shape;787;p19"/>
              <p:cNvSpPr/>
              <p:nvPr/>
            </p:nvSpPr>
            <p:spPr>
              <a:xfrm>
                <a:off x="4805280" y="-7488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8" name="Google Shape;788;p19"/>
              <p:cNvSpPr/>
              <p:nvPr/>
            </p:nvSpPr>
            <p:spPr>
              <a:xfrm>
                <a:off x="4833000" y="-471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80" h="9981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9" name="Google Shape;789;p19"/>
              <p:cNvSpPr/>
              <p:nvPr/>
            </p:nvSpPr>
            <p:spPr>
              <a:xfrm>
                <a:off x="4860360" y="-198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30" name="Google Shape;790;p19"/>
            <p:cNvGrpSpPr/>
            <p:nvPr/>
          </p:nvGrpSpPr>
          <p:grpSpPr>
            <a:xfrm>
              <a:off x="4597920" y="-25560"/>
              <a:ext cx="254880" cy="254520"/>
              <a:chOff x="4597920" y="-25560"/>
              <a:chExt cx="254880" cy="254520"/>
            </a:xfrm>
          </p:grpSpPr>
          <p:sp>
            <p:nvSpPr>
              <p:cNvPr id="431" name="Google Shape;791;p19"/>
              <p:cNvSpPr/>
              <p:nvPr/>
            </p:nvSpPr>
            <p:spPr>
              <a:xfrm>
                <a:off x="4597920" y="-255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2" name="Google Shape;792;p19"/>
              <p:cNvSpPr/>
              <p:nvPr/>
            </p:nvSpPr>
            <p:spPr>
              <a:xfrm>
                <a:off x="4625280" y="18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5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3" name="Google Shape;793;p19"/>
              <p:cNvSpPr/>
              <p:nvPr/>
            </p:nvSpPr>
            <p:spPr>
              <a:xfrm>
                <a:off x="4653000" y="291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4" name="Google Shape;794;p19"/>
              <p:cNvSpPr/>
              <p:nvPr/>
            </p:nvSpPr>
            <p:spPr>
              <a:xfrm>
                <a:off x="4680360" y="5688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81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5" name="Google Shape;795;p19"/>
              <p:cNvSpPr/>
              <p:nvPr/>
            </p:nvSpPr>
            <p:spPr>
              <a:xfrm>
                <a:off x="4708080" y="846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6" name="Google Shape;796;p19"/>
              <p:cNvSpPr/>
              <p:nvPr/>
            </p:nvSpPr>
            <p:spPr>
              <a:xfrm>
                <a:off x="4735800" y="1119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80" h="9981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7" name="Google Shape;797;p19"/>
              <p:cNvSpPr/>
              <p:nvPr/>
            </p:nvSpPr>
            <p:spPr>
              <a:xfrm>
                <a:off x="4763160" y="13932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720000" y="1566000"/>
            <a:ext cx="2798640" cy="76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440" name="Google Shape;801;p20"/>
          <p:cNvGrpSpPr/>
          <p:nvPr/>
        </p:nvGrpSpPr>
        <p:grpSpPr>
          <a:xfrm>
            <a:off x="-1623600" y="2499840"/>
            <a:ext cx="5118840" cy="4373640"/>
            <a:chOff x="-1623600" y="2499840"/>
            <a:chExt cx="5118840" cy="4373640"/>
          </a:xfrm>
        </p:grpSpPr>
        <p:pic>
          <p:nvPicPr>
            <p:cNvPr id="441" name="Google Shape;802;p20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 rot="16200000">
              <a:off x="-1827000" y="3417480"/>
              <a:ext cx="3920040" cy="299196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442" name="Google Shape;803;p20"/>
            <p:cNvGrpSpPr/>
            <p:nvPr/>
          </p:nvGrpSpPr>
          <p:grpSpPr>
            <a:xfrm>
              <a:off x="47520" y="4588560"/>
              <a:ext cx="480600" cy="480240"/>
              <a:chOff x="47520" y="4588560"/>
              <a:chExt cx="480600" cy="480240"/>
            </a:xfrm>
          </p:grpSpPr>
          <p:sp>
            <p:nvSpPr>
              <p:cNvPr id="443" name="Google Shape;804;p20"/>
              <p:cNvSpPr/>
              <p:nvPr/>
            </p:nvSpPr>
            <p:spPr>
              <a:xfrm rot="16200000">
                <a:off x="426600" y="4967280"/>
                <a:ext cx="101520" cy="10152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38" h="4937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4" name="Google Shape;805;p20"/>
              <p:cNvSpPr/>
              <p:nvPr/>
            </p:nvSpPr>
            <p:spPr>
              <a:xfrm rot="16200000">
                <a:off x="363240" y="4903920"/>
                <a:ext cx="101520" cy="10188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880"/>
                  <a:gd name="textAreaBottom" fmla="*/ 102240 h 101880"/>
                </a:gdLst>
                <a:ahLst/>
                <a:cxnLst/>
                <a:rect l="textAreaLeft" t="textAreaTop" r="textAreaRight" b="textAreaBottom"/>
                <a:pathLst>
                  <a:path w="4937" h="4953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1120" bIns="511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5" name="Google Shape;806;p20"/>
              <p:cNvSpPr/>
              <p:nvPr/>
            </p:nvSpPr>
            <p:spPr>
              <a:xfrm rot="16200000">
                <a:off x="300240" y="4840920"/>
                <a:ext cx="101880" cy="101520"/>
              </a:xfrm>
              <a:custGeom>
                <a:avLst/>
                <a:gdLst>
                  <a:gd name="textAreaLeft" fmla="*/ 0 w 101880"/>
                  <a:gd name="textAreaRight" fmla="*/ 102240 w 10188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53" h="4938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6" name="Google Shape;807;p20"/>
              <p:cNvSpPr/>
              <p:nvPr/>
            </p:nvSpPr>
            <p:spPr>
              <a:xfrm rot="16200000">
                <a:off x="236880" y="4777920"/>
                <a:ext cx="101880" cy="101520"/>
              </a:xfrm>
              <a:custGeom>
                <a:avLst/>
                <a:gdLst>
                  <a:gd name="textAreaLeft" fmla="*/ 0 w 101880"/>
                  <a:gd name="textAreaRight" fmla="*/ 102240 w 10188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53" h="4937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7" name="Google Shape;808;p20"/>
              <p:cNvSpPr/>
              <p:nvPr/>
            </p:nvSpPr>
            <p:spPr>
              <a:xfrm rot="16200000">
                <a:off x="174240" y="4714560"/>
                <a:ext cx="101520" cy="10152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37" h="4937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8" name="Google Shape;809;p20"/>
              <p:cNvSpPr/>
              <p:nvPr/>
            </p:nvSpPr>
            <p:spPr>
              <a:xfrm rot="16200000">
                <a:off x="110880" y="4651560"/>
                <a:ext cx="101520" cy="10152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38" h="4938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9" name="Google Shape;810;p20"/>
              <p:cNvSpPr/>
              <p:nvPr/>
            </p:nvSpPr>
            <p:spPr>
              <a:xfrm rot="16200000">
                <a:off x="47520" y="4588200"/>
                <a:ext cx="101520" cy="10188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880"/>
                  <a:gd name="textAreaBottom" fmla="*/ 102240 h 101880"/>
                </a:gdLst>
                <a:ahLst/>
                <a:cxnLst/>
                <a:rect l="textAreaLeft" t="textAreaTop" r="textAreaRight" b="textAreaBottom"/>
                <a:pathLst>
                  <a:path w="4937" h="4953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1120" bIns="511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50" name="Google Shape;811;p20"/>
            <p:cNvGrpSpPr/>
            <p:nvPr/>
          </p:nvGrpSpPr>
          <p:grpSpPr>
            <a:xfrm>
              <a:off x="-1623600" y="3062880"/>
              <a:ext cx="5118840" cy="3152880"/>
              <a:chOff x="-1623600" y="3062880"/>
              <a:chExt cx="5118840" cy="3152880"/>
            </a:xfrm>
          </p:grpSpPr>
          <p:sp>
            <p:nvSpPr>
              <p:cNvPr id="451" name="Google Shape;812;p20"/>
              <p:cNvSpPr/>
              <p:nvPr/>
            </p:nvSpPr>
            <p:spPr>
              <a:xfrm rot="16200000">
                <a:off x="-640440" y="2079720"/>
                <a:ext cx="3152880" cy="5118840"/>
              </a:xfrm>
              <a:custGeom>
                <a:avLst/>
                <a:gdLst>
                  <a:gd name="textAreaLeft" fmla="*/ 0 w 3152880"/>
                  <a:gd name="textAreaRight" fmla="*/ 3153240 w 3152880"/>
                  <a:gd name="textAreaTop" fmla="*/ 0 h 5118840"/>
                  <a:gd name="textAreaBottom" fmla="*/ 5119200 h 5118840"/>
                </a:gdLst>
                <a:ahLst/>
                <a:cxnLst/>
                <a:rect l="textAreaLeft" t="textAreaTop" r="textAreaRight" b="textAreaBottom"/>
                <a:pathLst>
                  <a:path w="76882" h="124813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452" name="Google Shape;813;p20"/>
              <p:cNvGrpSpPr/>
              <p:nvPr/>
            </p:nvGrpSpPr>
            <p:grpSpPr>
              <a:xfrm>
                <a:off x="1063440" y="4663080"/>
                <a:ext cx="133560" cy="133560"/>
                <a:chOff x="1063440" y="4663080"/>
                <a:chExt cx="133560" cy="133560"/>
              </a:xfrm>
            </p:grpSpPr>
            <p:sp>
              <p:nvSpPr>
                <p:cNvPr id="453" name="Google Shape;814;p20"/>
                <p:cNvSpPr/>
                <p:nvPr/>
              </p:nvSpPr>
              <p:spPr>
                <a:xfrm rot="16200000">
                  <a:off x="1063440" y="466308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4" name="Google Shape;815;p20"/>
                <p:cNvSpPr/>
                <p:nvPr/>
              </p:nvSpPr>
              <p:spPr>
                <a:xfrm rot="16200000">
                  <a:off x="1082160" y="468216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455" name="Google Shape;816;p20"/>
              <p:cNvGrpSpPr/>
              <p:nvPr/>
            </p:nvGrpSpPr>
            <p:grpSpPr>
              <a:xfrm>
                <a:off x="689400" y="5047200"/>
                <a:ext cx="133560" cy="133560"/>
                <a:chOff x="689400" y="5047200"/>
                <a:chExt cx="133560" cy="133560"/>
              </a:xfrm>
            </p:grpSpPr>
            <p:sp>
              <p:nvSpPr>
                <p:cNvPr id="456" name="Google Shape;817;p20"/>
                <p:cNvSpPr/>
                <p:nvPr/>
              </p:nvSpPr>
              <p:spPr>
                <a:xfrm rot="16200000">
                  <a:off x="689400" y="504720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7" name="Google Shape;818;p20"/>
                <p:cNvSpPr/>
                <p:nvPr/>
              </p:nvSpPr>
              <p:spPr>
                <a:xfrm rot="16200000">
                  <a:off x="708480" y="506592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458" name="Google Shape;819;p20"/>
              <p:cNvGrpSpPr/>
              <p:nvPr/>
            </p:nvGrpSpPr>
            <p:grpSpPr>
              <a:xfrm>
                <a:off x="3240" y="4053600"/>
                <a:ext cx="133560" cy="133560"/>
                <a:chOff x="3240" y="4053600"/>
                <a:chExt cx="133560" cy="133560"/>
              </a:xfrm>
            </p:grpSpPr>
            <p:sp>
              <p:nvSpPr>
                <p:cNvPr id="459" name="Google Shape;820;p20"/>
                <p:cNvSpPr/>
                <p:nvPr/>
              </p:nvSpPr>
              <p:spPr>
                <a:xfrm rot="16200000">
                  <a:off x="3240" y="405360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0" name="Google Shape;821;p20"/>
                <p:cNvSpPr/>
                <p:nvPr/>
              </p:nvSpPr>
              <p:spPr>
                <a:xfrm rot="16200000">
                  <a:off x="22320" y="407268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sp>
          <p:nvSpPr>
            <p:cNvPr id="461" name="Google Shape;822;p20"/>
            <p:cNvSpPr/>
            <p:nvPr/>
          </p:nvSpPr>
          <p:spPr>
            <a:xfrm>
              <a:off x="-706320" y="2499840"/>
              <a:ext cx="1030680" cy="275184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0 h 2751840"/>
                <a:gd name="textAreaBottom" fmla="*/ 2752200 h 2751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462" name="Google Shape;823;p20"/>
            <p:cNvGrpSpPr/>
            <p:nvPr/>
          </p:nvGrpSpPr>
          <p:grpSpPr>
            <a:xfrm>
              <a:off x="-1008720" y="4443840"/>
              <a:ext cx="2151360" cy="87840"/>
              <a:chOff x="-1008720" y="4443840"/>
              <a:chExt cx="2151360" cy="87840"/>
            </a:xfrm>
          </p:grpSpPr>
          <p:sp>
            <p:nvSpPr>
              <p:cNvPr id="463" name="Google Shape;824;p20"/>
              <p:cNvSpPr/>
              <p:nvPr/>
            </p:nvSpPr>
            <p:spPr>
              <a:xfrm rot="16200000">
                <a:off x="60840" y="3449880"/>
                <a:ext cx="12240" cy="215136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2151360"/>
                  <a:gd name="textAreaBottom" fmla="*/ 2151720 h 2151360"/>
                </a:gdLst>
                <a:ahLst/>
                <a:cxnLst/>
                <a:rect l="textAreaLeft" t="textAreaTop" r="textAreaRight" b="textAreaBottom"/>
                <a:pathLst>
                  <a:path w="306" h="27731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64" name="Google Shape;825;p20"/>
              <p:cNvSpPr/>
              <p:nvPr/>
            </p:nvSpPr>
            <p:spPr>
              <a:xfrm rot="16200000">
                <a:off x="60840" y="3374280"/>
                <a:ext cx="12240" cy="215136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2151360"/>
                  <a:gd name="textAreaBottom" fmla="*/ 2151720 h 2151360"/>
                </a:gdLst>
                <a:ahLst/>
                <a:cxnLst/>
                <a:rect l="textAreaLeft" t="textAreaTop" r="textAreaRight" b="textAreaBottom"/>
                <a:pathLst>
                  <a:path w="305" h="27731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65" name="Google Shape;826;p20"/>
            <p:cNvGrpSpPr/>
            <p:nvPr/>
          </p:nvGrpSpPr>
          <p:grpSpPr>
            <a:xfrm>
              <a:off x="-1136520" y="4683600"/>
              <a:ext cx="2151360" cy="87840"/>
              <a:chOff x="-1136520" y="4683600"/>
              <a:chExt cx="2151360" cy="87840"/>
            </a:xfrm>
          </p:grpSpPr>
          <p:sp>
            <p:nvSpPr>
              <p:cNvPr id="466" name="Google Shape;827;p20"/>
              <p:cNvSpPr/>
              <p:nvPr/>
            </p:nvSpPr>
            <p:spPr>
              <a:xfrm rot="16200000">
                <a:off x="-66960" y="3689640"/>
                <a:ext cx="12240" cy="215136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2151360"/>
                  <a:gd name="textAreaBottom" fmla="*/ 2151720 h 2151360"/>
                </a:gdLst>
                <a:ahLst/>
                <a:cxnLst/>
                <a:rect l="textAreaLeft" t="textAreaTop" r="textAreaRight" b="textAreaBottom"/>
                <a:pathLst>
                  <a:path w="306" h="27731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40000">
                    <a:srgbClr val="FF9900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67" name="Google Shape;828;p20"/>
              <p:cNvSpPr/>
              <p:nvPr/>
            </p:nvSpPr>
            <p:spPr>
              <a:xfrm rot="16200000">
                <a:off x="-66960" y="3614040"/>
                <a:ext cx="12240" cy="215136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2151360"/>
                  <a:gd name="textAreaBottom" fmla="*/ 2151720 h 2151360"/>
                </a:gdLst>
                <a:ahLst/>
                <a:cxnLst/>
                <a:rect l="textAreaLeft" t="textAreaTop" r="textAreaRight" b="textAreaBottom"/>
                <a:pathLst>
                  <a:path w="305" h="27731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40000">
                    <a:srgbClr val="FF9900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468" name="Google Shape;829;p20"/>
          <p:cNvGrpSpPr/>
          <p:nvPr/>
        </p:nvGrpSpPr>
        <p:grpSpPr>
          <a:xfrm>
            <a:off x="7628040" y="-1420200"/>
            <a:ext cx="3213720" cy="3920040"/>
            <a:chOff x="7628040" y="-1420200"/>
            <a:chExt cx="3213720" cy="3920040"/>
          </a:xfrm>
        </p:grpSpPr>
        <p:pic>
          <p:nvPicPr>
            <p:cNvPr id="469" name="Google Shape;830;p20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 rot="16200000">
              <a:off x="7385760" y="-956160"/>
              <a:ext cx="3920040" cy="2991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70" name="Google Shape;831;p20"/>
            <p:cNvSpPr/>
            <p:nvPr/>
          </p:nvSpPr>
          <p:spPr>
            <a:xfrm rot="5400000">
              <a:off x="8389440" y="-37116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1" name="Google Shape;832;p20"/>
            <p:cNvSpPr/>
            <p:nvPr/>
          </p:nvSpPr>
          <p:spPr>
            <a:xfrm rot="5400000">
              <a:off x="8390160" y="-53028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2" name="Google Shape;833;p20"/>
            <p:cNvSpPr/>
            <p:nvPr/>
          </p:nvSpPr>
          <p:spPr>
            <a:xfrm rot="16200000">
              <a:off x="7625520" y="-99720"/>
              <a:ext cx="480600" cy="475560"/>
            </a:xfrm>
            <a:custGeom>
              <a:avLst/>
              <a:gdLst>
                <a:gd name="textAreaLeft" fmla="*/ 0 w 480600"/>
                <a:gd name="textAreaRight" fmla="*/ 480960 w 480600"/>
                <a:gd name="textAreaTop" fmla="*/ 0 h 475560"/>
                <a:gd name="textAreaBottom" fmla="*/ 475920 h 475560"/>
              </a:gdLst>
              <a:ahLst/>
              <a:cxnLst/>
              <a:rect l="textAreaLeft" t="textAreaTop" r="textAreaRight" b="textAreaBottom"/>
              <a:pathLst>
                <a:path w="36171" h="3579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 rotWithShape="0">
              <a:gsLst>
                <a:gs pos="0">
                  <a:srgbClr val="EB9109">
                    <a:alpha val="47000"/>
                  </a:srgbClr>
                </a:gs>
                <a:gs pos="78000">
                  <a:srgbClr val="F5F8FF">
                    <a:alpha val="47000"/>
                  </a:srgbClr>
                </a:gs>
                <a:gs pos="100000">
                  <a:srgbClr val="F5F8FF">
                    <a:alpha val="4700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473" name="Google Shape;834;p20"/>
            <p:cNvGrpSpPr/>
            <p:nvPr/>
          </p:nvGrpSpPr>
          <p:grpSpPr>
            <a:xfrm>
              <a:off x="8277480" y="-228240"/>
              <a:ext cx="1650960" cy="699840"/>
              <a:chOff x="8277480" y="-228240"/>
              <a:chExt cx="1650960" cy="699840"/>
            </a:xfrm>
          </p:grpSpPr>
          <p:sp>
            <p:nvSpPr>
              <p:cNvPr id="474" name="Google Shape;835;p20"/>
              <p:cNvSpPr/>
              <p:nvPr/>
            </p:nvSpPr>
            <p:spPr>
              <a:xfrm rot="16200000">
                <a:off x="8542800" y="-276480"/>
                <a:ext cx="482760" cy="1013400"/>
              </a:xfrm>
              <a:custGeom>
                <a:avLst/>
                <a:gdLst>
                  <a:gd name="textAreaLeft" fmla="*/ 0 w 482760"/>
                  <a:gd name="textAreaRight" fmla="*/ 483120 w 482760"/>
                  <a:gd name="textAreaTop" fmla="*/ 0 h 1013400"/>
                  <a:gd name="textAreaBottom" fmla="*/ 1013760 h 1013400"/>
                </a:gdLst>
                <a:ahLst/>
                <a:cxnLst/>
                <a:rect l="textAreaLeft" t="textAreaTop" r="textAreaRight" b="textAreaBottom"/>
                <a:pathLst>
                  <a:path w="11779" h="24714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75" name="Google Shape;836;p20"/>
              <p:cNvSpPr/>
              <p:nvPr/>
            </p:nvSpPr>
            <p:spPr>
              <a:xfrm rot="16200000">
                <a:off x="9191880" y="-62532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76" name="Google Shape;837;p20"/>
              <p:cNvSpPr/>
              <p:nvPr/>
            </p:nvSpPr>
            <p:spPr>
              <a:xfrm rot="16200000">
                <a:off x="9098640" y="-71784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77" name="Google Shape;838;p20"/>
            <p:cNvGrpSpPr/>
            <p:nvPr/>
          </p:nvGrpSpPr>
          <p:grpSpPr>
            <a:xfrm>
              <a:off x="9087120" y="-40320"/>
              <a:ext cx="725760" cy="904320"/>
              <a:chOff x="9087120" y="-40320"/>
              <a:chExt cx="725760" cy="904320"/>
            </a:xfrm>
          </p:grpSpPr>
          <p:sp>
            <p:nvSpPr>
              <p:cNvPr id="478" name="Google Shape;839;p20"/>
              <p:cNvSpPr/>
              <p:nvPr/>
            </p:nvSpPr>
            <p:spPr>
              <a:xfrm rot="16200000">
                <a:off x="9185040" y="4680"/>
                <a:ext cx="672840" cy="582480"/>
              </a:xfrm>
              <a:custGeom>
                <a:avLst/>
                <a:gdLst>
                  <a:gd name="textAreaLeft" fmla="*/ 0 w 672840"/>
                  <a:gd name="textAreaRight" fmla="*/ 673200 w 672840"/>
                  <a:gd name="textAreaTop" fmla="*/ 0 h 582480"/>
                  <a:gd name="textAreaBottom" fmla="*/ 582840 h 5824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79" name="Google Shape;840;p20"/>
              <p:cNvSpPr/>
              <p:nvPr/>
            </p:nvSpPr>
            <p:spPr>
              <a:xfrm rot="16200000">
                <a:off x="9054720" y="19620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80" name="Google Shape;841;p20"/>
              <p:cNvSpPr/>
              <p:nvPr/>
            </p:nvSpPr>
            <p:spPr>
              <a:xfrm rot="16200000">
                <a:off x="9198000" y="41544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720000" y="2079360"/>
            <a:ext cx="5597640" cy="84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82" name="PlaceHolder 2"/>
          <p:cNvSpPr>
            <a:spLocks noGrp="1"/>
          </p:cNvSpPr>
          <p:nvPr>
            <p:ph type="title"/>
          </p:nvPr>
        </p:nvSpPr>
        <p:spPr>
          <a:xfrm>
            <a:off x="720000" y="1025640"/>
            <a:ext cx="1702080" cy="993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200" b="1" u="none" strike="noStrike">
                <a:solidFill>
                  <a:schemeClr val="dk2"/>
                </a:solidFill>
                <a:effectLst/>
                <a:uFillTx/>
                <a:latin typeface="Poppins"/>
                <a:ea typeface="Poppins"/>
              </a:rPr>
              <a:t>xx%</a:t>
            </a:r>
            <a:endParaRPr lang="fr-FR" sz="6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83" name="Google Shape;99;p3"/>
          <p:cNvGrpSpPr/>
          <p:nvPr/>
        </p:nvGrpSpPr>
        <p:grpSpPr>
          <a:xfrm>
            <a:off x="-538920" y="-1717200"/>
            <a:ext cx="4167000" cy="4161240"/>
            <a:chOff x="-538920" y="-1717200"/>
            <a:chExt cx="4167000" cy="4161240"/>
          </a:xfrm>
        </p:grpSpPr>
        <p:grpSp>
          <p:nvGrpSpPr>
            <p:cNvPr id="484" name="Google Shape;100;p3"/>
            <p:cNvGrpSpPr/>
            <p:nvPr/>
          </p:nvGrpSpPr>
          <p:grpSpPr>
            <a:xfrm>
              <a:off x="-538920" y="-385560"/>
              <a:ext cx="1740960" cy="1288080"/>
              <a:chOff x="-538920" y="-385560"/>
              <a:chExt cx="1740960" cy="1288080"/>
            </a:xfrm>
          </p:grpSpPr>
          <p:sp>
            <p:nvSpPr>
              <p:cNvPr id="485" name="Google Shape;101;p3"/>
              <p:cNvSpPr/>
              <p:nvPr/>
            </p:nvSpPr>
            <p:spPr>
              <a:xfrm rot="2700000">
                <a:off x="-360000" y="-186840"/>
                <a:ext cx="930600" cy="891000"/>
              </a:xfrm>
              <a:custGeom>
                <a:avLst/>
                <a:gdLst>
                  <a:gd name="textAreaLeft" fmla="*/ 0 w 930600"/>
                  <a:gd name="textAreaRight" fmla="*/ 930960 w 930600"/>
                  <a:gd name="textAreaTop" fmla="*/ 0 h 891000"/>
                  <a:gd name="textAreaBottom" fmla="*/ 891360 h 89100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20000"/>
                    </a:srgbClr>
                  </a:gs>
                  <a:gs pos="26000">
                    <a:srgbClr val="F5F8FF"/>
                  </a:gs>
                  <a:gs pos="44000">
                    <a:srgbClr val="FFFFFF">
                      <a:alpha val="0"/>
                    </a:srgbClr>
                  </a:gs>
                  <a:gs pos="82000">
                    <a:srgbClr val="F5F8FF"/>
                  </a:gs>
                  <a:gs pos="100000">
                    <a:srgbClr val="F5F8FF"/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86" name="Google Shape;102;p3"/>
              <p:cNvSpPr/>
              <p:nvPr/>
            </p:nvSpPr>
            <p:spPr>
              <a:xfrm rot="2700000">
                <a:off x="92520" y="-186840"/>
                <a:ext cx="930600" cy="891000"/>
              </a:xfrm>
              <a:custGeom>
                <a:avLst/>
                <a:gdLst>
                  <a:gd name="textAreaLeft" fmla="*/ 0 w 930600"/>
                  <a:gd name="textAreaRight" fmla="*/ 930960 w 930600"/>
                  <a:gd name="textAreaTop" fmla="*/ 0 h 891000"/>
                  <a:gd name="textAreaBottom" fmla="*/ 891360 h 89100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20000"/>
                    </a:srgbClr>
                  </a:gs>
                  <a:gs pos="26000">
                    <a:srgbClr val="F5F8FF"/>
                  </a:gs>
                  <a:gs pos="44000">
                    <a:srgbClr val="FFFFFF">
                      <a:alpha val="0"/>
                    </a:srgbClr>
                  </a:gs>
                  <a:gs pos="82000">
                    <a:srgbClr val="F5F8FF"/>
                  </a:gs>
                  <a:gs pos="100000">
                    <a:srgbClr val="F5F8FF"/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87" name="Google Shape;103;p3"/>
            <p:cNvGrpSpPr/>
            <p:nvPr/>
          </p:nvGrpSpPr>
          <p:grpSpPr>
            <a:xfrm>
              <a:off x="201240" y="-185040"/>
              <a:ext cx="207720" cy="1824480"/>
              <a:chOff x="201240" y="-185040"/>
              <a:chExt cx="207720" cy="1824480"/>
            </a:xfrm>
          </p:grpSpPr>
          <p:sp>
            <p:nvSpPr>
              <p:cNvPr id="488" name="Google Shape;104;p3"/>
              <p:cNvSpPr/>
              <p:nvPr/>
            </p:nvSpPr>
            <p:spPr>
              <a:xfrm>
                <a:off x="201240" y="-185040"/>
                <a:ext cx="12240" cy="182448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1824480"/>
                  <a:gd name="textAreaBottom" fmla="*/ 1824840 h 1824480"/>
                </a:gdLst>
                <a:ahLst/>
                <a:cxnLst/>
                <a:rect l="textAreaLeft" t="textAreaTop" r="textAreaRight" b="textAreaBottom"/>
                <a:pathLst>
                  <a:path w="306" h="27731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89" name="Google Shape;105;p3"/>
              <p:cNvSpPr/>
              <p:nvPr/>
            </p:nvSpPr>
            <p:spPr>
              <a:xfrm>
                <a:off x="396720" y="-185040"/>
                <a:ext cx="12240" cy="182448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1824480"/>
                  <a:gd name="textAreaBottom" fmla="*/ 1824840 h 1824480"/>
                </a:gdLst>
                <a:ahLst/>
                <a:cxnLst/>
                <a:rect l="textAreaLeft" t="textAreaTop" r="textAreaRight" b="textAreaBottom"/>
                <a:pathLst>
                  <a:path w="305" h="27731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90" name="Google Shape;106;p3"/>
            <p:cNvGrpSpPr/>
            <p:nvPr/>
          </p:nvGrpSpPr>
          <p:grpSpPr>
            <a:xfrm>
              <a:off x="396720" y="-169920"/>
              <a:ext cx="699120" cy="478080"/>
              <a:chOff x="396720" y="-169920"/>
              <a:chExt cx="699120" cy="478080"/>
            </a:xfrm>
          </p:grpSpPr>
          <p:grpSp>
            <p:nvGrpSpPr>
              <p:cNvPr id="491" name="Google Shape;107;p3"/>
              <p:cNvGrpSpPr/>
              <p:nvPr/>
            </p:nvGrpSpPr>
            <p:grpSpPr>
              <a:xfrm>
                <a:off x="396720" y="-169920"/>
                <a:ext cx="478080" cy="478080"/>
                <a:chOff x="396720" y="-169920"/>
                <a:chExt cx="478080" cy="478080"/>
              </a:xfrm>
            </p:grpSpPr>
            <p:sp>
              <p:nvSpPr>
                <p:cNvPr id="492" name="Google Shape;108;p3"/>
                <p:cNvSpPr/>
                <p:nvPr/>
              </p:nvSpPr>
              <p:spPr>
                <a:xfrm rot="2700000">
                  <a:off x="462960" y="-96120"/>
                  <a:ext cx="345240" cy="330840"/>
                </a:xfrm>
                <a:custGeom>
                  <a:avLst/>
                  <a:gdLst>
                    <a:gd name="textAreaLeft" fmla="*/ 0 w 345240"/>
                    <a:gd name="textAreaRight" fmla="*/ 345600 w 345240"/>
                    <a:gd name="textAreaTop" fmla="*/ 0 h 330840"/>
                    <a:gd name="textAreaBottom" fmla="*/ 331200 h 33084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493" name="Google Shape;109;p3"/>
                <p:cNvGrpSpPr/>
                <p:nvPr/>
              </p:nvGrpSpPr>
              <p:grpSpPr>
                <a:xfrm>
                  <a:off x="441720" y="-68760"/>
                  <a:ext cx="387360" cy="222840"/>
                  <a:chOff x="441720" y="-68760"/>
                  <a:chExt cx="387360" cy="222840"/>
                </a:xfrm>
              </p:grpSpPr>
              <p:sp>
                <p:nvSpPr>
                  <p:cNvPr id="494" name="Google Shape;110;p3"/>
                  <p:cNvSpPr/>
                  <p:nvPr/>
                </p:nvSpPr>
                <p:spPr>
                  <a:xfrm rot="2700000">
                    <a:off x="474480" y="-360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495" name="Google Shape;111;p3"/>
                  <p:cNvSpPr/>
                  <p:nvPr/>
                </p:nvSpPr>
                <p:spPr>
                  <a:xfrm rot="2700000">
                    <a:off x="556560" y="-360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496" name="Google Shape;112;p3"/>
                  <p:cNvSpPr/>
                  <p:nvPr/>
                </p:nvSpPr>
                <p:spPr>
                  <a:xfrm rot="2700000">
                    <a:off x="597600" y="-360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497" name="Google Shape;113;p3"/>
                  <p:cNvSpPr/>
                  <p:nvPr/>
                </p:nvSpPr>
                <p:spPr>
                  <a:xfrm rot="2700000">
                    <a:off x="515520" y="-360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498" name="Google Shape;114;p3"/>
                  <p:cNvSpPr/>
                  <p:nvPr/>
                </p:nvSpPr>
                <p:spPr>
                  <a:xfrm rot="2700000">
                    <a:off x="638640" y="-3600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499" name="Google Shape;115;p3"/>
              <p:cNvSpPr/>
              <p:nvPr/>
            </p:nvSpPr>
            <p:spPr>
              <a:xfrm rot="18900000">
                <a:off x="727920" y="-90000"/>
                <a:ext cx="324360" cy="257760"/>
              </a:xfrm>
              <a:custGeom>
                <a:avLst/>
                <a:gdLst>
                  <a:gd name="textAreaLeft" fmla="*/ 0 w 324360"/>
                  <a:gd name="textAreaRight" fmla="*/ 324720 w 324360"/>
                  <a:gd name="textAreaTop" fmla="*/ 0 h 257760"/>
                  <a:gd name="textAreaBottom" fmla="*/ 258120 h 25776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500" name="Google Shape;116;p3"/>
            <p:cNvGrpSpPr/>
            <p:nvPr/>
          </p:nvGrpSpPr>
          <p:grpSpPr>
            <a:xfrm>
              <a:off x="911160" y="-133200"/>
              <a:ext cx="591840" cy="404640"/>
              <a:chOff x="911160" y="-133200"/>
              <a:chExt cx="591840" cy="404640"/>
            </a:xfrm>
          </p:grpSpPr>
          <p:grpSp>
            <p:nvGrpSpPr>
              <p:cNvPr id="501" name="Google Shape;117;p3"/>
              <p:cNvGrpSpPr/>
              <p:nvPr/>
            </p:nvGrpSpPr>
            <p:grpSpPr>
              <a:xfrm>
                <a:off x="911160" y="-133200"/>
                <a:ext cx="404640" cy="404640"/>
                <a:chOff x="911160" y="-133200"/>
                <a:chExt cx="404640" cy="404640"/>
              </a:xfrm>
            </p:grpSpPr>
            <p:sp>
              <p:nvSpPr>
                <p:cNvPr id="502" name="Google Shape;118;p3"/>
                <p:cNvSpPr/>
                <p:nvPr/>
              </p:nvSpPr>
              <p:spPr>
                <a:xfrm rot="2700000">
                  <a:off x="967320" y="-70560"/>
                  <a:ext cx="292320" cy="280080"/>
                </a:xfrm>
                <a:custGeom>
                  <a:avLst/>
                  <a:gdLst>
                    <a:gd name="textAreaLeft" fmla="*/ 0 w 292320"/>
                    <a:gd name="textAreaRight" fmla="*/ 292680 w 292320"/>
                    <a:gd name="textAreaTop" fmla="*/ 0 h 280080"/>
                    <a:gd name="textAreaBottom" fmla="*/ 280440 h 28008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503" name="Google Shape;119;p3"/>
                <p:cNvGrpSpPr/>
                <p:nvPr/>
              </p:nvGrpSpPr>
              <p:grpSpPr>
                <a:xfrm>
                  <a:off x="948960" y="-47880"/>
                  <a:ext cx="327600" cy="189360"/>
                  <a:chOff x="948960" y="-47880"/>
                  <a:chExt cx="327600" cy="189360"/>
                </a:xfrm>
              </p:grpSpPr>
              <p:sp>
                <p:nvSpPr>
                  <p:cNvPr id="504" name="Google Shape;120;p3"/>
                  <p:cNvSpPr/>
                  <p:nvPr/>
                </p:nvSpPr>
                <p:spPr>
                  <a:xfrm rot="2700000">
                    <a:off x="976320" y="-20160"/>
                    <a:ext cx="133560" cy="133560"/>
                  </a:xfrm>
                  <a:custGeom>
                    <a:avLst/>
                    <a:gdLst>
                      <a:gd name="textAreaLeft" fmla="*/ 0 w 133560"/>
                      <a:gd name="textAreaRight" fmla="*/ 133920 w 133560"/>
                      <a:gd name="textAreaTop" fmla="*/ 0 h 133560"/>
                      <a:gd name="textAreaBottom" fmla="*/ 133920 h 13356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6960" bIns="6696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05" name="Google Shape;121;p3"/>
                  <p:cNvSpPr/>
                  <p:nvPr/>
                </p:nvSpPr>
                <p:spPr>
                  <a:xfrm rot="2700000">
                    <a:off x="1046160" y="-20160"/>
                    <a:ext cx="133560" cy="133560"/>
                  </a:xfrm>
                  <a:custGeom>
                    <a:avLst/>
                    <a:gdLst>
                      <a:gd name="textAreaLeft" fmla="*/ 0 w 133560"/>
                      <a:gd name="textAreaRight" fmla="*/ 133920 w 133560"/>
                      <a:gd name="textAreaTop" fmla="*/ 0 h 133560"/>
                      <a:gd name="textAreaBottom" fmla="*/ 133920 h 13356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6960" bIns="6696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06" name="Google Shape;122;p3"/>
                  <p:cNvSpPr/>
                  <p:nvPr/>
                </p:nvSpPr>
                <p:spPr>
                  <a:xfrm rot="2700000">
                    <a:off x="1080720" y="-20160"/>
                    <a:ext cx="133560" cy="133560"/>
                  </a:xfrm>
                  <a:custGeom>
                    <a:avLst/>
                    <a:gdLst>
                      <a:gd name="textAreaLeft" fmla="*/ 0 w 133560"/>
                      <a:gd name="textAreaRight" fmla="*/ 133920 w 133560"/>
                      <a:gd name="textAreaTop" fmla="*/ 0 h 133560"/>
                      <a:gd name="textAreaBottom" fmla="*/ 133920 h 13356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6960" bIns="6696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07" name="Google Shape;123;p3"/>
                  <p:cNvSpPr/>
                  <p:nvPr/>
                </p:nvSpPr>
                <p:spPr>
                  <a:xfrm rot="2700000">
                    <a:off x="1011240" y="-19800"/>
                    <a:ext cx="133560" cy="133560"/>
                  </a:xfrm>
                  <a:custGeom>
                    <a:avLst/>
                    <a:gdLst>
                      <a:gd name="textAreaLeft" fmla="*/ 0 w 133560"/>
                      <a:gd name="textAreaRight" fmla="*/ 133920 w 133560"/>
                      <a:gd name="textAreaTop" fmla="*/ 0 h 133560"/>
                      <a:gd name="textAreaBottom" fmla="*/ 133920 h 13356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6960" bIns="6696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08" name="Google Shape;124;p3"/>
                  <p:cNvSpPr/>
                  <p:nvPr/>
                </p:nvSpPr>
                <p:spPr>
                  <a:xfrm rot="2700000">
                    <a:off x="1115280" y="-19800"/>
                    <a:ext cx="133560" cy="133560"/>
                  </a:xfrm>
                  <a:custGeom>
                    <a:avLst/>
                    <a:gdLst>
                      <a:gd name="textAreaLeft" fmla="*/ 0 w 133560"/>
                      <a:gd name="textAreaRight" fmla="*/ 133920 w 133560"/>
                      <a:gd name="textAreaTop" fmla="*/ 0 h 133560"/>
                      <a:gd name="textAreaBottom" fmla="*/ 133920 h 13356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66960" bIns="6696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509" name="Google Shape;125;p3"/>
              <p:cNvSpPr/>
              <p:nvPr/>
            </p:nvSpPr>
            <p:spPr>
              <a:xfrm rot="18900000">
                <a:off x="1191240" y="-65520"/>
                <a:ext cx="274680" cy="218160"/>
              </a:xfrm>
              <a:custGeom>
                <a:avLst/>
                <a:gdLst>
                  <a:gd name="textAreaLeft" fmla="*/ 0 w 274680"/>
                  <a:gd name="textAreaRight" fmla="*/ 275040 w 274680"/>
                  <a:gd name="textAreaTop" fmla="*/ 0 h 218160"/>
                  <a:gd name="textAreaBottom" fmla="*/ 218520 h 21816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510" name="Google Shape;126;p3"/>
            <p:cNvGrpSpPr/>
            <p:nvPr/>
          </p:nvGrpSpPr>
          <p:grpSpPr>
            <a:xfrm>
              <a:off x="-44640" y="488160"/>
              <a:ext cx="699120" cy="478080"/>
              <a:chOff x="-44640" y="488160"/>
              <a:chExt cx="699120" cy="478080"/>
            </a:xfrm>
          </p:grpSpPr>
          <p:grpSp>
            <p:nvGrpSpPr>
              <p:cNvPr id="511" name="Google Shape;127;p3"/>
              <p:cNvGrpSpPr/>
              <p:nvPr/>
            </p:nvGrpSpPr>
            <p:grpSpPr>
              <a:xfrm>
                <a:off x="-44640" y="488160"/>
                <a:ext cx="478080" cy="478080"/>
                <a:chOff x="-44640" y="488160"/>
                <a:chExt cx="478080" cy="478080"/>
              </a:xfrm>
            </p:grpSpPr>
            <p:sp>
              <p:nvSpPr>
                <p:cNvPr id="512" name="Google Shape;128;p3"/>
                <p:cNvSpPr/>
                <p:nvPr/>
              </p:nvSpPr>
              <p:spPr>
                <a:xfrm rot="2700000">
                  <a:off x="21600" y="561600"/>
                  <a:ext cx="345240" cy="330840"/>
                </a:xfrm>
                <a:custGeom>
                  <a:avLst/>
                  <a:gdLst>
                    <a:gd name="textAreaLeft" fmla="*/ 0 w 345240"/>
                    <a:gd name="textAreaRight" fmla="*/ 345600 w 345240"/>
                    <a:gd name="textAreaTop" fmla="*/ 0 h 330840"/>
                    <a:gd name="textAreaBottom" fmla="*/ 331200 h 33084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513" name="Google Shape;129;p3"/>
                <p:cNvGrpSpPr/>
                <p:nvPr/>
              </p:nvGrpSpPr>
              <p:grpSpPr>
                <a:xfrm>
                  <a:off x="0" y="588960"/>
                  <a:ext cx="387360" cy="222840"/>
                  <a:chOff x="0" y="588960"/>
                  <a:chExt cx="387360" cy="222840"/>
                </a:xfrm>
              </p:grpSpPr>
              <p:sp>
                <p:nvSpPr>
                  <p:cNvPr id="514" name="Google Shape;130;p3"/>
                  <p:cNvSpPr/>
                  <p:nvPr/>
                </p:nvSpPr>
                <p:spPr>
                  <a:xfrm rot="2700000">
                    <a:off x="32400" y="6213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15" name="Google Shape;131;p3"/>
                  <p:cNvSpPr/>
                  <p:nvPr/>
                </p:nvSpPr>
                <p:spPr>
                  <a:xfrm rot="2700000">
                    <a:off x="114840" y="6213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16" name="Google Shape;132;p3"/>
                  <p:cNvSpPr/>
                  <p:nvPr/>
                </p:nvSpPr>
                <p:spPr>
                  <a:xfrm rot="2700000">
                    <a:off x="155520" y="6213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17" name="Google Shape;133;p3"/>
                  <p:cNvSpPr/>
                  <p:nvPr/>
                </p:nvSpPr>
                <p:spPr>
                  <a:xfrm rot="2700000">
                    <a:off x="73440" y="6213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18" name="Google Shape;134;p3"/>
                  <p:cNvSpPr/>
                  <p:nvPr/>
                </p:nvSpPr>
                <p:spPr>
                  <a:xfrm rot="2700000">
                    <a:off x="196920" y="621360"/>
                    <a:ext cx="157680" cy="157680"/>
                  </a:xfrm>
                  <a:custGeom>
                    <a:avLst/>
                    <a:gdLst>
                      <a:gd name="textAreaLeft" fmla="*/ 0 w 157680"/>
                      <a:gd name="textAreaRight" fmla="*/ 158040 w 157680"/>
                      <a:gd name="textAreaTop" fmla="*/ 0 h 157680"/>
                      <a:gd name="textAreaBottom" fmla="*/ 158040 h 1576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78840" bIns="78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519" name="Google Shape;135;p3"/>
              <p:cNvSpPr/>
              <p:nvPr/>
            </p:nvSpPr>
            <p:spPr>
              <a:xfrm rot="18900000">
                <a:off x="286560" y="567360"/>
                <a:ext cx="324360" cy="257760"/>
              </a:xfrm>
              <a:custGeom>
                <a:avLst/>
                <a:gdLst>
                  <a:gd name="textAreaLeft" fmla="*/ 0 w 324360"/>
                  <a:gd name="textAreaRight" fmla="*/ 324720 w 324360"/>
                  <a:gd name="textAreaTop" fmla="*/ 0 h 257760"/>
                  <a:gd name="textAreaBottom" fmla="*/ 258120 h 25776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520" name="Google Shape;136;p3"/>
            <p:cNvGrpSpPr/>
            <p:nvPr/>
          </p:nvGrpSpPr>
          <p:grpSpPr>
            <a:xfrm>
              <a:off x="-293760" y="-1717200"/>
              <a:ext cx="3921840" cy="4161240"/>
              <a:chOff x="-293760" y="-1717200"/>
              <a:chExt cx="3921840" cy="4161240"/>
            </a:xfrm>
          </p:grpSpPr>
          <p:sp>
            <p:nvSpPr>
              <p:cNvPr id="521" name="Google Shape;137;p3"/>
              <p:cNvSpPr/>
              <p:nvPr/>
            </p:nvSpPr>
            <p:spPr>
              <a:xfrm rot="13500000">
                <a:off x="613800" y="-1485720"/>
                <a:ext cx="1997640" cy="3242880"/>
              </a:xfrm>
              <a:custGeom>
                <a:avLst/>
                <a:gdLst>
                  <a:gd name="textAreaLeft" fmla="*/ 0 w 1997640"/>
                  <a:gd name="textAreaRight" fmla="*/ 1998000 w 1997640"/>
                  <a:gd name="textAreaTop" fmla="*/ 0 h 3242880"/>
                  <a:gd name="textAreaBottom" fmla="*/ 3243240 h 3242880"/>
                </a:gdLst>
                <a:ahLst/>
                <a:cxnLst/>
                <a:rect l="textAreaLeft" t="textAreaTop" r="textAreaRight" b="textAreaBottom"/>
                <a:pathLst>
                  <a:path w="76882" h="124813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22" name="Google Shape;138;p3"/>
              <p:cNvSpPr/>
              <p:nvPr/>
            </p:nvSpPr>
            <p:spPr>
              <a:xfrm rot="13500000">
                <a:off x="164520" y="-283680"/>
                <a:ext cx="1852920" cy="1936800"/>
              </a:xfrm>
              <a:custGeom>
                <a:avLst/>
                <a:gdLst>
                  <a:gd name="textAreaLeft" fmla="*/ 0 w 1852920"/>
                  <a:gd name="textAreaRight" fmla="*/ 1853280 w 1852920"/>
                  <a:gd name="textAreaTop" fmla="*/ 0 h 1936800"/>
                  <a:gd name="textAreaBottom" fmla="*/ 1937160 h 1936800"/>
                </a:gdLst>
                <a:ahLst/>
                <a:cxnLst/>
                <a:rect l="textAreaLeft" t="textAreaTop" r="textAreaRight" b="textAreaBottom"/>
                <a:pathLst>
                  <a:path w="71320" h="7455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23" name="Google Shape;139;p3"/>
              <p:cNvSpPr/>
              <p:nvPr/>
            </p:nvSpPr>
            <p:spPr>
              <a:xfrm rot="13500000">
                <a:off x="398160" y="-1020960"/>
                <a:ext cx="2538000" cy="3008520"/>
              </a:xfrm>
              <a:custGeom>
                <a:avLst/>
                <a:gdLst>
                  <a:gd name="textAreaLeft" fmla="*/ 0 w 2538000"/>
                  <a:gd name="textAreaRight" fmla="*/ 2538360 w 2538000"/>
                  <a:gd name="textAreaTop" fmla="*/ 0 h 3008520"/>
                  <a:gd name="textAreaBottom" fmla="*/ 3008880 h 3008520"/>
                </a:gdLst>
                <a:ahLst/>
                <a:cxnLst/>
                <a:rect l="textAreaLeft" t="textAreaTop" r="textAreaRight" b="textAreaBottom"/>
                <a:pathLst>
                  <a:path w="97678" h="115794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52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720000" y="1139400"/>
            <a:ext cx="4528080" cy="697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527" name="Google Shape;845;p21"/>
          <p:cNvGrpSpPr/>
          <p:nvPr/>
        </p:nvGrpSpPr>
        <p:grpSpPr>
          <a:xfrm>
            <a:off x="6846840" y="-1382040"/>
            <a:ext cx="4230000" cy="4230360"/>
            <a:chOff x="6846840" y="-1382040"/>
            <a:chExt cx="4230000" cy="4230360"/>
          </a:xfrm>
        </p:grpSpPr>
        <p:sp>
          <p:nvSpPr>
            <p:cNvPr id="528" name="Google Shape;846;p21"/>
            <p:cNvSpPr/>
            <p:nvPr/>
          </p:nvSpPr>
          <p:spPr>
            <a:xfrm rot="13500000" flipH="1">
              <a:off x="7499160" y="-795240"/>
              <a:ext cx="2925000" cy="3057480"/>
            </a:xfrm>
            <a:custGeom>
              <a:avLst/>
              <a:gdLst>
                <a:gd name="textAreaLeft" fmla="*/ -360 w 2925000"/>
                <a:gd name="textAreaRight" fmla="*/ 2925000 w 2925000"/>
                <a:gd name="textAreaTop" fmla="*/ 0 h 3057480"/>
                <a:gd name="textAreaBottom" fmla="*/ 3057840 h 3057480"/>
              </a:gdLst>
              <a:ahLst/>
              <a:cxnLst/>
              <a:rect l="textAreaLeft" t="textAreaTop" r="textAreaRight" b="textAreaBottom"/>
              <a:pathLst>
                <a:path w="71320" h="7455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89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9" name="Google Shape;847;p21"/>
            <p:cNvSpPr/>
            <p:nvPr/>
          </p:nvSpPr>
          <p:spPr>
            <a:xfrm>
              <a:off x="8605440" y="-368280"/>
              <a:ext cx="577080" cy="1974240"/>
            </a:xfrm>
            <a:custGeom>
              <a:avLst/>
              <a:gdLst>
                <a:gd name="textAreaLeft" fmla="*/ 0 w 577080"/>
                <a:gd name="textAreaRight" fmla="*/ 577440 w 577080"/>
                <a:gd name="textAreaTop" fmla="*/ 0 h 1974240"/>
                <a:gd name="textAreaBottom" fmla="*/ 1974600 h 197424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0" name="Google Shape;848;p21"/>
            <p:cNvSpPr/>
            <p:nvPr/>
          </p:nvSpPr>
          <p:spPr>
            <a:xfrm>
              <a:off x="8857800" y="-5760"/>
              <a:ext cx="686880" cy="2086560"/>
            </a:xfrm>
            <a:custGeom>
              <a:avLst/>
              <a:gdLst>
                <a:gd name="textAreaLeft" fmla="*/ 0 w 686880"/>
                <a:gd name="textAreaRight" fmla="*/ 687240 w 68688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16760" h="4318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531" name="Google Shape;849;p21"/>
            <p:cNvGrpSpPr/>
            <p:nvPr/>
          </p:nvGrpSpPr>
          <p:grpSpPr>
            <a:xfrm>
              <a:off x="8698680" y="1168560"/>
              <a:ext cx="133920" cy="133920"/>
              <a:chOff x="8698680" y="1168560"/>
              <a:chExt cx="133920" cy="133920"/>
            </a:xfrm>
          </p:grpSpPr>
          <p:sp>
            <p:nvSpPr>
              <p:cNvPr id="532" name="Google Shape;850;p21"/>
              <p:cNvSpPr/>
              <p:nvPr/>
            </p:nvSpPr>
            <p:spPr>
              <a:xfrm>
                <a:off x="8698680" y="116856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33" name="Google Shape;851;p21"/>
              <p:cNvSpPr/>
              <p:nvPr/>
            </p:nvSpPr>
            <p:spPr>
              <a:xfrm>
                <a:off x="8717760" y="1187280"/>
                <a:ext cx="96120" cy="96120"/>
              </a:xfrm>
              <a:prstGeom prst="ellipse">
                <a:avLst/>
              </a:pr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3840" bIns="33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534" name="Google Shape;852;p21"/>
            <p:cNvGrpSpPr/>
            <p:nvPr/>
          </p:nvGrpSpPr>
          <p:grpSpPr>
            <a:xfrm>
              <a:off x="8827200" y="2102400"/>
              <a:ext cx="133920" cy="133920"/>
              <a:chOff x="8827200" y="2102400"/>
              <a:chExt cx="133920" cy="133920"/>
            </a:xfrm>
          </p:grpSpPr>
          <p:sp>
            <p:nvSpPr>
              <p:cNvPr id="535" name="Google Shape;853;p21"/>
              <p:cNvSpPr/>
              <p:nvPr/>
            </p:nvSpPr>
            <p:spPr>
              <a:xfrm>
                <a:off x="8827200" y="210240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36" name="Google Shape;854;p21"/>
              <p:cNvSpPr/>
              <p:nvPr/>
            </p:nvSpPr>
            <p:spPr>
              <a:xfrm>
                <a:off x="8845920" y="2121120"/>
                <a:ext cx="96120" cy="96120"/>
              </a:xfrm>
              <a:prstGeom prst="ellipse">
                <a:avLst/>
              </a:pr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3840" bIns="33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537" name="Google Shape;855;p21"/>
            <p:cNvGrpSpPr/>
            <p:nvPr/>
          </p:nvGrpSpPr>
          <p:grpSpPr>
            <a:xfrm>
              <a:off x="8776080" y="234720"/>
              <a:ext cx="133560" cy="133560"/>
              <a:chOff x="8776080" y="234720"/>
              <a:chExt cx="133560" cy="133560"/>
            </a:xfrm>
          </p:grpSpPr>
          <p:sp>
            <p:nvSpPr>
              <p:cNvPr id="538" name="Google Shape;856;p21"/>
              <p:cNvSpPr/>
              <p:nvPr/>
            </p:nvSpPr>
            <p:spPr>
              <a:xfrm>
                <a:off x="8776080" y="234720"/>
                <a:ext cx="133560" cy="133560"/>
              </a:xfrm>
              <a:prstGeom prst="ellipse">
                <a:avLst/>
              </a:prstGeom>
              <a:noFill/>
              <a:ln w="9525">
                <a:solidFill>
                  <a:srgbClr val="8208D5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160" bIns="471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39" name="Google Shape;857;p21"/>
              <p:cNvSpPr/>
              <p:nvPr/>
            </p:nvSpPr>
            <p:spPr>
              <a:xfrm>
                <a:off x="8795160" y="253800"/>
                <a:ext cx="95760" cy="95760"/>
              </a:xfrm>
              <a:prstGeom prst="ellipse">
                <a:avLst/>
              </a:pr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3840" bIns="338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pic>
          <p:nvPicPr>
            <p:cNvPr id="540" name="Google Shape;858;p21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7179120" y="-1112760"/>
              <a:ext cx="2441520" cy="186336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541" name="Google Shape;859;p21"/>
          <p:cNvGrpSpPr/>
          <p:nvPr/>
        </p:nvGrpSpPr>
        <p:grpSpPr>
          <a:xfrm>
            <a:off x="-1981800" y="1924920"/>
            <a:ext cx="6190920" cy="6190920"/>
            <a:chOff x="-1981800" y="1924920"/>
            <a:chExt cx="6190920" cy="6190920"/>
          </a:xfrm>
        </p:grpSpPr>
        <p:pic>
          <p:nvPicPr>
            <p:cNvPr id="542" name="Google Shape;860;p21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 rot="5400000">
              <a:off x="-537480" y="4358520"/>
              <a:ext cx="2441520" cy="186336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543" name="Google Shape;861;p21"/>
            <p:cNvGrpSpPr/>
            <p:nvPr/>
          </p:nvGrpSpPr>
          <p:grpSpPr>
            <a:xfrm>
              <a:off x="-1981800" y="1924920"/>
              <a:ext cx="6190920" cy="6190920"/>
              <a:chOff x="-1981800" y="1924920"/>
              <a:chExt cx="6190920" cy="6190920"/>
            </a:xfrm>
          </p:grpSpPr>
          <p:sp>
            <p:nvSpPr>
              <p:cNvPr id="544" name="Google Shape;862;p21"/>
              <p:cNvSpPr/>
              <p:nvPr/>
            </p:nvSpPr>
            <p:spPr>
              <a:xfrm rot="8100000" flipH="1">
                <a:off x="-889560" y="2645640"/>
                <a:ext cx="4006080" cy="4749120"/>
              </a:xfrm>
              <a:custGeom>
                <a:avLst/>
                <a:gdLst>
                  <a:gd name="textAreaLeft" fmla="*/ 360 w 4006080"/>
                  <a:gd name="textAreaRight" fmla="*/ 4006800 w 4006080"/>
                  <a:gd name="textAreaTop" fmla="*/ 0 h 4749120"/>
                  <a:gd name="textAreaBottom" fmla="*/ 4749480 h 4749120"/>
                </a:gdLst>
                <a:ahLst/>
                <a:cxnLst/>
                <a:rect l="textAreaLeft" t="textAreaTop" r="textAreaRight" b="textAreaBottom"/>
                <a:pathLst>
                  <a:path w="97678" h="115794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40000">
                    <a:srgbClr val="FF9900">
                      <a:alpha val="41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45" name="Google Shape;863;p21"/>
              <p:cNvSpPr/>
              <p:nvPr/>
            </p:nvSpPr>
            <p:spPr>
              <a:xfrm rot="8100000" flipH="1">
                <a:off x="-10440" y="3491640"/>
                <a:ext cx="2925000" cy="3057480"/>
              </a:xfrm>
              <a:custGeom>
                <a:avLst/>
                <a:gdLst>
                  <a:gd name="textAreaLeft" fmla="*/ -360 w 2925000"/>
                  <a:gd name="textAreaRight" fmla="*/ 2925000 w 2925000"/>
                  <a:gd name="textAreaTop" fmla="*/ 0 h 3057480"/>
                  <a:gd name="textAreaBottom" fmla="*/ 3057840 h 3057480"/>
                </a:gdLst>
                <a:ahLst/>
                <a:cxnLst/>
                <a:rect l="textAreaLeft" t="textAreaTop" r="textAreaRight" b="textAreaBottom"/>
                <a:pathLst>
                  <a:path w="71320" h="7455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80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546" name="Google Shape;864;p21"/>
              <p:cNvGrpSpPr/>
              <p:nvPr/>
            </p:nvGrpSpPr>
            <p:grpSpPr>
              <a:xfrm>
                <a:off x="2304720" y="5135400"/>
                <a:ext cx="133920" cy="133920"/>
                <a:chOff x="2304720" y="5135400"/>
                <a:chExt cx="133920" cy="133920"/>
              </a:xfrm>
            </p:grpSpPr>
            <p:sp>
              <p:nvSpPr>
                <p:cNvPr id="547" name="Google Shape;865;p21"/>
                <p:cNvSpPr/>
                <p:nvPr/>
              </p:nvSpPr>
              <p:spPr>
                <a:xfrm rot="16200000">
                  <a:off x="2304720" y="5135400"/>
                  <a:ext cx="133920" cy="133920"/>
                </a:xfrm>
                <a:prstGeom prst="ellipse">
                  <a:avLst/>
                </a:prstGeom>
                <a:noFill/>
                <a:ln w="9525">
                  <a:solidFill>
                    <a:srgbClr val="0C0A9E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520" bIns="475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8" name="Google Shape;866;p21"/>
                <p:cNvSpPr/>
                <p:nvPr/>
              </p:nvSpPr>
              <p:spPr>
                <a:xfrm rot="16200000">
                  <a:off x="2323440" y="5154480"/>
                  <a:ext cx="96120" cy="9612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549" name="Google Shape;867;p21"/>
              <p:cNvGrpSpPr/>
              <p:nvPr/>
            </p:nvGrpSpPr>
            <p:grpSpPr>
              <a:xfrm>
                <a:off x="1636560" y="4896720"/>
                <a:ext cx="133920" cy="133920"/>
                <a:chOff x="1636560" y="4896720"/>
                <a:chExt cx="133920" cy="133920"/>
              </a:xfrm>
            </p:grpSpPr>
            <p:sp>
              <p:nvSpPr>
                <p:cNvPr id="550" name="Google Shape;868;p21"/>
                <p:cNvSpPr/>
                <p:nvPr/>
              </p:nvSpPr>
              <p:spPr>
                <a:xfrm rot="16200000">
                  <a:off x="1636560" y="4896720"/>
                  <a:ext cx="133920" cy="133920"/>
                </a:xfrm>
                <a:prstGeom prst="ellipse">
                  <a:avLst/>
                </a:prstGeom>
                <a:noFill/>
                <a:ln w="9525">
                  <a:solidFill>
                    <a:srgbClr val="0C0A9E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520" bIns="475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1" name="Google Shape;869;p21"/>
                <p:cNvSpPr/>
                <p:nvPr/>
              </p:nvSpPr>
              <p:spPr>
                <a:xfrm rot="16200000">
                  <a:off x="1655280" y="4915800"/>
                  <a:ext cx="96120" cy="9612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552" name="Google Shape;870;p21"/>
              <p:cNvGrpSpPr/>
              <p:nvPr/>
            </p:nvGrpSpPr>
            <p:grpSpPr>
              <a:xfrm>
                <a:off x="-748080" y="4648680"/>
                <a:ext cx="2449080" cy="939600"/>
                <a:chOff x="-748080" y="4648680"/>
                <a:chExt cx="2449080" cy="939600"/>
              </a:xfrm>
            </p:grpSpPr>
            <p:sp>
              <p:nvSpPr>
                <p:cNvPr id="553" name="Google Shape;871;p21"/>
                <p:cNvSpPr/>
                <p:nvPr/>
              </p:nvSpPr>
              <p:spPr>
                <a:xfrm rot="16200000">
                  <a:off x="-49320" y="4312440"/>
                  <a:ext cx="577080" cy="1974240"/>
                </a:xfrm>
                <a:custGeom>
                  <a:avLst/>
                  <a:gdLst>
                    <a:gd name="textAreaLeft" fmla="*/ 0 w 577080"/>
                    <a:gd name="textAreaRight" fmla="*/ 577440 w 577080"/>
                    <a:gd name="textAreaTop" fmla="*/ 0 h 1974240"/>
                    <a:gd name="textAreaBottom" fmla="*/ 1974600 h 1974240"/>
                  </a:gdLst>
                  <a:ahLst/>
                  <a:cxnLst/>
                  <a:rect l="textAreaLeft" t="textAreaTop" r="textAreaRight" b="textAreaBottom"/>
                  <a:pathLst>
                    <a:path w="14079" h="48146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4" name="Google Shape;872;p21"/>
                <p:cNvSpPr/>
                <p:nvPr/>
              </p:nvSpPr>
              <p:spPr>
                <a:xfrm rot="16200000">
                  <a:off x="314280" y="3948840"/>
                  <a:ext cx="686880" cy="2086560"/>
                </a:xfrm>
                <a:custGeom>
                  <a:avLst/>
                  <a:gdLst>
                    <a:gd name="textAreaLeft" fmla="*/ 0 w 686880"/>
                    <a:gd name="textAreaRight" fmla="*/ 687240 w 686880"/>
                    <a:gd name="textAreaTop" fmla="*/ 0 h 2086560"/>
                    <a:gd name="textAreaBottom" fmla="*/ 2086920 h 2086560"/>
                  </a:gdLst>
                  <a:ahLst/>
                  <a:cxnLst/>
                  <a:rect l="textAreaLeft" t="textAreaTop" r="textAreaRight" b="textAreaBottom"/>
                  <a:pathLst>
                    <a:path w="16760" h="4318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555" name="Google Shape;873;p21"/>
                <p:cNvGrpSpPr/>
                <p:nvPr/>
              </p:nvGrpSpPr>
              <p:grpSpPr>
                <a:xfrm>
                  <a:off x="-145080" y="5283720"/>
                  <a:ext cx="133560" cy="133560"/>
                  <a:chOff x="-145080" y="5283720"/>
                  <a:chExt cx="133560" cy="133560"/>
                </a:xfrm>
              </p:grpSpPr>
              <p:sp>
                <p:nvSpPr>
                  <p:cNvPr id="556" name="Google Shape;874;p21"/>
                  <p:cNvSpPr/>
                  <p:nvPr/>
                </p:nvSpPr>
                <p:spPr>
                  <a:xfrm rot="16200000">
                    <a:off x="-145080" y="5283720"/>
                    <a:ext cx="133560" cy="133560"/>
                  </a:xfrm>
                  <a:prstGeom prst="ellipse">
                    <a:avLst/>
                  </a:prstGeom>
                  <a:noFill/>
                  <a:ln w="9525">
                    <a:solidFill>
                      <a:srgbClr val="8208D5"/>
                    </a:solidFill>
                    <a:round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7160" bIns="4716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557" name="Google Shape;875;p21"/>
                  <p:cNvSpPr/>
                  <p:nvPr/>
                </p:nvSpPr>
                <p:spPr>
                  <a:xfrm rot="16200000">
                    <a:off x="-126000" y="5302800"/>
                    <a:ext cx="95760" cy="95760"/>
                  </a:xfrm>
                  <a:prstGeom prst="ellipse">
                    <a:avLst/>
                  </a:pr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3840" bIns="33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TWO_COLUMNS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655" name="Google Shape;979;p23"/>
          <p:cNvGrpSpPr/>
          <p:nvPr/>
        </p:nvGrpSpPr>
        <p:grpSpPr>
          <a:xfrm>
            <a:off x="6379200" y="1165320"/>
            <a:ext cx="4752720" cy="4760640"/>
            <a:chOff x="6379200" y="1165320"/>
            <a:chExt cx="4752720" cy="4760640"/>
          </a:xfrm>
        </p:grpSpPr>
        <p:pic>
          <p:nvPicPr>
            <p:cNvPr id="656" name="Google Shape;980;p23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 rot="16200000">
              <a:off x="7048440" y="2738520"/>
              <a:ext cx="3615480" cy="275940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657" name="Google Shape;981;p23"/>
            <p:cNvGrpSpPr/>
            <p:nvPr/>
          </p:nvGrpSpPr>
          <p:grpSpPr>
            <a:xfrm>
              <a:off x="6379200" y="1165320"/>
              <a:ext cx="4752720" cy="4760280"/>
              <a:chOff x="6379200" y="1165320"/>
              <a:chExt cx="4752720" cy="4760280"/>
            </a:xfrm>
          </p:grpSpPr>
          <p:grpSp>
            <p:nvGrpSpPr>
              <p:cNvPr id="658" name="Google Shape;982;p23"/>
              <p:cNvGrpSpPr/>
              <p:nvPr/>
            </p:nvGrpSpPr>
            <p:grpSpPr>
              <a:xfrm>
                <a:off x="7297920" y="4842360"/>
                <a:ext cx="2083680" cy="237600"/>
                <a:chOff x="7297920" y="4842360"/>
                <a:chExt cx="2083680" cy="237600"/>
              </a:xfrm>
            </p:grpSpPr>
            <p:sp>
              <p:nvSpPr>
                <p:cNvPr id="659" name="Google Shape;983;p23"/>
                <p:cNvSpPr/>
                <p:nvPr/>
              </p:nvSpPr>
              <p:spPr>
                <a:xfrm rot="16200000" flipV="1">
                  <a:off x="8332560" y="4030560"/>
                  <a:ext cx="14040" cy="2083680"/>
                </a:xfrm>
                <a:custGeom>
                  <a:avLst/>
                  <a:gdLst>
                    <a:gd name="textAreaLeft" fmla="*/ 0 w 14040"/>
                    <a:gd name="textAreaRight" fmla="*/ 14400 w 14040"/>
                    <a:gd name="textAreaTop" fmla="*/ 360 h 2083680"/>
                    <a:gd name="textAreaBottom" fmla="*/ 2084400 h 2083680"/>
                  </a:gdLst>
                  <a:ahLst/>
                  <a:cxnLst/>
                  <a:rect l="textAreaLeft" t="textAreaTop" r="textAreaRight" b="textAreaBottom"/>
                  <a:pathLst>
                    <a:path w="306" h="27731">
                      <a:moveTo>
                        <a:pt x="1" y="1"/>
                      </a:moveTo>
                      <a:lnTo>
                        <a:pt x="1" y="27730"/>
                      </a:lnTo>
                      <a:lnTo>
                        <a:pt x="305" y="27730"/>
                      </a:lnTo>
                      <a:lnTo>
                        <a:pt x="305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0" name="Google Shape;984;p23"/>
                <p:cNvSpPr/>
                <p:nvPr/>
              </p:nvSpPr>
              <p:spPr>
                <a:xfrm rot="16200000" flipV="1">
                  <a:off x="8332560" y="3807000"/>
                  <a:ext cx="14040" cy="2083680"/>
                </a:xfrm>
                <a:custGeom>
                  <a:avLst/>
                  <a:gdLst>
                    <a:gd name="textAreaLeft" fmla="*/ 0 w 14040"/>
                    <a:gd name="textAreaRight" fmla="*/ 14400 w 14040"/>
                    <a:gd name="textAreaTop" fmla="*/ 360 h 2083680"/>
                    <a:gd name="textAreaBottom" fmla="*/ 2084400 h 2083680"/>
                  </a:gdLst>
                  <a:ahLst/>
                  <a:cxnLst/>
                  <a:rect l="textAreaLeft" t="textAreaTop" r="textAreaRight" b="textAreaBottom"/>
                  <a:pathLst>
                    <a:path w="305" h="27731">
                      <a:moveTo>
                        <a:pt x="0" y="1"/>
                      </a:moveTo>
                      <a:lnTo>
                        <a:pt x="0" y="27730"/>
                      </a:lnTo>
                      <a:lnTo>
                        <a:pt x="305" y="27730"/>
                      </a:lnTo>
                      <a:lnTo>
                        <a:pt x="305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661" name="Google Shape;985;p23"/>
              <p:cNvGrpSpPr/>
              <p:nvPr/>
            </p:nvGrpSpPr>
            <p:grpSpPr>
              <a:xfrm>
                <a:off x="6379200" y="1165320"/>
                <a:ext cx="4752720" cy="4479840"/>
                <a:chOff x="6379200" y="1165320"/>
                <a:chExt cx="4752720" cy="4479840"/>
              </a:xfrm>
            </p:grpSpPr>
            <p:sp>
              <p:nvSpPr>
                <p:cNvPr id="662" name="Google Shape;986;p23"/>
                <p:cNvSpPr/>
                <p:nvPr/>
              </p:nvSpPr>
              <p:spPr>
                <a:xfrm rot="2700000" flipV="1">
                  <a:off x="7169400" y="1686960"/>
                  <a:ext cx="2899080" cy="3436200"/>
                </a:xfrm>
                <a:custGeom>
                  <a:avLst/>
                  <a:gdLst>
                    <a:gd name="textAreaLeft" fmla="*/ 0 w 2899080"/>
                    <a:gd name="textAreaRight" fmla="*/ 2899440 w 2899080"/>
                    <a:gd name="textAreaTop" fmla="*/ -360 h 3436200"/>
                    <a:gd name="textAreaBottom" fmla="*/ 3436200 h 3436200"/>
                  </a:gdLst>
                  <a:ahLst/>
                  <a:cxnLst/>
                  <a:rect l="textAreaLeft" t="textAreaTop" r="textAreaRight" b="textAreaBottom"/>
                  <a:pathLst>
                    <a:path w="97678" h="115794">
                      <a:moveTo>
                        <a:pt x="97449" y="0"/>
                      </a:moveTo>
                      <a:lnTo>
                        <a:pt x="76805" y="20645"/>
                      </a:lnTo>
                      <a:lnTo>
                        <a:pt x="76744" y="20691"/>
                      </a:lnTo>
                      <a:lnTo>
                        <a:pt x="76744" y="35927"/>
                      </a:lnTo>
                      <a:lnTo>
                        <a:pt x="63107" y="49563"/>
                      </a:lnTo>
                      <a:lnTo>
                        <a:pt x="63077" y="49608"/>
                      </a:lnTo>
                      <a:lnTo>
                        <a:pt x="63077" y="56571"/>
                      </a:lnTo>
                      <a:lnTo>
                        <a:pt x="61005" y="58659"/>
                      </a:lnTo>
                      <a:lnTo>
                        <a:pt x="61005" y="62407"/>
                      </a:lnTo>
                      <a:lnTo>
                        <a:pt x="52473" y="70939"/>
                      </a:lnTo>
                      <a:lnTo>
                        <a:pt x="52412" y="70969"/>
                      </a:lnTo>
                      <a:lnTo>
                        <a:pt x="52412" y="78541"/>
                      </a:lnTo>
                      <a:lnTo>
                        <a:pt x="46912" y="84057"/>
                      </a:lnTo>
                      <a:lnTo>
                        <a:pt x="46912" y="89633"/>
                      </a:lnTo>
                      <a:lnTo>
                        <a:pt x="33123" y="103406"/>
                      </a:lnTo>
                      <a:lnTo>
                        <a:pt x="12174" y="103406"/>
                      </a:lnTo>
                      <a:lnTo>
                        <a:pt x="0" y="115565"/>
                      </a:lnTo>
                      <a:lnTo>
                        <a:pt x="229" y="115793"/>
                      </a:lnTo>
                      <a:lnTo>
                        <a:pt x="12280" y="103711"/>
                      </a:lnTo>
                      <a:lnTo>
                        <a:pt x="33245" y="103711"/>
                      </a:lnTo>
                      <a:lnTo>
                        <a:pt x="47155" y="89801"/>
                      </a:lnTo>
                      <a:lnTo>
                        <a:pt x="47216" y="89770"/>
                      </a:lnTo>
                      <a:lnTo>
                        <a:pt x="47216" y="84179"/>
                      </a:lnTo>
                      <a:lnTo>
                        <a:pt x="52732" y="78663"/>
                      </a:lnTo>
                      <a:lnTo>
                        <a:pt x="52732" y="71106"/>
                      </a:lnTo>
                      <a:lnTo>
                        <a:pt x="61264" y="62574"/>
                      </a:lnTo>
                      <a:lnTo>
                        <a:pt x="61310" y="62513"/>
                      </a:lnTo>
                      <a:lnTo>
                        <a:pt x="61310" y="58780"/>
                      </a:lnTo>
                      <a:lnTo>
                        <a:pt x="63382" y="56708"/>
                      </a:lnTo>
                      <a:lnTo>
                        <a:pt x="63382" y="49730"/>
                      </a:lnTo>
                      <a:lnTo>
                        <a:pt x="77018" y="36109"/>
                      </a:lnTo>
                      <a:lnTo>
                        <a:pt x="77048" y="36064"/>
                      </a:lnTo>
                      <a:lnTo>
                        <a:pt x="77048" y="20828"/>
                      </a:lnTo>
                      <a:lnTo>
                        <a:pt x="97678" y="198"/>
                      </a:lnTo>
                      <a:lnTo>
                        <a:pt x="97449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3" name="Google Shape;987;p23"/>
                <p:cNvSpPr/>
                <p:nvPr/>
              </p:nvSpPr>
              <p:spPr>
                <a:xfrm rot="2700000" flipV="1">
                  <a:off x="7330320" y="2957760"/>
                  <a:ext cx="2116440" cy="2212200"/>
                </a:xfrm>
                <a:custGeom>
                  <a:avLst/>
                  <a:gdLst>
                    <a:gd name="textAreaLeft" fmla="*/ 0 w 2116440"/>
                    <a:gd name="textAreaRight" fmla="*/ 2116800 w 2116440"/>
                    <a:gd name="textAreaTop" fmla="*/ -360 h 2212200"/>
                    <a:gd name="textAreaBottom" fmla="*/ 2212200 h 2212200"/>
                  </a:gdLst>
                  <a:ahLst/>
                  <a:cxnLst/>
                  <a:rect l="textAreaLeft" t="textAreaTop" r="textAreaRight" b="textAreaBottom"/>
                  <a:pathLst>
                    <a:path w="71320" h="74550">
                      <a:moveTo>
                        <a:pt x="71091" y="0"/>
                      </a:moveTo>
                      <a:lnTo>
                        <a:pt x="59679" y="11397"/>
                      </a:lnTo>
                      <a:lnTo>
                        <a:pt x="54895" y="11397"/>
                      </a:lnTo>
                      <a:lnTo>
                        <a:pt x="41015" y="25307"/>
                      </a:lnTo>
                      <a:lnTo>
                        <a:pt x="40954" y="25337"/>
                      </a:lnTo>
                      <a:lnTo>
                        <a:pt x="40954" y="42325"/>
                      </a:lnTo>
                      <a:lnTo>
                        <a:pt x="31767" y="51528"/>
                      </a:lnTo>
                      <a:lnTo>
                        <a:pt x="31721" y="51574"/>
                      </a:lnTo>
                      <a:lnTo>
                        <a:pt x="31721" y="59237"/>
                      </a:lnTo>
                      <a:lnTo>
                        <a:pt x="22824" y="68135"/>
                      </a:lnTo>
                      <a:lnTo>
                        <a:pt x="6186" y="68135"/>
                      </a:lnTo>
                      <a:lnTo>
                        <a:pt x="0" y="74321"/>
                      </a:lnTo>
                      <a:lnTo>
                        <a:pt x="229" y="74549"/>
                      </a:lnTo>
                      <a:lnTo>
                        <a:pt x="6323" y="68455"/>
                      </a:lnTo>
                      <a:lnTo>
                        <a:pt x="22945" y="68455"/>
                      </a:lnTo>
                      <a:lnTo>
                        <a:pt x="31980" y="59420"/>
                      </a:lnTo>
                      <a:lnTo>
                        <a:pt x="32026" y="59374"/>
                      </a:lnTo>
                      <a:lnTo>
                        <a:pt x="32026" y="51695"/>
                      </a:lnTo>
                      <a:lnTo>
                        <a:pt x="41229" y="42508"/>
                      </a:lnTo>
                      <a:lnTo>
                        <a:pt x="41259" y="42463"/>
                      </a:lnTo>
                      <a:lnTo>
                        <a:pt x="41259" y="25475"/>
                      </a:lnTo>
                      <a:lnTo>
                        <a:pt x="55032" y="11732"/>
                      </a:lnTo>
                      <a:lnTo>
                        <a:pt x="59786" y="11732"/>
                      </a:lnTo>
                      <a:lnTo>
                        <a:pt x="71320" y="213"/>
                      </a:lnTo>
                      <a:lnTo>
                        <a:pt x="71091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4" name="Google Shape;988;p23"/>
                <p:cNvSpPr/>
                <p:nvPr/>
              </p:nvSpPr>
              <p:spPr>
                <a:xfrm rot="2700000" flipV="1">
                  <a:off x="7875000" y="1615680"/>
                  <a:ext cx="2281320" cy="3703680"/>
                </a:xfrm>
                <a:custGeom>
                  <a:avLst/>
                  <a:gdLst>
                    <a:gd name="textAreaLeft" fmla="*/ 0 w 2281320"/>
                    <a:gd name="textAreaRight" fmla="*/ 2281680 w 2281320"/>
                    <a:gd name="textAreaTop" fmla="*/ 360 h 3703680"/>
                    <a:gd name="textAreaBottom" fmla="*/ 3704400 h 3703680"/>
                  </a:gdLst>
                  <a:ahLst/>
                  <a:cxnLst/>
                  <a:rect l="textAreaLeft" t="textAreaTop" r="textAreaRight" b="textAreaBottom"/>
                  <a:pathLst>
                    <a:path w="76882" h="124813">
                      <a:moveTo>
                        <a:pt x="76668" y="0"/>
                      </a:moveTo>
                      <a:lnTo>
                        <a:pt x="63260" y="13408"/>
                      </a:lnTo>
                      <a:cubicBezTo>
                        <a:pt x="62879" y="13789"/>
                        <a:pt x="62879" y="14398"/>
                        <a:pt x="63260" y="14779"/>
                      </a:cubicBezTo>
                      <a:lnTo>
                        <a:pt x="69857" y="21376"/>
                      </a:lnTo>
                      <a:cubicBezTo>
                        <a:pt x="70116" y="21620"/>
                        <a:pt x="70116" y="22046"/>
                        <a:pt x="69857" y="22305"/>
                      </a:cubicBezTo>
                      <a:lnTo>
                        <a:pt x="46546" y="45616"/>
                      </a:lnTo>
                      <a:cubicBezTo>
                        <a:pt x="46417" y="45738"/>
                        <a:pt x="46245" y="45799"/>
                        <a:pt x="46074" y="45799"/>
                      </a:cubicBezTo>
                      <a:cubicBezTo>
                        <a:pt x="45903" y="45799"/>
                        <a:pt x="45731" y="45738"/>
                        <a:pt x="45602" y="45616"/>
                      </a:cubicBezTo>
                      <a:lnTo>
                        <a:pt x="39020" y="39019"/>
                      </a:lnTo>
                      <a:cubicBezTo>
                        <a:pt x="38822" y="38836"/>
                        <a:pt x="38593" y="38745"/>
                        <a:pt x="38334" y="38745"/>
                      </a:cubicBezTo>
                      <a:cubicBezTo>
                        <a:pt x="38060" y="38745"/>
                        <a:pt x="37831" y="38836"/>
                        <a:pt x="37649" y="39019"/>
                      </a:cubicBezTo>
                      <a:lnTo>
                        <a:pt x="23357" y="53311"/>
                      </a:lnTo>
                      <a:cubicBezTo>
                        <a:pt x="22976" y="53691"/>
                        <a:pt x="22976" y="54301"/>
                        <a:pt x="23357" y="54682"/>
                      </a:cubicBezTo>
                      <a:lnTo>
                        <a:pt x="40833" y="72142"/>
                      </a:lnTo>
                      <a:cubicBezTo>
                        <a:pt x="40939" y="72279"/>
                        <a:pt x="41016" y="72432"/>
                        <a:pt x="41016" y="72614"/>
                      </a:cubicBezTo>
                      <a:cubicBezTo>
                        <a:pt x="41016" y="72812"/>
                        <a:pt x="40955" y="72965"/>
                        <a:pt x="40833" y="73102"/>
                      </a:cubicBezTo>
                      <a:lnTo>
                        <a:pt x="27090" y="86830"/>
                      </a:lnTo>
                      <a:cubicBezTo>
                        <a:pt x="26907" y="87028"/>
                        <a:pt x="26816" y="87256"/>
                        <a:pt x="26816" y="87515"/>
                      </a:cubicBezTo>
                      <a:lnTo>
                        <a:pt x="26816" y="96276"/>
                      </a:lnTo>
                      <a:cubicBezTo>
                        <a:pt x="26816" y="96459"/>
                        <a:pt x="26755" y="96611"/>
                        <a:pt x="26618" y="96748"/>
                      </a:cubicBezTo>
                      <a:lnTo>
                        <a:pt x="13225" y="110140"/>
                      </a:lnTo>
                      <a:cubicBezTo>
                        <a:pt x="13103" y="110270"/>
                        <a:pt x="12940" y="110335"/>
                        <a:pt x="12772" y="110335"/>
                      </a:cubicBezTo>
                      <a:cubicBezTo>
                        <a:pt x="12604" y="110335"/>
                        <a:pt x="12433" y="110270"/>
                        <a:pt x="12296" y="110140"/>
                      </a:cubicBezTo>
                      <a:lnTo>
                        <a:pt x="7618" y="105448"/>
                      </a:lnTo>
                      <a:cubicBezTo>
                        <a:pt x="7428" y="105257"/>
                        <a:pt x="7180" y="105162"/>
                        <a:pt x="6933" y="105162"/>
                      </a:cubicBezTo>
                      <a:cubicBezTo>
                        <a:pt x="6685" y="105162"/>
                        <a:pt x="6438" y="105257"/>
                        <a:pt x="6247" y="105448"/>
                      </a:cubicBezTo>
                      <a:lnTo>
                        <a:pt x="381" y="111314"/>
                      </a:lnTo>
                      <a:cubicBezTo>
                        <a:pt x="1" y="111695"/>
                        <a:pt x="1" y="112304"/>
                        <a:pt x="381" y="112685"/>
                      </a:cubicBezTo>
                      <a:lnTo>
                        <a:pt x="5059" y="117378"/>
                      </a:lnTo>
                      <a:cubicBezTo>
                        <a:pt x="5181" y="117515"/>
                        <a:pt x="5257" y="117667"/>
                        <a:pt x="5257" y="117850"/>
                      </a:cubicBezTo>
                      <a:cubicBezTo>
                        <a:pt x="5257" y="118048"/>
                        <a:pt x="5196" y="118200"/>
                        <a:pt x="5059" y="118322"/>
                      </a:cubicBezTo>
                      <a:lnTo>
                        <a:pt x="3231" y="120150"/>
                      </a:lnTo>
                      <a:cubicBezTo>
                        <a:pt x="2850" y="120531"/>
                        <a:pt x="2850" y="121141"/>
                        <a:pt x="3231" y="121522"/>
                      </a:cubicBezTo>
                      <a:lnTo>
                        <a:pt x="5059" y="123365"/>
                      </a:lnTo>
                      <a:cubicBezTo>
                        <a:pt x="5333" y="123609"/>
                        <a:pt x="5333" y="124020"/>
                        <a:pt x="5059" y="124295"/>
                      </a:cubicBezTo>
                      <a:cubicBezTo>
                        <a:pt x="4914" y="124432"/>
                        <a:pt x="4754" y="124489"/>
                        <a:pt x="4602" y="124489"/>
                      </a:cubicBezTo>
                      <a:cubicBezTo>
                        <a:pt x="4449" y="124489"/>
                        <a:pt x="4305" y="124432"/>
                        <a:pt x="4190" y="124340"/>
                      </a:cubicBezTo>
                      <a:cubicBezTo>
                        <a:pt x="3962" y="124173"/>
                        <a:pt x="3825" y="123838"/>
                        <a:pt x="4038" y="123487"/>
                      </a:cubicBezTo>
                      <a:lnTo>
                        <a:pt x="3764" y="123335"/>
                      </a:lnTo>
                      <a:lnTo>
                        <a:pt x="3764" y="123335"/>
                      </a:lnTo>
                      <a:cubicBezTo>
                        <a:pt x="3459" y="123838"/>
                        <a:pt x="3672" y="124356"/>
                        <a:pt x="3992" y="124599"/>
                      </a:cubicBezTo>
                      <a:cubicBezTo>
                        <a:pt x="4175" y="124736"/>
                        <a:pt x="4373" y="124813"/>
                        <a:pt x="4602" y="124813"/>
                      </a:cubicBezTo>
                      <a:cubicBezTo>
                        <a:pt x="4830" y="124813"/>
                        <a:pt x="5059" y="124736"/>
                        <a:pt x="5272" y="124477"/>
                      </a:cubicBezTo>
                      <a:cubicBezTo>
                        <a:pt x="5455" y="124295"/>
                        <a:pt x="5562" y="124066"/>
                        <a:pt x="5562" y="123792"/>
                      </a:cubicBezTo>
                      <a:cubicBezTo>
                        <a:pt x="5562" y="123533"/>
                        <a:pt x="5455" y="123304"/>
                        <a:pt x="5272" y="123106"/>
                      </a:cubicBezTo>
                      <a:lnTo>
                        <a:pt x="3444" y="121278"/>
                      </a:lnTo>
                      <a:cubicBezTo>
                        <a:pt x="3170" y="121034"/>
                        <a:pt x="3170" y="120623"/>
                        <a:pt x="3444" y="120349"/>
                      </a:cubicBezTo>
                      <a:lnTo>
                        <a:pt x="5272" y="118520"/>
                      </a:lnTo>
                      <a:cubicBezTo>
                        <a:pt x="5455" y="118337"/>
                        <a:pt x="5562" y="118094"/>
                        <a:pt x="5562" y="117835"/>
                      </a:cubicBezTo>
                      <a:cubicBezTo>
                        <a:pt x="5562" y="117576"/>
                        <a:pt x="5455" y="117332"/>
                        <a:pt x="5272" y="117149"/>
                      </a:cubicBezTo>
                      <a:lnTo>
                        <a:pt x="579" y="112456"/>
                      </a:lnTo>
                      <a:cubicBezTo>
                        <a:pt x="320" y="112213"/>
                        <a:pt x="320" y="111801"/>
                        <a:pt x="579" y="111527"/>
                      </a:cubicBezTo>
                      <a:lnTo>
                        <a:pt x="6445" y="105661"/>
                      </a:lnTo>
                      <a:cubicBezTo>
                        <a:pt x="6575" y="105532"/>
                        <a:pt x="6742" y="105467"/>
                        <a:pt x="6912" y="105467"/>
                      </a:cubicBezTo>
                      <a:cubicBezTo>
                        <a:pt x="7081" y="105467"/>
                        <a:pt x="7253" y="105532"/>
                        <a:pt x="7390" y="105661"/>
                      </a:cubicBezTo>
                      <a:lnTo>
                        <a:pt x="12067" y="110354"/>
                      </a:lnTo>
                      <a:cubicBezTo>
                        <a:pt x="12265" y="110537"/>
                        <a:pt x="12494" y="110643"/>
                        <a:pt x="12753" y="110643"/>
                      </a:cubicBezTo>
                      <a:cubicBezTo>
                        <a:pt x="13027" y="110643"/>
                        <a:pt x="13256" y="110537"/>
                        <a:pt x="13439" y="110354"/>
                      </a:cubicBezTo>
                      <a:lnTo>
                        <a:pt x="26831" y="96961"/>
                      </a:lnTo>
                      <a:cubicBezTo>
                        <a:pt x="27014" y="96779"/>
                        <a:pt x="27120" y="96550"/>
                        <a:pt x="27120" y="96276"/>
                      </a:cubicBezTo>
                      <a:lnTo>
                        <a:pt x="27120" y="87469"/>
                      </a:lnTo>
                      <a:cubicBezTo>
                        <a:pt x="27120" y="87287"/>
                        <a:pt x="27166" y="87134"/>
                        <a:pt x="27303" y="86997"/>
                      </a:cubicBezTo>
                      <a:lnTo>
                        <a:pt x="41031" y="73270"/>
                      </a:lnTo>
                      <a:cubicBezTo>
                        <a:pt x="41412" y="72889"/>
                        <a:pt x="41412" y="72279"/>
                        <a:pt x="41031" y="71898"/>
                      </a:cubicBezTo>
                      <a:lnTo>
                        <a:pt x="23571" y="54438"/>
                      </a:lnTo>
                      <a:cubicBezTo>
                        <a:pt x="23312" y="54194"/>
                        <a:pt x="23312" y="53768"/>
                        <a:pt x="23571" y="53509"/>
                      </a:cubicBezTo>
                      <a:lnTo>
                        <a:pt x="37862" y="39217"/>
                      </a:lnTo>
                      <a:cubicBezTo>
                        <a:pt x="37984" y="39095"/>
                        <a:pt x="38155" y="39035"/>
                        <a:pt x="38327" y="39035"/>
                      </a:cubicBezTo>
                      <a:cubicBezTo>
                        <a:pt x="38498" y="39035"/>
                        <a:pt x="38669" y="39095"/>
                        <a:pt x="38791" y="39217"/>
                      </a:cubicBezTo>
                      <a:lnTo>
                        <a:pt x="45373" y="45830"/>
                      </a:lnTo>
                      <a:cubicBezTo>
                        <a:pt x="45571" y="46013"/>
                        <a:pt x="45800" y="46119"/>
                        <a:pt x="46059" y="46119"/>
                      </a:cubicBezTo>
                      <a:cubicBezTo>
                        <a:pt x="46333" y="46119"/>
                        <a:pt x="46562" y="46013"/>
                        <a:pt x="46744" y="45830"/>
                      </a:cubicBezTo>
                      <a:lnTo>
                        <a:pt x="70055" y="22519"/>
                      </a:lnTo>
                      <a:cubicBezTo>
                        <a:pt x="70436" y="22138"/>
                        <a:pt x="70436" y="21528"/>
                        <a:pt x="70055" y="21148"/>
                      </a:cubicBezTo>
                      <a:lnTo>
                        <a:pt x="63473" y="14550"/>
                      </a:lnTo>
                      <a:cubicBezTo>
                        <a:pt x="63199" y="14307"/>
                        <a:pt x="63199" y="13895"/>
                        <a:pt x="63473" y="13621"/>
                      </a:cubicBezTo>
                      <a:lnTo>
                        <a:pt x="76881" y="213"/>
                      </a:lnTo>
                      <a:lnTo>
                        <a:pt x="76668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/>
                    </a:gs>
                    <a:gs pos="78000">
                      <a:srgbClr val="F5F8FF"/>
                    </a:gs>
                    <a:gs pos="100000">
                      <a:srgbClr val="F5F8FF"/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665" name="Google Shape;989;p23"/>
              <p:cNvGrpSpPr/>
              <p:nvPr/>
            </p:nvGrpSpPr>
            <p:grpSpPr>
              <a:xfrm>
                <a:off x="8066880" y="4561920"/>
                <a:ext cx="546120" cy="798840"/>
                <a:chOff x="8066880" y="4561920"/>
                <a:chExt cx="546120" cy="798840"/>
              </a:xfrm>
            </p:grpSpPr>
            <p:grpSp>
              <p:nvGrpSpPr>
                <p:cNvPr id="666" name="Google Shape;990;p23"/>
                <p:cNvGrpSpPr/>
                <p:nvPr/>
              </p:nvGrpSpPr>
              <p:grpSpPr>
                <a:xfrm>
                  <a:off x="8066880" y="4814640"/>
                  <a:ext cx="546120" cy="546120"/>
                  <a:chOff x="8066880" y="4814640"/>
                  <a:chExt cx="546120" cy="546120"/>
                </a:xfrm>
              </p:grpSpPr>
              <p:sp>
                <p:nvSpPr>
                  <p:cNvPr id="667" name="Google Shape;991;p23"/>
                  <p:cNvSpPr/>
                  <p:nvPr/>
                </p:nvSpPr>
                <p:spPr>
                  <a:xfrm rot="13500000" flipV="1">
                    <a:off x="8142480" y="4898520"/>
                    <a:ext cx="394560" cy="377640"/>
                  </a:xfrm>
                  <a:custGeom>
                    <a:avLst/>
                    <a:gdLst>
                      <a:gd name="textAreaLeft" fmla="*/ 0 w 394560"/>
                      <a:gd name="textAreaRight" fmla="*/ 394920 w 394560"/>
                      <a:gd name="textAreaTop" fmla="*/ -360 h 377640"/>
                      <a:gd name="textAreaBottom" fmla="*/ 377640 h 377640"/>
                    </a:gdLst>
                    <a:ahLst/>
                    <a:cxnLst/>
                    <a:rect l="textAreaLeft" t="textAreaTop" r="textAreaRight" b="textAreaBottom"/>
                    <a:pathLst>
                      <a:path w="36902" h="35337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29000"/>
                        </a:srgbClr>
                      </a:gs>
                      <a:gs pos="26000">
                        <a:srgbClr val="F5F8FF"/>
                      </a:gs>
                      <a:gs pos="44000">
                        <a:srgbClr val="FFFFFF">
                          <a:alpha val="0"/>
                        </a:srgbClr>
                      </a:gs>
                      <a:gs pos="82000">
                        <a:srgbClr val="F5F8FF"/>
                      </a:gs>
                      <a:gs pos="100000">
                        <a:srgbClr val="F5F8FF"/>
                      </a:gs>
                    </a:gsLst>
                    <a:lin ang="135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grpSp>
                <p:nvGrpSpPr>
                  <p:cNvPr id="668" name="Google Shape;992;p23"/>
                  <p:cNvGrpSpPr/>
                  <p:nvPr/>
                </p:nvGrpSpPr>
                <p:grpSpPr>
                  <a:xfrm>
                    <a:off x="8242560" y="4867560"/>
                    <a:ext cx="255240" cy="442800"/>
                    <a:chOff x="8242560" y="4867560"/>
                    <a:chExt cx="255240" cy="442800"/>
                  </a:xfrm>
                </p:grpSpPr>
                <p:sp>
                  <p:nvSpPr>
                    <p:cNvPr id="669" name="Google Shape;993;p23"/>
                    <p:cNvSpPr/>
                    <p:nvPr/>
                  </p:nvSpPr>
                  <p:spPr>
                    <a:xfrm rot="13500000" flipV="1">
                      <a:off x="8280000" y="509220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70" name="Google Shape;994;p23"/>
                    <p:cNvSpPr/>
                    <p:nvPr/>
                  </p:nvSpPr>
                  <p:spPr>
                    <a:xfrm rot="13500000" flipV="1">
                      <a:off x="8279640" y="504540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71" name="Google Shape;995;p23"/>
                    <p:cNvSpPr/>
                    <p:nvPr/>
                  </p:nvSpPr>
                  <p:spPr>
                    <a:xfrm rot="13500000" flipV="1">
                      <a:off x="8280000" y="499824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72" name="Google Shape;996;p23"/>
                    <p:cNvSpPr/>
                    <p:nvPr/>
                  </p:nvSpPr>
                  <p:spPr>
                    <a:xfrm rot="13500000" flipV="1">
                      <a:off x="8280000" y="495144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73" name="Google Shape;997;p23"/>
                    <p:cNvSpPr/>
                    <p:nvPr/>
                  </p:nvSpPr>
                  <p:spPr>
                    <a:xfrm rot="13500000" flipV="1">
                      <a:off x="8279640" y="490464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</p:grpSp>
            </p:grpSp>
            <p:sp>
              <p:nvSpPr>
                <p:cNvPr id="674" name="Google Shape;998;p23"/>
                <p:cNvSpPr/>
                <p:nvPr/>
              </p:nvSpPr>
              <p:spPr>
                <a:xfrm rot="18900000" flipV="1">
                  <a:off x="8189280" y="4649760"/>
                  <a:ext cx="370800" cy="294480"/>
                </a:xfrm>
                <a:custGeom>
                  <a:avLst/>
                  <a:gdLst>
                    <a:gd name="textAreaLeft" fmla="*/ 0 w 370800"/>
                    <a:gd name="textAreaRight" fmla="*/ 371160 w 370800"/>
                    <a:gd name="textAreaTop" fmla="*/ 360 h 294480"/>
                    <a:gd name="textAreaBottom" fmla="*/ 295200 h 294480"/>
                  </a:gdLst>
                  <a:ahLst/>
                  <a:cxnLst/>
                  <a:rect l="textAreaLeft" t="textAreaTop" r="textAreaRight" b="textAreaBottom"/>
                  <a:pathLst>
                    <a:path w="44612" h="3544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675" name="Google Shape;999;p23"/>
              <p:cNvGrpSpPr/>
              <p:nvPr/>
            </p:nvGrpSpPr>
            <p:grpSpPr>
              <a:xfrm>
                <a:off x="8859960" y="3593160"/>
                <a:ext cx="462240" cy="676440"/>
                <a:chOff x="8859960" y="3593160"/>
                <a:chExt cx="462240" cy="676440"/>
              </a:xfrm>
            </p:grpSpPr>
            <p:grpSp>
              <p:nvGrpSpPr>
                <p:cNvPr id="676" name="Google Shape;1000;p23"/>
                <p:cNvGrpSpPr/>
                <p:nvPr/>
              </p:nvGrpSpPr>
              <p:grpSpPr>
                <a:xfrm>
                  <a:off x="8859960" y="3807360"/>
                  <a:ext cx="462240" cy="462240"/>
                  <a:chOff x="8859960" y="3807360"/>
                  <a:chExt cx="462240" cy="462240"/>
                </a:xfrm>
              </p:grpSpPr>
              <p:sp>
                <p:nvSpPr>
                  <p:cNvPr id="677" name="Google Shape;1001;p23"/>
                  <p:cNvSpPr/>
                  <p:nvPr/>
                </p:nvSpPr>
                <p:spPr>
                  <a:xfrm rot="13500000" flipV="1">
                    <a:off x="8923680" y="3878640"/>
                    <a:ext cx="334080" cy="319680"/>
                  </a:xfrm>
                  <a:custGeom>
                    <a:avLst/>
                    <a:gdLst>
                      <a:gd name="textAreaLeft" fmla="*/ 0 w 334080"/>
                      <a:gd name="textAreaRight" fmla="*/ 334440 w 334080"/>
                      <a:gd name="textAreaTop" fmla="*/ 360 h 319680"/>
                      <a:gd name="textAreaBottom" fmla="*/ 320400 h 319680"/>
                    </a:gdLst>
                    <a:ahLst/>
                    <a:cxnLst/>
                    <a:rect l="textAreaLeft" t="textAreaTop" r="textAreaRight" b="textAreaBottom"/>
                    <a:pathLst>
                      <a:path w="36902" h="35337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29000"/>
                        </a:srgbClr>
                      </a:gs>
                      <a:gs pos="26000">
                        <a:srgbClr val="F5F8FF"/>
                      </a:gs>
                      <a:gs pos="44000">
                        <a:srgbClr val="FFFFFF">
                          <a:alpha val="0"/>
                        </a:srgbClr>
                      </a:gs>
                      <a:gs pos="82000">
                        <a:srgbClr val="F5F8FF"/>
                      </a:gs>
                      <a:gs pos="100000">
                        <a:srgbClr val="F5F8FF"/>
                      </a:gs>
                    </a:gsLst>
                    <a:lin ang="135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grpSp>
                <p:nvGrpSpPr>
                  <p:cNvPr id="678" name="Google Shape;1002;p23"/>
                  <p:cNvGrpSpPr/>
                  <p:nvPr/>
                </p:nvGrpSpPr>
                <p:grpSpPr>
                  <a:xfrm>
                    <a:off x="9008640" y="3851640"/>
                    <a:ext cx="216000" cy="374760"/>
                    <a:chOff x="9008640" y="3851640"/>
                    <a:chExt cx="216000" cy="374760"/>
                  </a:xfrm>
                </p:grpSpPr>
                <p:sp>
                  <p:nvSpPr>
                    <p:cNvPr id="679" name="Google Shape;1003;p23"/>
                    <p:cNvSpPr/>
                    <p:nvPr/>
                  </p:nvSpPr>
                  <p:spPr>
                    <a:xfrm rot="13500000" flipV="1">
                      <a:off x="9040320" y="4042080"/>
                      <a:ext cx="152640" cy="152640"/>
                    </a:xfrm>
                    <a:custGeom>
                      <a:avLst/>
                      <a:gdLst>
                        <a:gd name="textAreaLeft" fmla="*/ 0 w 152640"/>
                        <a:gd name="textAreaRight" fmla="*/ 153000 w 152640"/>
                        <a:gd name="textAreaTop" fmla="*/ 360 h 152640"/>
                        <a:gd name="textAreaBottom" fmla="*/ 153360 h 15264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76320" bIns="7632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80" name="Google Shape;1004;p23"/>
                    <p:cNvSpPr/>
                    <p:nvPr/>
                  </p:nvSpPr>
                  <p:spPr>
                    <a:xfrm rot="13500000" flipV="1">
                      <a:off x="9040320" y="4002480"/>
                      <a:ext cx="152640" cy="152640"/>
                    </a:xfrm>
                    <a:custGeom>
                      <a:avLst/>
                      <a:gdLst>
                        <a:gd name="textAreaLeft" fmla="*/ 0 w 152640"/>
                        <a:gd name="textAreaRight" fmla="*/ 153000 w 152640"/>
                        <a:gd name="textAreaTop" fmla="*/ 360 h 152640"/>
                        <a:gd name="textAreaBottom" fmla="*/ 153360 h 15264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76320" bIns="7632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81" name="Google Shape;1005;p23"/>
                    <p:cNvSpPr/>
                    <p:nvPr/>
                  </p:nvSpPr>
                  <p:spPr>
                    <a:xfrm rot="13500000" flipV="1">
                      <a:off x="9040320" y="3962880"/>
                      <a:ext cx="152640" cy="152640"/>
                    </a:xfrm>
                    <a:custGeom>
                      <a:avLst/>
                      <a:gdLst>
                        <a:gd name="textAreaLeft" fmla="*/ 0 w 152640"/>
                        <a:gd name="textAreaRight" fmla="*/ 153000 w 152640"/>
                        <a:gd name="textAreaTop" fmla="*/ 360 h 152640"/>
                        <a:gd name="textAreaBottom" fmla="*/ 153360 h 15264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76320" bIns="7632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82" name="Google Shape;1006;p23"/>
                    <p:cNvSpPr/>
                    <p:nvPr/>
                  </p:nvSpPr>
                  <p:spPr>
                    <a:xfrm rot="13500000" flipV="1">
                      <a:off x="9040320" y="3923280"/>
                      <a:ext cx="152640" cy="152640"/>
                    </a:xfrm>
                    <a:custGeom>
                      <a:avLst/>
                      <a:gdLst>
                        <a:gd name="textAreaLeft" fmla="*/ 0 w 152640"/>
                        <a:gd name="textAreaRight" fmla="*/ 153000 w 152640"/>
                        <a:gd name="textAreaTop" fmla="*/ 360 h 152640"/>
                        <a:gd name="textAreaBottom" fmla="*/ 153360 h 15264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76320" bIns="7632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83" name="Google Shape;1007;p23"/>
                    <p:cNvSpPr/>
                    <p:nvPr/>
                  </p:nvSpPr>
                  <p:spPr>
                    <a:xfrm rot="13500000" flipV="1">
                      <a:off x="9040320" y="3883320"/>
                      <a:ext cx="152640" cy="152640"/>
                    </a:xfrm>
                    <a:custGeom>
                      <a:avLst/>
                      <a:gdLst>
                        <a:gd name="textAreaLeft" fmla="*/ 0 w 152640"/>
                        <a:gd name="textAreaRight" fmla="*/ 153000 w 152640"/>
                        <a:gd name="textAreaTop" fmla="*/ 360 h 152640"/>
                        <a:gd name="textAreaBottom" fmla="*/ 153360 h 15264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76320" bIns="7632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</p:grpSp>
            </p:grpSp>
            <p:sp>
              <p:nvSpPr>
                <p:cNvPr id="684" name="Google Shape;1008;p23"/>
                <p:cNvSpPr/>
                <p:nvPr/>
              </p:nvSpPr>
              <p:spPr>
                <a:xfrm rot="18900000" flipV="1">
                  <a:off x="8963640" y="3667680"/>
                  <a:ext cx="314280" cy="249120"/>
                </a:xfrm>
                <a:custGeom>
                  <a:avLst/>
                  <a:gdLst>
                    <a:gd name="textAreaLeft" fmla="*/ 0 w 314280"/>
                    <a:gd name="textAreaRight" fmla="*/ 314640 w 314280"/>
                    <a:gd name="textAreaTop" fmla="*/ 360 h 249120"/>
                    <a:gd name="textAreaBottom" fmla="*/ 249840 h 249120"/>
                  </a:gdLst>
                  <a:ahLst/>
                  <a:cxnLst/>
                  <a:rect l="textAreaLeft" t="textAreaTop" r="textAreaRight" b="textAreaBottom"/>
                  <a:pathLst>
                    <a:path w="44612" h="3544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685" name="Google Shape;1009;p23"/>
              <p:cNvGrpSpPr/>
              <p:nvPr/>
            </p:nvGrpSpPr>
            <p:grpSpPr>
              <a:xfrm>
                <a:off x="8818200" y="4057560"/>
                <a:ext cx="546120" cy="798840"/>
                <a:chOff x="8818200" y="4057560"/>
                <a:chExt cx="546120" cy="798840"/>
              </a:xfrm>
            </p:grpSpPr>
            <p:grpSp>
              <p:nvGrpSpPr>
                <p:cNvPr id="686" name="Google Shape;1010;p23"/>
                <p:cNvGrpSpPr/>
                <p:nvPr/>
              </p:nvGrpSpPr>
              <p:grpSpPr>
                <a:xfrm>
                  <a:off x="8818200" y="4310280"/>
                  <a:ext cx="546120" cy="546120"/>
                  <a:chOff x="8818200" y="4310280"/>
                  <a:chExt cx="546120" cy="546120"/>
                </a:xfrm>
              </p:grpSpPr>
              <p:sp>
                <p:nvSpPr>
                  <p:cNvPr id="687" name="Google Shape;1011;p23"/>
                  <p:cNvSpPr/>
                  <p:nvPr/>
                </p:nvSpPr>
                <p:spPr>
                  <a:xfrm rot="13500000" flipV="1">
                    <a:off x="8893800" y="4394160"/>
                    <a:ext cx="394560" cy="377640"/>
                  </a:xfrm>
                  <a:custGeom>
                    <a:avLst/>
                    <a:gdLst>
                      <a:gd name="textAreaLeft" fmla="*/ 0 w 394560"/>
                      <a:gd name="textAreaRight" fmla="*/ 394920 w 394560"/>
                      <a:gd name="textAreaTop" fmla="*/ -360 h 377640"/>
                      <a:gd name="textAreaBottom" fmla="*/ 377640 h 377640"/>
                    </a:gdLst>
                    <a:ahLst/>
                    <a:cxnLst/>
                    <a:rect l="textAreaLeft" t="textAreaTop" r="textAreaRight" b="textAreaBottom"/>
                    <a:pathLst>
                      <a:path w="36902" h="35337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29000"/>
                        </a:srgbClr>
                      </a:gs>
                      <a:gs pos="26000">
                        <a:srgbClr val="F5F8FF"/>
                      </a:gs>
                      <a:gs pos="44000">
                        <a:srgbClr val="FFFFFF">
                          <a:alpha val="0"/>
                        </a:srgbClr>
                      </a:gs>
                      <a:gs pos="82000">
                        <a:srgbClr val="F5F8FF"/>
                      </a:gs>
                      <a:gs pos="100000">
                        <a:srgbClr val="F5F8FF"/>
                      </a:gs>
                    </a:gsLst>
                    <a:lin ang="135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grpSp>
                <p:nvGrpSpPr>
                  <p:cNvPr id="688" name="Google Shape;1012;p23"/>
                  <p:cNvGrpSpPr/>
                  <p:nvPr/>
                </p:nvGrpSpPr>
                <p:grpSpPr>
                  <a:xfrm>
                    <a:off x="8993880" y="4363200"/>
                    <a:ext cx="255240" cy="442800"/>
                    <a:chOff x="8993880" y="4363200"/>
                    <a:chExt cx="255240" cy="442800"/>
                  </a:xfrm>
                </p:grpSpPr>
                <p:sp>
                  <p:nvSpPr>
                    <p:cNvPr id="689" name="Google Shape;1013;p23"/>
                    <p:cNvSpPr/>
                    <p:nvPr/>
                  </p:nvSpPr>
                  <p:spPr>
                    <a:xfrm rot="13500000" flipV="1">
                      <a:off x="9031320" y="458784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90" name="Google Shape;1014;p23"/>
                    <p:cNvSpPr/>
                    <p:nvPr/>
                  </p:nvSpPr>
                  <p:spPr>
                    <a:xfrm rot="13500000" flipV="1">
                      <a:off x="9030960" y="454104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91" name="Google Shape;1015;p23"/>
                    <p:cNvSpPr/>
                    <p:nvPr/>
                  </p:nvSpPr>
                  <p:spPr>
                    <a:xfrm rot="13500000" flipV="1">
                      <a:off x="9031320" y="449388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92" name="Google Shape;1016;p23"/>
                    <p:cNvSpPr/>
                    <p:nvPr/>
                  </p:nvSpPr>
                  <p:spPr>
                    <a:xfrm rot="13500000" flipV="1">
                      <a:off x="9031320" y="444708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sp>
                  <p:nvSpPr>
                    <p:cNvPr id="693" name="Google Shape;1017;p23"/>
                    <p:cNvSpPr/>
                    <p:nvPr/>
                  </p:nvSpPr>
                  <p:spPr>
                    <a:xfrm rot="13500000" flipV="1">
                      <a:off x="9030960" y="4400280"/>
                      <a:ext cx="180360" cy="180360"/>
                    </a:xfrm>
                    <a:custGeom>
                      <a:avLst/>
                      <a:gdLst>
                        <a:gd name="textAreaLeft" fmla="*/ 0 w 180360"/>
                        <a:gd name="textAreaRight" fmla="*/ 180720 w 180360"/>
                        <a:gd name="textAreaTop" fmla="*/ -360 h 180360"/>
                        <a:gd name="textAreaBottom" fmla="*/ 180360 h 180360"/>
                      </a:gdLst>
                      <a:ahLst/>
                      <a:cxnLst/>
                      <a:rect l="textAreaLeft" t="textAreaTop" r="textAreaRight" b="textAreaBottom"/>
                      <a:pathLst>
                        <a:path w="27121" h="27121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47000"/>
                          </a:srgbClr>
                        </a:gs>
                        <a:gs pos="100000">
                          <a:srgbClr val="FFFFFF">
                            <a:alpha val="47000"/>
                          </a:srgbClr>
                        </a:gs>
                      </a:gsLst>
                      <a:lin ang="162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0360" bIns="9036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</p:grpSp>
            </p:grpSp>
            <p:sp>
              <p:nvSpPr>
                <p:cNvPr id="694" name="Google Shape;1018;p23"/>
                <p:cNvSpPr/>
                <p:nvPr/>
              </p:nvSpPr>
              <p:spPr>
                <a:xfrm rot="18900000" flipV="1">
                  <a:off x="8940600" y="4145400"/>
                  <a:ext cx="370800" cy="294480"/>
                </a:xfrm>
                <a:custGeom>
                  <a:avLst/>
                  <a:gdLst>
                    <a:gd name="textAreaLeft" fmla="*/ 0 w 370800"/>
                    <a:gd name="textAreaRight" fmla="*/ 371160 w 370800"/>
                    <a:gd name="textAreaTop" fmla="*/ 360 h 294480"/>
                    <a:gd name="textAreaBottom" fmla="*/ 295200 h 294480"/>
                  </a:gdLst>
                  <a:ahLst/>
                  <a:cxnLst/>
                  <a:rect l="textAreaLeft" t="textAreaTop" r="textAreaRight" b="textAreaBottom"/>
                  <a:pathLst>
                    <a:path w="44612" h="3544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695" name="Google Shape;1019;p23"/>
              <p:cNvGrpSpPr/>
              <p:nvPr/>
            </p:nvGrpSpPr>
            <p:grpSpPr>
              <a:xfrm>
                <a:off x="8139600" y="3937320"/>
                <a:ext cx="1470960" cy="1988280"/>
                <a:chOff x="8139600" y="3937320"/>
                <a:chExt cx="1470960" cy="1988280"/>
              </a:xfrm>
            </p:grpSpPr>
            <p:sp>
              <p:nvSpPr>
                <p:cNvPr id="696" name="Google Shape;1020;p23"/>
                <p:cNvSpPr/>
                <p:nvPr/>
              </p:nvSpPr>
              <p:spPr>
                <a:xfrm rot="13500000" flipV="1">
                  <a:off x="8343720" y="4163760"/>
                  <a:ext cx="1062360" cy="1017720"/>
                </a:xfrm>
                <a:custGeom>
                  <a:avLst/>
                  <a:gdLst>
                    <a:gd name="textAreaLeft" fmla="*/ 0 w 1062360"/>
                    <a:gd name="textAreaRight" fmla="*/ 1062720 w 1062360"/>
                    <a:gd name="textAreaTop" fmla="*/ -360 h 1017720"/>
                    <a:gd name="textAreaBottom" fmla="*/ 1017720 h 101772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20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97" name="Google Shape;1021;p23"/>
                <p:cNvSpPr/>
                <p:nvPr/>
              </p:nvSpPr>
              <p:spPr>
                <a:xfrm rot="13500000" flipV="1">
                  <a:off x="8343720" y="4681080"/>
                  <a:ext cx="1062360" cy="1017720"/>
                </a:xfrm>
                <a:custGeom>
                  <a:avLst/>
                  <a:gdLst>
                    <a:gd name="textAreaLeft" fmla="*/ 0 w 1062360"/>
                    <a:gd name="textAreaRight" fmla="*/ 1062720 w 1062360"/>
                    <a:gd name="textAreaTop" fmla="*/ -360 h 1017720"/>
                    <a:gd name="textAreaBottom" fmla="*/ 1017720 h 101772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20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698" name="Google Shape;1022;p23"/>
            <p:cNvGrpSpPr/>
            <p:nvPr/>
          </p:nvGrpSpPr>
          <p:grpSpPr>
            <a:xfrm>
              <a:off x="9068040" y="1975320"/>
              <a:ext cx="438840" cy="438840"/>
              <a:chOff x="9068040" y="1975320"/>
              <a:chExt cx="438840" cy="438840"/>
            </a:xfrm>
          </p:grpSpPr>
          <p:sp>
            <p:nvSpPr>
              <p:cNvPr id="699" name="Google Shape;1023;p23"/>
              <p:cNvSpPr/>
              <p:nvPr/>
            </p:nvSpPr>
            <p:spPr>
              <a:xfrm rot="5400000" flipV="1">
                <a:off x="9068040" y="1974960"/>
                <a:ext cx="438840" cy="438840"/>
              </a:xfrm>
              <a:custGeom>
                <a:avLst/>
                <a:gdLst>
                  <a:gd name="textAreaLeft" fmla="*/ 0 w 438840"/>
                  <a:gd name="textAreaRight" fmla="*/ 439200 w 438840"/>
                  <a:gd name="textAreaTop" fmla="*/ -360 h 438840"/>
                  <a:gd name="textAreaBottom" fmla="*/ 438840 h 43884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00" name="Google Shape;1024;p23"/>
              <p:cNvSpPr/>
              <p:nvPr/>
            </p:nvSpPr>
            <p:spPr>
              <a:xfrm rot="5400000" flipV="1">
                <a:off x="9156600" y="2075040"/>
                <a:ext cx="262440" cy="239400"/>
              </a:xfrm>
              <a:custGeom>
                <a:avLst/>
                <a:gdLst>
                  <a:gd name="textAreaLeft" fmla="*/ 0 w 262440"/>
                  <a:gd name="textAreaRight" fmla="*/ 262800 w 262440"/>
                  <a:gd name="textAreaTop" fmla="*/ -360 h 239400"/>
                  <a:gd name="textAreaBottom" fmla="*/ 239400 h 23940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pic>
        <p:nvPicPr>
          <p:cNvPr id="701" name="Google Shape;1025;p23"/>
          <p:cNvPicPr/>
          <p:nvPr/>
        </p:nvPicPr>
        <p:blipFill>
          <a:blip r:embed="rId2"/>
          <a:srcRect l="16959" t="24713" r="7122" b="26173"/>
          <a:stretch/>
        </p:blipFill>
        <p:spPr>
          <a:xfrm rot="5400000">
            <a:off x="-1432440" y="882720"/>
            <a:ext cx="2441520" cy="18633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02" name="Google Shape;1026;p23"/>
          <p:cNvGrpSpPr/>
          <p:nvPr/>
        </p:nvGrpSpPr>
        <p:grpSpPr>
          <a:xfrm>
            <a:off x="6045840" y="238320"/>
            <a:ext cx="4558680" cy="133920"/>
            <a:chOff x="6045840" y="238320"/>
            <a:chExt cx="4558680" cy="133920"/>
          </a:xfrm>
        </p:grpSpPr>
        <p:sp>
          <p:nvSpPr>
            <p:cNvPr id="703" name="Google Shape;1027;p23"/>
            <p:cNvSpPr/>
            <p:nvPr/>
          </p:nvSpPr>
          <p:spPr>
            <a:xfrm rot="10800000">
              <a:off x="6045840" y="238320"/>
              <a:ext cx="133920" cy="133920"/>
            </a:xfrm>
            <a:prstGeom prst="ellipse">
              <a:avLst/>
            </a:prstGeom>
            <a:noFill/>
            <a:ln w="9525">
              <a:solidFill>
                <a:srgbClr val="0C0A9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520" bIns="47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cxnSp>
          <p:nvCxnSpPr>
            <p:cNvPr id="704" name="Google Shape;1028;p23"/>
            <p:cNvCxnSpPr/>
            <p:nvPr/>
          </p:nvCxnSpPr>
          <p:spPr>
            <a:xfrm flipH="1">
              <a:off x="6141600" y="304920"/>
              <a:ext cx="4463280" cy="360"/>
            </a:xfrm>
            <a:prstGeom prst="straightConnector1">
              <a:avLst/>
            </a:prstGeom>
            <a:ln w="9525">
              <a:solidFill>
                <a:srgbClr val="0C0A9E"/>
              </a:solidFill>
              <a:round/>
            </a:ln>
          </p:spPr>
        </p:cxnSp>
        <p:sp>
          <p:nvSpPr>
            <p:cNvPr id="705" name="Google Shape;1029;p23"/>
            <p:cNvSpPr/>
            <p:nvPr/>
          </p:nvSpPr>
          <p:spPr>
            <a:xfrm rot="10800000">
              <a:off x="6076080" y="268560"/>
              <a:ext cx="73440" cy="734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5920" bIns="25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706" name="Google Shape;1030;p23"/>
          <p:cNvGrpSpPr/>
          <p:nvPr/>
        </p:nvGrpSpPr>
        <p:grpSpPr>
          <a:xfrm>
            <a:off x="-1143720" y="3925800"/>
            <a:ext cx="4558680" cy="1517760"/>
            <a:chOff x="-1143720" y="3925800"/>
            <a:chExt cx="4558680" cy="1517760"/>
          </a:xfrm>
        </p:grpSpPr>
        <p:grpSp>
          <p:nvGrpSpPr>
            <p:cNvPr id="707" name="Google Shape;1031;p23"/>
            <p:cNvGrpSpPr/>
            <p:nvPr/>
          </p:nvGrpSpPr>
          <p:grpSpPr>
            <a:xfrm>
              <a:off x="-500040" y="3925800"/>
              <a:ext cx="906480" cy="1517760"/>
              <a:chOff x="-500040" y="3925800"/>
              <a:chExt cx="906480" cy="1517760"/>
            </a:xfrm>
          </p:grpSpPr>
          <p:sp>
            <p:nvSpPr>
              <p:cNvPr id="708" name="Google Shape;1032;p23"/>
              <p:cNvSpPr/>
              <p:nvPr/>
            </p:nvSpPr>
            <p:spPr>
              <a:xfrm rot="5400000">
                <a:off x="-221760" y="3938040"/>
                <a:ext cx="581760" cy="55692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56920"/>
                  <a:gd name="textAreaBottom" fmla="*/ 557280 h 55692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>
                      <a:alpha val="31000"/>
                    </a:srgbClr>
                  </a:gs>
                  <a:gs pos="22000">
                    <a:srgbClr val="F5F8FF">
                      <a:alpha val="31000"/>
                    </a:srgbClr>
                  </a:gs>
                  <a:gs pos="45000">
                    <a:srgbClr val="FFFFFF">
                      <a:alpha val="31000"/>
                    </a:srgbClr>
                  </a:gs>
                  <a:gs pos="100000">
                    <a:srgbClr val="0C0A9E">
                      <a:alpha val="31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09" name="Google Shape;1033;p23"/>
              <p:cNvSpPr/>
              <p:nvPr/>
            </p:nvSpPr>
            <p:spPr>
              <a:xfrm rot="5400000">
                <a:off x="-41760" y="4511160"/>
                <a:ext cx="339840" cy="325440"/>
              </a:xfrm>
              <a:custGeom>
                <a:avLst/>
                <a:gdLst>
                  <a:gd name="textAreaLeft" fmla="*/ 0 w 339840"/>
                  <a:gd name="textAreaRight" fmla="*/ 340200 w 339840"/>
                  <a:gd name="textAreaTop" fmla="*/ 0 h 325440"/>
                  <a:gd name="textAreaBottom" fmla="*/ 325800 h 32544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10" name="Google Shape;1034;p23"/>
              <p:cNvSpPr/>
              <p:nvPr/>
            </p:nvSpPr>
            <p:spPr>
              <a:xfrm rot="5400000">
                <a:off x="-512280" y="4395600"/>
                <a:ext cx="581760" cy="55692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56920"/>
                  <a:gd name="textAreaBottom" fmla="*/ 557280 h 55692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>
                      <a:alpha val="31000"/>
                    </a:srgbClr>
                  </a:gs>
                  <a:gs pos="22000">
                    <a:srgbClr val="F5F8FF">
                      <a:alpha val="31000"/>
                    </a:srgbClr>
                  </a:gs>
                  <a:gs pos="45000">
                    <a:srgbClr val="FFFFFF">
                      <a:alpha val="31000"/>
                    </a:srgbClr>
                  </a:gs>
                  <a:gs pos="100000">
                    <a:srgbClr val="0C0A9E">
                      <a:alpha val="31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11" name="Google Shape;1035;p23"/>
              <p:cNvSpPr/>
              <p:nvPr/>
            </p:nvSpPr>
            <p:spPr>
              <a:xfrm rot="5400000">
                <a:off x="-162720" y="4874040"/>
                <a:ext cx="581760" cy="556920"/>
              </a:xfrm>
              <a:custGeom>
                <a:avLst/>
                <a:gdLst>
                  <a:gd name="textAreaLeft" fmla="*/ 0 w 581760"/>
                  <a:gd name="textAreaRight" fmla="*/ 582120 w 581760"/>
                  <a:gd name="textAreaTop" fmla="*/ 0 h 556920"/>
                  <a:gd name="textAreaBottom" fmla="*/ 557280 h 556920"/>
                </a:gdLst>
                <a:ahLst/>
                <a:cxnLst/>
                <a:rect l="textAreaLeft" t="textAreaTop" r="textAreaRight" b="textAreaBottom"/>
                <a:pathLst>
                  <a:path w="36902" h="35337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712" name="Google Shape;1036;p23"/>
            <p:cNvGrpSpPr/>
            <p:nvPr/>
          </p:nvGrpSpPr>
          <p:grpSpPr>
            <a:xfrm>
              <a:off x="-549360" y="4022640"/>
              <a:ext cx="2832840" cy="1420560"/>
              <a:chOff x="-549360" y="4022640"/>
              <a:chExt cx="2832840" cy="1420560"/>
            </a:xfrm>
          </p:grpSpPr>
          <p:sp>
            <p:nvSpPr>
              <p:cNvPr id="713" name="Google Shape;1037;p23"/>
              <p:cNvSpPr/>
              <p:nvPr/>
            </p:nvSpPr>
            <p:spPr>
              <a:xfrm rot="5400000">
                <a:off x="156600" y="3316320"/>
                <a:ext cx="1420560" cy="2832840"/>
              </a:xfrm>
              <a:custGeom>
                <a:avLst/>
                <a:gdLst>
                  <a:gd name="textAreaLeft" fmla="*/ 0 w 1420560"/>
                  <a:gd name="textAreaRight" fmla="*/ 1420920 w 1420560"/>
                  <a:gd name="textAreaTop" fmla="*/ 0 h 2832840"/>
                  <a:gd name="textAreaBottom" fmla="*/ 2833200 h 2832840"/>
                </a:gdLst>
                <a:ahLst/>
                <a:cxnLst/>
                <a:rect l="textAreaLeft" t="textAreaTop" r="textAreaRight" b="textAreaBottom"/>
                <a:pathLst>
                  <a:path w="34647" h="69081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714" name="Google Shape;1038;p23"/>
              <p:cNvGrpSpPr/>
              <p:nvPr/>
            </p:nvGrpSpPr>
            <p:grpSpPr>
              <a:xfrm>
                <a:off x="444960" y="4569840"/>
                <a:ext cx="161640" cy="161640"/>
                <a:chOff x="444960" y="4569840"/>
                <a:chExt cx="161640" cy="161640"/>
              </a:xfrm>
            </p:grpSpPr>
            <p:sp>
              <p:nvSpPr>
                <p:cNvPr id="715" name="Google Shape;1039;p23"/>
                <p:cNvSpPr/>
                <p:nvPr/>
              </p:nvSpPr>
              <p:spPr>
                <a:xfrm>
                  <a:off x="444960" y="4569840"/>
                  <a:ext cx="161640" cy="161640"/>
                </a:xfrm>
                <a:custGeom>
                  <a:avLst/>
                  <a:gdLst>
                    <a:gd name="textAreaLeft" fmla="*/ 0 w 161640"/>
                    <a:gd name="textAreaRight" fmla="*/ 162000 w 161640"/>
                    <a:gd name="textAreaTop" fmla="*/ 0 h 161640"/>
                    <a:gd name="textAreaBottom" fmla="*/ 162000 h 16164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81000" bIns="81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6" name="Google Shape;1040;p23"/>
                <p:cNvSpPr/>
                <p:nvPr/>
              </p:nvSpPr>
              <p:spPr>
                <a:xfrm>
                  <a:off x="477720" y="4606560"/>
                  <a:ext cx="96480" cy="88200"/>
                </a:xfrm>
                <a:custGeom>
                  <a:avLst/>
                  <a:gdLst>
                    <a:gd name="textAreaLeft" fmla="*/ 0 w 96480"/>
                    <a:gd name="textAreaRight" fmla="*/ 96840 w 96480"/>
                    <a:gd name="textAreaTop" fmla="*/ 0 h 88200"/>
                    <a:gd name="textAreaBottom" fmla="*/ 88560 h 8820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280" bIns="4428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717" name="Google Shape;1041;p23"/>
              <p:cNvGrpSpPr/>
              <p:nvPr/>
            </p:nvGrpSpPr>
            <p:grpSpPr>
              <a:xfrm>
                <a:off x="1827720" y="4988520"/>
                <a:ext cx="161640" cy="161640"/>
                <a:chOff x="1827720" y="4988520"/>
                <a:chExt cx="161640" cy="161640"/>
              </a:xfrm>
            </p:grpSpPr>
            <p:sp>
              <p:nvSpPr>
                <p:cNvPr id="718" name="Google Shape;1042;p23"/>
                <p:cNvSpPr/>
                <p:nvPr/>
              </p:nvSpPr>
              <p:spPr>
                <a:xfrm rot="10800000">
                  <a:off x="1827720" y="4988520"/>
                  <a:ext cx="161640" cy="161640"/>
                </a:xfrm>
                <a:custGeom>
                  <a:avLst/>
                  <a:gdLst>
                    <a:gd name="textAreaLeft" fmla="*/ 0 w 161640"/>
                    <a:gd name="textAreaRight" fmla="*/ 162000 w 161640"/>
                    <a:gd name="textAreaTop" fmla="*/ 0 h 161640"/>
                    <a:gd name="textAreaBottom" fmla="*/ 162000 h 16164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81000" bIns="81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9" name="Google Shape;1043;p23"/>
                <p:cNvSpPr/>
                <p:nvPr/>
              </p:nvSpPr>
              <p:spPr>
                <a:xfrm rot="10800000">
                  <a:off x="1860480" y="5024880"/>
                  <a:ext cx="96480" cy="88200"/>
                </a:xfrm>
                <a:custGeom>
                  <a:avLst/>
                  <a:gdLst>
                    <a:gd name="textAreaLeft" fmla="*/ 0 w 96480"/>
                    <a:gd name="textAreaRight" fmla="*/ 96840 w 96480"/>
                    <a:gd name="textAreaTop" fmla="*/ 0 h 88200"/>
                    <a:gd name="textAreaBottom" fmla="*/ 88560 h 8820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4280" bIns="4428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sp>
          <p:nvSpPr>
            <p:cNvPr id="720" name="Google Shape;1044;p23"/>
            <p:cNvSpPr/>
            <p:nvPr/>
          </p:nvSpPr>
          <p:spPr>
            <a:xfrm rot="16200000">
              <a:off x="362160" y="3772800"/>
              <a:ext cx="502560" cy="2327400"/>
            </a:xfrm>
            <a:custGeom>
              <a:avLst/>
              <a:gdLst>
                <a:gd name="textAreaLeft" fmla="*/ 0 w 502560"/>
                <a:gd name="textAreaRight" fmla="*/ 502920 w 502560"/>
                <a:gd name="textAreaTop" fmla="*/ 0 h 2327400"/>
                <a:gd name="textAreaBottom" fmla="*/ 2327760 h 2327400"/>
              </a:gdLst>
              <a:ahLst/>
              <a:cxnLst/>
              <a:rect l="textAreaLeft" t="textAreaTop" r="textAreaRight" b="textAreaBottom"/>
              <a:pathLst>
                <a:path w="12266" h="56755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162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721" name="Google Shape;1045;p23"/>
            <p:cNvGrpSpPr/>
            <p:nvPr/>
          </p:nvGrpSpPr>
          <p:grpSpPr>
            <a:xfrm>
              <a:off x="-1143720" y="4817880"/>
              <a:ext cx="4558680" cy="133920"/>
              <a:chOff x="-1143720" y="4817880"/>
              <a:chExt cx="4558680" cy="133920"/>
            </a:xfrm>
          </p:grpSpPr>
          <p:sp>
            <p:nvSpPr>
              <p:cNvPr id="722" name="Google Shape;1046;p23"/>
              <p:cNvSpPr/>
              <p:nvPr/>
            </p:nvSpPr>
            <p:spPr>
              <a:xfrm>
                <a:off x="3281040" y="481788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723" name="Google Shape;1047;p23"/>
              <p:cNvCxnSpPr/>
              <p:nvPr/>
            </p:nvCxnSpPr>
            <p:spPr>
              <a:xfrm>
                <a:off x="-1143720" y="4884480"/>
                <a:ext cx="446292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  <p:sp>
            <p:nvSpPr>
              <p:cNvPr id="724" name="Google Shape;1048;p23"/>
              <p:cNvSpPr/>
              <p:nvPr/>
            </p:nvSpPr>
            <p:spPr>
              <a:xfrm>
                <a:off x="3311280" y="484776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827" name="Google Shape;1174;p26"/>
          <p:cNvGrpSpPr/>
          <p:nvPr/>
        </p:nvGrpSpPr>
        <p:grpSpPr>
          <a:xfrm>
            <a:off x="-2902320" y="1271880"/>
            <a:ext cx="6190920" cy="6190920"/>
            <a:chOff x="-2902320" y="1271880"/>
            <a:chExt cx="6190920" cy="6190920"/>
          </a:xfrm>
        </p:grpSpPr>
        <p:pic>
          <p:nvPicPr>
            <p:cNvPr id="828" name="Google Shape;1175;p26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-757080" y="3866760"/>
              <a:ext cx="2441520" cy="186336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829" name="Google Shape;1176;p26"/>
            <p:cNvGrpSpPr/>
            <p:nvPr/>
          </p:nvGrpSpPr>
          <p:grpSpPr>
            <a:xfrm>
              <a:off x="-2902320" y="1271880"/>
              <a:ext cx="6190920" cy="6190920"/>
              <a:chOff x="-2902320" y="1271880"/>
              <a:chExt cx="6190920" cy="6190920"/>
            </a:xfrm>
          </p:grpSpPr>
          <p:sp>
            <p:nvSpPr>
              <p:cNvPr id="830" name="Google Shape;1177;p26"/>
              <p:cNvSpPr/>
              <p:nvPr/>
            </p:nvSpPr>
            <p:spPr>
              <a:xfrm rot="2700000" flipH="1">
                <a:off x="-1810080" y="1992600"/>
                <a:ext cx="4006080" cy="4749120"/>
              </a:xfrm>
              <a:custGeom>
                <a:avLst/>
                <a:gdLst>
                  <a:gd name="textAreaLeft" fmla="*/ 360 w 4006080"/>
                  <a:gd name="textAreaRight" fmla="*/ 4006800 w 4006080"/>
                  <a:gd name="textAreaTop" fmla="*/ 0 h 4749120"/>
                  <a:gd name="textAreaBottom" fmla="*/ 4749480 h 4749120"/>
                </a:gdLst>
                <a:ahLst/>
                <a:cxnLst/>
                <a:rect l="textAreaLeft" t="textAreaTop" r="textAreaRight" b="textAreaBottom"/>
                <a:pathLst>
                  <a:path w="97678" h="115794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40000">
                    <a:srgbClr val="FF9900">
                      <a:alpha val="41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31" name="Google Shape;1178;p26"/>
              <p:cNvSpPr/>
              <p:nvPr/>
            </p:nvSpPr>
            <p:spPr>
              <a:xfrm rot="2700000" flipH="1">
                <a:off x="-1269000" y="2500200"/>
                <a:ext cx="2925000" cy="3057480"/>
              </a:xfrm>
              <a:custGeom>
                <a:avLst/>
                <a:gdLst>
                  <a:gd name="textAreaLeft" fmla="*/ -360 w 2925000"/>
                  <a:gd name="textAreaRight" fmla="*/ 2925000 w 2925000"/>
                  <a:gd name="textAreaTop" fmla="*/ 0 h 3057480"/>
                  <a:gd name="textAreaBottom" fmla="*/ 3057840 h 3057480"/>
                </a:gdLst>
                <a:ahLst/>
                <a:cxnLst/>
                <a:rect l="textAreaLeft" t="textAreaTop" r="textAreaRight" b="textAreaBottom"/>
                <a:pathLst>
                  <a:path w="71320" h="7455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80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832" name="Google Shape;1179;p26"/>
              <p:cNvGrpSpPr/>
              <p:nvPr/>
            </p:nvGrpSpPr>
            <p:grpSpPr>
              <a:xfrm>
                <a:off x="308880" y="3043080"/>
                <a:ext cx="133920" cy="133920"/>
                <a:chOff x="308880" y="3043080"/>
                <a:chExt cx="133920" cy="133920"/>
              </a:xfrm>
            </p:grpSpPr>
            <p:sp>
              <p:nvSpPr>
                <p:cNvPr id="833" name="Google Shape;1180;p26"/>
                <p:cNvSpPr/>
                <p:nvPr/>
              </p:nvSpPr>
              <p:spPr>
                <a:xfrm rot="10800000">
                  <a:off x="308880" y="3043080"/>
                  <a:ext cx="133920" cy="133920"/>
                </a:xfrm>
                <a:prstGeom prst="ellipse">
                  <a:avLst/>
                </a:prstGeom>
                <a:noFill/>
                <a:ln w="9525">
                  <a:solidFill>
                    <a:srgbClr val="0C0A9E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520" bIns="475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34" name="Google Shape;1181;p26"/>
                <p:cNvSpPr/>
                <p:nvPr/>
              </p:nvSpPr>
              <p:spPr>
                <a:xfrm rot="10800000">
                  <a:off x="327600" y="3061800"/>
                  <a:ext cx="96120" cy="9612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835" name="Google Shape;1182;p26"/>
              <p:cNvGrpSpPr/>
              <p:nvPr/>
            </p:nvGrpSpPr>
            <p:grpSpPr>
              <a:xfrm>
                <a:off x="70200" y="3711240"/>
                <a:ext cx="133920" cy="133920"/>
                <a:chOff x="70200" y="3711240"/>
                <a:chExt cx="133920" cy="133920"/>
              </a:xfrm>
            </p:grpSpPr>
            <p:sp>
              <p:nvSpPr>
                <p:cNvPr id="836" name="Google Shape;1183;p26"/>
                <p:cNvSpPr/>
                <p:nvPr/>
              </p:nvSpPr>
              <p:spPr>
                <a:xfrm rot="10800000">
                  <a:off x="70200" y="3711240"/>
                  <a:ext cx="133920" cy="133920"/>
                </a:xfrm>
                <a:prstGeom prst="ellipse">
                  <a:avLst/>
                </a:prstGeom>
                <a:noFill/>
                <a:ln w="9525">
                  <a:solidFill>
                    <a:srgbClr val="0C0A9E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520" bIns="475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37" name="Google Shape;1184;p26"/>
                <p:cNvSpPr/>
                <p:nvPr/>
              </p:nvSpPr>
              <p:spPr>
                <a:xfrm rot="10800000">
                  <a:off x="88920" y="3729960"/>
                  <a:ext cx="96120" cy="9612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838" name="Google Shape;1185;p26"/>
              <p:cNvGrpSpPr/>
              <p:nvPr/>
            </p:nvGrpSpPr>
            <p:grpSpPr>
              <a:xfrm>
                <a:off x="-177840" y="3780720"/>
                <a:ext cx="939240" cy="2448720"/>
                <a:chOff x="-177840" y="3780720"/>
                <a:chExt cx="939240" cy="2448720"/>
              </a:xfrm>
            </p:grpSpPr>
            <p:sp>
              <p:nvSpPr>
                <p:cNvPr id="839" name="Google Shape;1186;p26"/>
                <p:cNvSpPr/>
                <p:nvPr/>
              </p:nvSpPr>
              <p:spPr>
                <a:xfrm rot="10800000">
                  <a:off x="184320" y="4255200"/>
                  <a:ext cx="577080" cy="1974240"/>
                </a:xfrm>
                <a:custGeom>
                  <a:avLst/>
                  <a:gdLst>
                    <a:gd name="textAreaLeft" fmla="*/ 0 w 577080"/>
                    <a:gd name="textAreaRight" fmla="*/ 577440 w 577080"/>
                    <a:gd name="textAreaTop" fmla="*/ 0 h 1974240"/>
                    <a:gd name="textAreaBottom" fmla="*/ 1974600 h 1974240"/>
                  </a:gdLst>
                  <a:ahLst/>
                  <a:cxnLst/>
                  <a:rect l="textAreaLeft" t="textAreaTop" r="textAreaRight" b="textAreaBottom"/>
                  <a:pathLst>
                    <a:path w="14079" h="48146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40" name="Google Shape;1187;p26"/>
                <p:cNvSpPr/>
                <p:nvPr/>
              </p:nvSpPr>
              <p:spPr>
                <a:xfrm rot="10800000">
                  <a:off x="-177480" y="3780720"/>
                  <a:ext cx="686880" cy="2086560"/>
                </a:xfrm>
                <a:custGeom>
                  <a:avLst/>
                  <a:gdLst>
                    <a:gd name="textAreaLeft" fmla="*/ 0 w 686880"/>
                    <a:gd name="textAreaRight" fmla="*/ 687240 w 686880"/>
                    <a:gd name="textAreaTop" fmla="*/ 0 h 2086560"/>
                    <a:gd name="textAreaBottom" fmla="*/ 2086920 h 2086560"/>
                  </a:gdLst>
                  <a:ahLst/>
                  <a:cxnLst/>
                  <a:rect l="textAreaLeft" t="textAreaTop" r="textAreaRight" b="textAreaBottom"/>
                  <a:pathLst>
                    <a:path w="16760" h="4318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841" name="Google Shape;1188;p26"/>
                <p:cNvGrpSpPr/>
                <p:nvPr/>
              </p:nvGrpSpPr>
              <p:grpSpPr>
                <a:xfrm>
                  <a:off x="457200" y="5492880"/>
                  <a:ext cx="133560" cy="133560"/>
                  <a:chOff x="457200" y="5492880"/>
                  <a:chExt cx="133560" cy="133560"/>
                </a:xfrm>
              </p:grpSpPr>
              <p:sp>
                <p:nvSpPr>
                  <p:cNvPr id="842" name="Google Shape;1189;p26"/>
                  <p:cNvSpPr/>
                  <p:nvPr/>
                </p:nvSpPr>
                <p:spPr>
                  <a:xfrm rot="10800000">
                    <a:off x="457200" y="5492880"/>
                    <a:ext cx="133560" cy="133560"/>
                  </a:xfrm>
                  <a:prstGeom prst="ellipse">
                    <a:avLst/>
                  </a:prstGeom>
                  <a:noFill/>
                  <a:ln w="9525">
                    <a:solidFill>
                      <a:srgbClr val="8208D5"/>
                    </a:solidFill>
                    <a:round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47160" bIns="4716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843" name="Google Shape;1190;p26"/>
                  <p:cNvSpPr/>
                  <p:nvPr/>
                </p:nvSpPr>
                <p:spPr>
                  <a:xfrm rot="10800000">
                    <a:off x="475920" y="5511960"/>
                    <a:ext cx="95760" cy="95760"/>
                  </a:xfrm>
                  <a:prstGeom prst="ellipse">
                    <a:avLst/>
                  </a:pr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33840" bIns="338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</p:grpSp>
      </p:grpSp>
      <p:grpSp>
        <p:nvGrpSpPr>
          <p:cNvPr id="844" name="Google Shape;1191;p26"/>
          <p:cNvGrpSpPr/>
          <p:nvPr/>
        </p:nvGrpSpPr>
        <p:grpSpPr>
          <a:xfrm>
            <a:off x="5650200" y="-1036440"/>
            <a:ext cx="6190920" cy="6865200"/>
            <a:chOff x="5650200" y="-1036440"/>
            <a:chExt cx="6190920" cy="6865200"/>
          </a:xfrm>
        </p:grpSpPr>
        <p:grpSp>
          <p:nvGrpSpPr>
            <p:cNvPr id="845" name="Google Shape;1192;p26"/>
            <p:cNvGrpSpPr/>
            <p:nvPr/>
          </p:nvGrpSpPr>
          <p:grpSpPr>
            <a:xfrm>
              <a:off x="5650200" y="-362160"/>
              <a:ext cx="6190920" cy="6190920"/>
              <a:chOff x="5650200" y="-362160"/>
              <a:chExt cx="6190920" cy="6190920"/>
            </a:xfrm>
          </p:grpSpPr>
          <p:grpSp>
            <p:nvGrpSpPr>
              <p:cNvPr id="846" name="Google Shape;1193;p26"/>
              <p:cNvGrpSpPr/>
              <p:nvPr/>
            </p:nvGrpSpPr>
            <p:grpSpPr>
              <a:xfrm>
                <a:off x="5650200" y="-362160"/>
                <a:ext cx="6190920" cy="6190920"/>
                <a:chOff x="5650200" y="-362160"/>
                <a:chExt cx="6190920" cy="6190920"/>
              </a:xfrm>
            </p:grpSpPr>
            <p:sp>
              <p:nvSpPr>
                <p:cNvPr id="847" name="Google Shape;1194;p26"/>
                <p:cNvSpPr/>
                <p:nvPr/>
              </p:nvSpPr>
              <p:spPr>
                <a:xfrm rot="13500000" flipH="1">
                  <a:off x="6742080" y="358560"/>
                  <a:ext cx="4006080" cy="4749120"/>
                </a:xfrm>
                <a:custGeom>
                  <a:avLst/>
                  <a:gdLst>
                    <a:gd name="textAreaLeft" fmla="*/ 360 w 4006080"/>
                    <a:gd name="textAreaRight" fmla="*/ 4006800 w 4006080"/>
                    <a:gd name="textAreaTop" fmla="*/ 0 h 4749120"/>
                    <a:gd name="textAreaBottom" fmla="*/ 4749480 h 4749120"/>
                  </a:gdLst>
                  <a:ahLst/>
                  <a:cxnLst/>
                  <a:rect l="textAreaLeft" t="textAreaTop" r="textAreaRight" b="textAreaBottom"/>
                  <a:pathLst>
                    <a:path w="97678" h="115794">
                      <a:moveTo>
                        <a:pt x="97449" y="0"/>
                      </a:moveTo>
                      <a:lnTo>
                        <a:pt x="76805" y="20645"/>
                      </a:lnTo>
                      <a:lnTo>
                        <a:pt x="76744" y="20691"/>
                      </a:lnTo>
                      <a:lnTo>
                        <a:pt x="76744" y="35927"/>
                      </a:lnTo>
                      <a:lnTo>
                        <a:pt x="63107" y="49563"/>
                      </a:lnTo>
                      <a:lnTo>
                        <a:pt x="63077" y="49608"/>
                      </a:lnTo>
                      <a:lnTo>
                        <a:pt x="63077" y="56571"/>
                      </a:lnTo>
                      <a:lnTo>
                        <a:pt x="61005" y="58659"/>
                      </a:lnTo>
                      <a:lnTo>
                        <a:pt x="61005" y="62407"/>
                      </a:lnTo>
                      <a:lnTo>
                        <a:pt x="52473" y="70939"/>
                      </a:lnTo>
                      <a:lnTo>
                        <a:pt x="52412" y="70969"/>
                      </a:lnTo>
                      <a:lnTo>
                        <a:pt x="52412" y="78541"/>
                      </a:lnTo>
                      <a:lnTo>
                        <a:pt x="46912" y="84057"/>
                      </a:lnTo>
                      <a:lnTo>
                        <a:pt x="46912" y="89633"/>
                      </a:lnTo>
                      <a:lnTo>
                        <a:pt x="33123" y="103406"/>
                      </a:lnTo>
                      <a:lnTo>
                        <a:pt x="12174" y="103406"/>
                      </a:lnTo>
                      <a:lnTo>
                        <a:pt x="0" y="115565"/>
                      </a:lnTo>
                      <a:lnTo>
                        <a:pt x="229" y="115793"/>
                      </a:lnTo>
                      <a:lnTo>
                        <a:pt x="12280" y="103711"/>
                      </a:lnTo>
                      <a:lnTo>
                        <a:pt x="33245" y="103711"/>
                      </a:lnTo>
                      <a:lnTo>
                        <a:pt x="47155" y="89801"/>
                      </a:lnTo>
                      <a:lnTo>
                        <a:pt x="47216" y="89770"/>
                      </a:lnTo>
                      <a:lnTo>
                        <a:pt x="47216" y="84179"/>
                      </a:lnTo>
                      <a:lnTo>
                        <a:pt x="52732" y="78663"/>
                      </a:lnTo>
                      <a:lnTo>
                        <a:pt x="52732" y="71106"/>
                      </a:lnTo>
                      <a:lnTo>
                        <a:pt x="61264" y="62574"/>
                      </a:lnTo>
                      <a:lnTo>
                        <a:pt x="61310" y="62513"/>
                      </a:lnTo>
                      <a:lnTo>
                        <a:pt x="61310" y="58780"/>
                      </a:lnTo>
                      <a:lnTo>
                        <a:pt x="63382" y="56708"/>
                      </a:lnTo>
                      <a:lnTo>
                        <a:pt x="63382" y="49730"/>
                      </a:lnTo>
                      <a:lnTo>
                        <a:pt x="77018" y="36109"/>
                      </a:lnTo>
                      <a:lnTo>
                        <a:pt x="77048" y="36064"/>
                      </a:lnTo>
                      <a:lnTo>
                        <a:pt x="77048" y="20828"/>
                      </a:lnTo>
                      <a:lnTo>
                        <a:pt x="97678" y="198"/>
                      </a:lnTo>
                      <a:lnTo>
                        <a:pt x="97449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/>
                    </a:gs>
                    <a:gs pos="40000">
                      <a:srgbClr val="FF9900">
                        <a:alpha val="41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48" name="Google Shape;1195;p26"/>
                <p:cNvSpPr/>
                <p:nvPr/>
              </p:nvSpPr>
              <p:spPr>
                <a:xfrm rot="13500000" flipH="1">
                  <a:off x="7282800" y="1542600"/>
                  <a:ext cx="2925000" cy="3057480"/>
                </a:xfrm>
                <a:custGeom>
                  <a:avLst/>
                  <a:gdLst>
                    <a:gd name="textAreaLeft" fmla="*/ -360 w 2925000"/>
                    <a:gd name="textAreaRight" fmla="*/ 2925000 w 2925000"/>
                    <a:gd name="textAreaTop" fmla="*/ 0 h 3057480"/>
                    <a:gd name="textAreaBottom" fmla="*/ 3057840 h 3057480"/>
                  </a:gdLst>
                  <a:ahLst/>
                  <a:cxnLst/>
                  <a:rect l="textAreaLeft" t="textAreaTop" r="textAreaRight" b="textAreaBottom"/>
                  <a:pathLst>
                    <a:path w="71320" h="74550">
                      <a:moveTo>
                        <a:pt x="71091" y="0"/>
                      </a:moveTo>
                      <a:lnTo>
                        <a:pt x="59679" y="11397"/>
                      </a:lnTo>
                      <a:lnTo>
                        <a:pt x="54895" y="11397"/>
                      </a:lnTo>
                      <a:lnTo>
                        <a:pt x="41015" y="25307"/>
                      </a:lnTo>
                      <a:lnTo>
                        <a:pt x="40954" y="25337"/>
                      </a:lnTo>
                      <a:lnTo>
                        <a:pt x="40954" y="42325"/>
                      </a:lnTo>
                      <a:lnTo>
                        <a:pt x="31767" y="51528"/>
                      </a:lnTo>
                      <a:lnTo>
                        <a:pt x="31721" y="51574"/>
                      </a:lnTo>
                      <a:lnTo>
                        <a:pt x="31721" y="59237"/>
                      </a:lnTo>
                      <a:lnTo>
                        <a:pt x="22824" y="68135"/>
                      </a:lnTo>
                      <a:lnTo>
                        <a:pt x="6186" y="68135"/>
                      </a:lnTo>
                      <a:lnTo>
                        <a:pt x="0" y="74321"/>
                      </a:lnTo>
                      <a:lnTo>
                        <a:pt x="229" y="74549"/>
                      </a:lnTo>
                      <a:lnTo>
                        <a:pt x="6323" y="68455"/>
                      </a:lnTo>
                      <a:lnTo>
                        <a:pt x="22945" y="68455"/>
                      </a:lnTo>
                      <a:lnTo>
                        <a:pt x="31980" y="59420"/>
                      </a:lnTo>
                      <a:lnTo>
                        <a:pt x="32026" y="59374"/>
                      </a:lnTo>
                      <a:lnTo>
                        <a:pt x="32026" y="51695"/>
                      </a:lnTo>
                      <a:lnTo>
                        <a:pt x="41229" y="42508"/>
                      </a:lnTo>
                      <a:lnTo>
                        <a:pt x="41259" y="42463"/>
                      </a:lnTo>
                      <a:lnTo>
                        <a:pt x="41259" y="25475"/>
                      </a:lnTo>
                      <a:lnTo>
                        <a:pt x="55032" y="11732"/>
                      </a:lnTo>
                      <a:lnTo>
                        <a:pt x="59786" y="11732"/>
                      </a:lnTo>
                      <a:lnTo>
                        <a:pt x="71320" y="213"/>
                      </a:lnTo>
                      <a:lnTo>
                        <a:pt x="71091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89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49" name="Google Shape;1196;p26"/>
                <p:cNvSpPr/>
                <p:nvPr/>
              </p:nvSpPr>
              <p:spPr>
                <a:xfrm>
                  <a:off x="8507880" y="-291960"/>
                  <a:ext cx="577080" cy="1974240"/>
                </a:xfrm>
                <a:custGeom>
                  <a:avLst/>
                  <a:gdLst>
                    <a:gd name="textAreaLeft" fmla="*/ 0 w 577080"/>
                    <a:gd name="textAreaRight" fmla="*/ 577440 w 577080"/>
                    <a:gd name="textAreaTop" fmla="*/ 0 h 1974240"/>
                    <a:gd name="textAreaBottom" fmla="*/ 1974600 h 1974240"/>
                  </a:gdLst>
                  <a:ahLst/>
                  <a:cxnLst/>
                  <a:rect l="textAreaLeft" t="textAreaTop" r="textAreaRight" b="textAreaBottom"/>
                  <a:pathLst>
                    <a:path w="14079" h="48146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50" name="Google Shape;1197;p26"/>
                <p:cNvSpPr/>
                <p:nvPr/>
              </p:nvSpPr>
              <p:spPr>
                <a:xfrm>
                  <a:off x="8760600" y="70200"/>
                  <a:ext cx="686880" cy="2086560"/>
                </a:xfrm>
                <a:custGeom>
                  <a:avLst/>
                  <a:gdLst>
                    <a:gd name="textAreaLeft" fmla="*/ 0 w 686880"/>
                    <a:gd name="textAreaRight" fmla="*/ 687240 w 686880"/>
                    <a:gd name="textAreaTop" fmla="*/ 0 h 2086560"/>
                    <a:gd name="textAreaBottom" fmla="*/ 2086920 h 2086560"/>
                  </a:gdLst>
                  <a:ahLst/>
                  <a:cxnLst/>
                  <a:rect l="textAreaLeft" t="textAreaTop" r="textAreaRight" b="textAreaBottom"/>
                  <a:pathLst>
                    <a:path w="16760" h="4318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851" name="Google Shape;1198;p26"/>
              <p:cNvGrpSpPr/>
              <p:nvPr/>
            </p:nvGrpSpPr>
            <p:grpSpPr>
              <a:xfrm>
                <a:off x="8496720" y="3923640"/>
                <a:ext cx="133920" cy="133920"/>
                <a:chOff x="8496720" y="3923640"/>
                <a:chExt cx="133920" cy="133920"/>
              </a:xfrm>
            </p:grpSpPr>
            <p:sp>
              <p:nvSpPr>
                <p:cNvPr id="852" name="Google Shape;1199;p26"/>
                <p:cNvSpPr/>
                <p:nvPr/>
              </p:nvSpPr>
              <p:spPr>
                <a:xfrm>
                  <a:off x="8496720" y="3923640"/>
                  <a:ext cx="133920" cy="133920"/>
                </a:xfrm>
                <a:prstGeom prst="ellipse">
                  <a:avLst/>
                </a:prstGeom>
                <a:noFill/>
                <a:ln w="9525">
                  <a:solidFill>
                    <a:srgbClr val="0C0A9E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520" bIns="475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53" name="Google Shape;1200;p26"/>
                <p:cNvSpPr/>
                <p:nvPr/>
              </p:nvSpPr>
              <p:spPr>
                <a:xfrm>
                  <a:off x="8515440" y="3942360"/>
                  <a:ext cx="96120" cy="9612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854" name="Google Shape;1201;p26"/>
              <p:cNvGrpSpPr/>
              <p:nvPr/>
            </p:nvGrpSpPr>
            <p:grpSpPr>
              <a:xfrm>
                <a:off x="8735400" y="3255480"/>
                <a:ext cx="133920" cy="133920"/>
                <a:chOff x="8735400" y="3255480"/>
                <a:chExt cx="133920" cy="133920"/>
              </a:xfrm>
            </p:grpSpPr>
            <p:sp>
              <p:nvSpPr>
                <p:cNvPr id="855" name="Google Shape;1202;p26"/>
                <p:cNvSpPr/>
                <p:nvPr/>
              </p:nvSpPr>
              <p:spPr>
                <a:xfrm>
                  <a:off x="8735400" y="3255480"/>
                  <a:ext cx="133920" cy="133920"/>
                </a:xfrm>
                <a:prstGeom prst="ellipse">
                  <a:avLst/>
                </a:prstGeom>
                <a:noFill/>
                <a:ln w="9525">
                  <a:solidFill>
                    <a:srgbClr val="0C0A9E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520" bIns="475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56" name="Google Shape;1203;p26"/>
                <p:cNvSpPr/>
                <p:nvPr/>
              </p:nvSpPr>
              <p:spPr>
                <a:xfrm>
                  <a:off x="8754120" y="3274560"/>
                  <a:ext cx="96120" cy="9612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0C0A9E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857" name="Google Shape;1204;p26"/>
              <p:cNvGrpSpPr/>
              <p:nvPr/>
            </p:nvGrpSpPr>
            <p:grpSpPr>
              <a:xfrm>
                <a:off x="8678880" y="311040"/>
                <a:ext cx="133560" cy="133560"/>
                <a:chOff x="8678880" y="311040"/>
                <a:chExt cx="133560" cy="133560"/>
              </a:xfrm>
            </p:grpSpPr>
            <p:sp>
              <p:nvSpPr>
                <p:cNvPr id="858" name="Google Shape;1205;p26"/>
                <p:cNvSpPr/>
                <p:nvPr/>
              </p:nvSpPr>
              <p:spPr>
                <a:xfrm>
                  <a:off x="8678880" y="31104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59" name="Google Shape;1206;p26"/>
                <p:cNvSpPr/>
                <p:nvPr/>
              </p:nvSpPr>
              <p:spPr>
                <a:xfrm>
                  <a:off x="8697600" y="33012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pic>
          <p:nvPicPr>
            <p:cNvPr id="860" name="Google Shape;1207;p26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7081920" y="-1036440"/>
              <a:ext cx="2441520" cy="186336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61" name="Google Shape;1208;p26"/>
          <p:cNvGrpSpPr/>
          <p:nvPr/>
        </p:nvGrpSpPr>
        <p:grpSpPr>
          <a:xfrm>
            <a:off x="3984120" y="4933080"/>
            <a:ext cx="667800" cy="438840"/>
            <a:chOff x="3984120" y="4933080"/>
            <a:chExt cx="667800" cy="438840"/>
          </a:xfrm>
        </p:grpSpPr>
        <p:grpSp>
          <p:nvGrpSpPr>
            <p:cNvPr id="862" name="Google Shape;1209;p26"/>
            <p:cNvGrpSpPr/>
            <p:nvPr/>
          </p:nvGrpSpPr>
          <p:grpSpPr>
            <a:xfrm>
              <a:off x="3984120" y="4933080"/>
              <a:ext cx="438840" cy="438840"/>
              <a:chOff x="3984120" y="4933080"/>
              <a:chExt cx="438840" cy="438840"/>
            </a:xfrm>
          </p:grpSpPr>
          <p:sp>
            <p:nvSpPr>
              <p:cNvPr id="863" name="Google Shape;1210;p26"/>
              <p:cNvSpPr/>
              <p:nvPr/>
            </p:nvSpPr>
            <p:spPr>
              <a:xfrm rot="5400000">
                <a:off x="3984120" y="4933080"/>
                <a:ext cx="438840" cy="438840"/>
              </a:xfrm>
              <a:custGeom>
                <a:avLst/>
                <a:gdLst>
                  <a:gd name="textAreaLeft" fmla="*/ 0 w 438840"/>
                  <a:gd name="textAreaRight" fmla="*/ 439200 w 438840"/>
                  <a:gd name="textAreaTop" fmla="*/ 0 h 438840"/>
                  <a:gd name="textAreaBottom" fmla="*/ 439200 h 43884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64" name="Google Shape;1211;p26"/>
              <p:cNvSpPr/>
              <p:nvPr/>
            </p:nvSpPr>
            <p:spPr>
              <a:xfrm rot="5400000">
                <a:off x="4072320" y="5033160"/>
                <a:ext cx="262440" cy="239400"/>
              </a:xfrm>
              <a:custGeom>
                <a:avLst/>
                <a:gdLst>
                  <a:gd name="textAreaLeft" fmla="*/ 0 w 262440"/>
                  <a:gd name="textAreaRight" fmla="*/ 262800 w 262440"/>
                  <a:gd name="textAreaTop" fmla="*/ 0 h 239400"/>
                  <a:gd name="textAreaBottom" fmla="*/ 239760 h 23940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865" name="Google Shape;1212;p26"/>
            <p:cNvGrpSpPr/>
            <p:nvPr/>
          </p:nvGrpSpPr>
          <p:grpSpPr>
            <a:xfrm>
              <a:off x="4423320" y="5038200"/>
              <a:ext cx="228600" cy="228600"/>
              <a:chOff x="4423320" y="5038200"/>
              <a:chExt cx="228600" cy="228600"/>
            </a:xfrm>
          </p:grpSpPr>
          <p:sp>
            <p:nvSpPr>
              <p:cNvPr id="866" name="Google Shape;1213;p26"/>
              <p:cNvSpPr/>
              <p:nvPr/>
            </p:nvSpPr>
            <p:spPr>
              <a:xfrm rot="5400000">
                <a:off x="4423320" y="5038200"/>
                <a:ext cx="228600" cy="228600"/>
              </a:xfrm>
              <a:custGeom>
                <a:avLst/>
                <a:gdLst>
                  <a:gd name="textAreaLeft" fmla="*/ 0 w 228600"/>
                  <a:gd name="textAreaRight" fmla="*/ 228960 w 228600"/>
                  <a:gd name="textAreaTop" fmla="*/ 0 h 228600"/>
                  <a:gd name="textAreaBottom" fmla="*/ 228960 h 22860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67" name="Google Shape;1214;p26"/>
              <p:cNvSpPr/>
              <p:nvPr/>
            </p:nvSpPr>
            <p:spPr>
              <a:xfrm rot="5400000">
                <a:off x="4469040" y="5090040"/>
                <a:ext cx="136440" cy="124560"/>
              </a:xfrm>
              <a:custGeom>
                <a:avLst/>
                <a:gdLst>
                  <a:gd name="textAreaLeft" fmla="*/ 0 w 136440"/>
                  <a:gd name="textAreaRight" fmla="*/ 136800 w 136440"/>
                  <a:gd name="textAreaTop" fmla="*/ 0 h 124560"/>
                  <a:gd name="textAreaBottom" fmla="*/ 124920 h 12456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2280" bIns="622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869" name="Google Shape;1229;p27"/>
          <p:cNvGrpSpPr/>
          <p:nvPr/>
        </p:nvGrpSpPr>
        <p:grpSpPr>
          <a:xfrm>
            <a:off x="6102720" y="-1724760"/>
            <a:ext cx="4395240" cy="4161240"/>
            <a:chOff x="6102720" y="-1724760"/>
            <a:chExt cx="4395240" cy="4161240"/>
          </a:xfrm>
        </p:grpSpPr>
        <p:pic>
          <p:nvPicPr>
            <p:cNvPr id="870" name="Google Shape;1230;p27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7437600" y="-672840"/>
              <a:ext cx="2441520" cy="186336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871" name="Google Shape;1231;p27"/>
            <p:cNvGrpSpPr/>
            <p:nvPr/>
          </p:nvGrpSpPr>
          <p:grpSpPr>
            <a:xfrm>
              <a:off x="6576120" y="-1724760"/>
              <a:ext cx="3921840" cy="4161240"/>
              <a:chOff x="6576120" y="-1724760"/>
              <a:chExt cx="3921840" cy="4161240"/>
            </a:xfrm>
          </p:grpSpPr>
          <p:sp>
            <p:nvSpPr>
              <p:cNvPr id="872" name="Google Shape;1232;p27"/>
              <p:cNvSpPr/>
              <p:nvPr/>
            </p:nvSpPr>
            <p:spPr>
              <a:xfrm rot="8100000" flipV="1">
                <a:off x="7268040" y="-1267920"/>
                <a:ext cx="2538000" cy="3008520"/>
              </a:xfrm>
              <a:custGeom>
                <a:avLst/>
                <a:gdLst>
                  <a:gd name="textAreaLeft" fmla="*/ 0 w 2538000"/>
                  <a:gd name="textAreaRight" fmla="*/ 2538360 w 2538000"/>
                  <a:gd name="textAreaTop" fmla="*/ -360 h 3008520"/>
                  <a:gd name="textAreaBottom" fmla="*/ 3008520 h 3008520"/>
                </a:gdLst>
                <a:ahLst/>
                <a:cxnLst/>
                <a:rect l="textAreaLeft" t="textAreaTop" r="textAreaRight" b="textAreaBottom"/>
                <a:pathLst>
                  <a:path w="97678" h="115794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73" name="Google Shape;1233;p27"/>
              <p:cNvSpPr/>
              <p:nvPr/>
            </p:nvSpPr>
            <p:spPr>
              <a:xfrm rot="8100000" flipV="1">
                <a:off x="7034760" y="-934200"/>
                <a:ext cx="1852560" cy="1936800"/>
              </a:xfrm>
              <a:custGeom>
                <a:avLst/>
                <a:gdLst>
                  <a:gd name="textAreaLeft" fmla="*/ 0 w 1852560"/>
                  <a:gd name="textAreaRight" fmla="*/ 1852920 w 1852560"/>
                  <a:gd name="textAreaTop" fmla="*/ 360 h 1936800"/>
                  <a:gd name="textAreaBottom" fmla="*/ 1937520 h 1936800"/>
                </a:gdLst>
                <a:ahLst/>
                <a:cxnLst/>
                <a:rect l="textAreaLeft" t="textAreaTop" r="textAreaRight" b="textAreaBottom"/>
                <a:pathLst>
                  <a:path w="71320" h="7455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74" name="Google Shape;1234;p27"/>
              <p:cNvSpPr/>
              <p:nvPr/>
            </p:nvSpPr>
            <p:spPr>
              <a:xfrm rot="8100000" flipV="1">
                <a:off x="7483680" y="-1037520"/>
                <a:ext cx="1997640" cy="3242880"/>
              </a:xfrm>
              <a:custGeom>
                <a:avLst/>
                <a:gdLst>
                  <a:gd name="textAreaLeft" fmla="*/ 0 w 1997640"/>
                  <a:gd name="textAreaRight" fmla="*/ 1998000 w 1997640"/>
                  <a:gd name="textAreaTop" fmla="*/ 360 h 3242880"/>
                  <a:gd name="textAreaBottom" fmla="*/ 3243600 h 3242880"/>
                </a:gdLst>
                <a:ahLst/>
                <a:cxnLst/>
                <a:rect l="textAreaLeft" t="textAreaTop" r="textAreaRight" b="textAreaBottom"/>
                <a:pathLst>
                  <a:path w="76882" h="124813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875" name="Google Shape;1235;p27"/>
            <p:cNvGrpSpPr/>
            <p:nvPr/>
          </p:nvGrpSpPr>
          <p:grpSpPr>
            <a:xfrm>
              <a:off x="6102720" y="-125280"/>
              <a:ext cx="803160" cy="493560"/>
              <a:chOff x="6102720" y="-125280"/>
              <a:chExt cx="803160" cy="493560"/>
            </a:xfrm>
          </p:grpSpPr>
          <p:sp>
            <p:nvSpPr>
              <p:cNvPr id="876" name="Google Shape;1236;p27"/>
              <p:cNvSpPr/>
              <p:nvPr/>
            </p:nvSpPr>
            <p:spPr>
              <a:xfrm>
                <a:off x="6102720" y="-76320"/>
                <a:ext cx="283680" cy="245520"/>
              </a:xfrm>
              <a:custGeom>
                <a:avLst/>
                <a:gdLst>
                  <a:gd name="textAreaLeft" fmla="*/ 0 w 283680"/>
                  <a:gd name="textAreaRight" fmla="*/ 284040 w 283680"/>
                  <a:gd name="textAreaTop" fmla="*/ 0 h 245520"/>
                  <a:gd name="textAreaBottom" fmla="*/ 245880 h 24552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77" name="Google Shape;1237;p27"/>
              <p:cNvSpPr/>
              <p:nvPr/>
            </p:nvSpPr>
            <p:spPr>
              <a:xfrm>
                <a:off x="6335640" y="-125280"/>
                <a:ext cx="570240" cy="493560"/>
              </a:xfrm>
              <a:custGeom>
                <a:avLst/>
                <a:gdLst>
                  <a:gd name="textAreaLeft" fmla="*/ 0 w 570240"/>
                  <a:gd name="textAreaRight" fmla="*/ 570600 w 570240"/>
                  <a:gd name="textAreaTop" fmla="*/ 0 h 493560"/>
                  <a:gd name="textAreaBottom" fmla="*/ 493920 h 4935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878" name="Google Shape;1238;p27"/>
          <p:cNvGrpSpPr/>
          <p:nvPr/>
        </p:nvGrpSpPr>
        <p:grpSpPr>
          <a:xfrm>
            <a:off x="-1089000" y="4200480"/>
            <a:ext cx="5368320" cy="1863360"/>
            <a:chOff x="-1089000" y="4200480"/>
            <a:chExt cx="5368320" cy="1863360"/>
          </a:xfrm>
        </p:grpSpPr>
        <p:grpSp>
          <p:nvGrpSpPr>
            <p:cNvPr id="879" name="Google Shape;1239;p27"/>
            <p:cNvGrpSpPr/>
            <p:nvPr/>
          </p:nvGrpSpPr>
          <p:grpSpPr>
            <a:xfrm>
              <a:off x="-185040" y="4598280"/>
              <a:ext cx="904320" cy="725760"/>
              <a:chOff x="-185040" y="4598280"/>
              <a:chExt cx="904320" cy="725760"/>
            </a:xfrm>
          </p:grpSpPr>
          <p:sp>
            <p:nvSpPr>
              <p:cNvPr id="880" name="Google Shape;1240;p27"/>
              <p:cNvSpPr/>
              <p:nvPr/>
            </p:nvSpPr>
            <p:spPr>
              <a:xfrm>
                <a:off x="46440" y="4741560"/>
                <a:ext cx="672840" cy="582480"/>
              </a:xfrm>
              <a:custGeom>
                <a:avLst/>
                <a:gdLst>
                  <a:gd name="textAreaLeft" fmla="*/ 0 w 672840"/>
                  <a:gd name="textAreaRight" fmla="*/ 673200 w 672840"/>
                  <a:gd name="textAreaTop" fmla="*/ 0 h 582480"/>
                  <a:gd name="textAreaBottom" fmla="*/ 582840 h 5824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81" name="Google Shape;1241;p27"/>
              <p:cNvSpPr/>
              <p:nvPr/>
            </p:nvSpPr>
            <p:spPr>
              <a:xfrm>
                <a:off x="34200" y="459828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82" name="Google Shape;1242;p27"/>
              <p:cNvSpPr/>
              <p:nvPr/>
            </p:nvSpPr>
            <p:spPr>
              <a:xfrm>
                <a:off x="-185040" y="474156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pic>
          <p:nvPicPr>
            <p:cNvPr id="883" name="Google Shape;1243;p27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1837800" y="4200480"/>
              <a:ext cx="2441520" cy="186336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884" name="Google Shape;1244;p27"/>
            <p:cNvGrpSpPr/>
            <p:nvPr/>
          </p:nvGrpSpPr>
          <p:grpSpPr>
            <a:xfrm>
              <a:off x="241560" y="4799880"/>
              <a:ext cx="596880" cy="322920"/>
              <a:chOff x="241560" y="4799880"/>
              <a:chExt cx="596880" cy="322920"/>
            </a:xfrm>
          </p:grpSpPr>
          <p:grpSp>
            <p:nvGrpSpPr>
              <p:cNvPr id="885" name="Google Shape;1245;p27"/>
              <p:cNvGrpSpPr/>
              <p:nvPr/>
            </p:nvGrpSpPr>
            <p:grpSpPr>
              <a:xfrm>
                <a:off x="415080" y="4973760"/>
                <a:ext cx="423360" cy="149040"/>
                <a:chOff x="415080" y="4973760"/>
                <a:chExt cx="423360" cy="149040"/>
              </a:xfrm>
            </p:grpSpPr>
            <p:sp>
              <p:nvSpPr>
                <p:cNvPr id="886" name="Google Shape;1246;p27"/>
                <p:cNvSpPr/>
                <p:nvPr/>
              </p:nvSpPr>
              <p:spPr>
                <a:xfrm rot="18900000">
                  <a:off x="436680" y="499536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7" name="Google Shape;1247;p27"/>
                <p:cNvSpPr/>
                <p:nvPr/>
              </p:nvSpPr>
              <p:spPr>
                <a:xfrm rot="18900000">
                  <a:off x="482400" y="499536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6" h="9995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8" name="Google Shape;1248;p27"/>
                <p:cNvSpPr/>
                <p:nvPr/>
              </p:nvSpPr>
              <p:spPr>
                <a:xfrm rot="18900000">
                  <a:off x="528120" y="499536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89" name="Google Shape;1249;p27"/>
                <p:cNvSpPr/>
                <p:nvPr/>
              </p:nvSpPr>
              <p:spPr>
                <a:xfrm rot="18900000">
                  <a:off x="573840" y="4995360"/>
                  <a:ext cx="105480" cy="10512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120"/>
                    <a:gd name="textAreaBottom" fmla="*/ 105480 h 105120"/>
                  </a:gdLst>
                  <a:ahLst/>
                  <a:cxnLst/>
                  <a:rect l="textAreaLeft" t="textAreaTop" r="textAreaRight" b="textAreaBottom"/>
                  <a:pathLst>
                    <a:path w="9995" h="9981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560" bIns="52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0" name="Google Shape;1250;p27"/>
                <p:cNvSpPr/>
                <p:nvPr/>
              </p:nvSpPr>
              <p:spPr>
                <a:xfrm rot="18900000">
                  <a:off x="619560" y="499536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1" name="Google Shape;1251;p27"/>
                <p:cNvSpPr/>
                <p:nvPr/>
              </p:nvSpPr>
              <p:spPr>
                <a:xfrm rot="18900000">
                  <a:off x="665280" y="4995720"/>
                  <a:ext cx="105120" cy="105120"/>
                </a:xfrm>
                <a:custGeom>
                  <a:avLst/>
                  <a:gdLst>
                    <a:gd name="textAreaLeft" fmla="*/ 0 w 105120"/>
                    <a:gd name="textAreaRight" fmla="*/ 105480 w 105120"/>
                    <a:gd name="textAreaTop" fmla="*/ 0 h 105120"/>
                    <a:gd name="textAreaBottom" fmla="*/ 105480 h 105120"/>
                  </a:gdLst>
                  <a:ahLst/>
                  <a:cxnLst/>
                  <a:rect l="textAreaLeft" t="textAreaTop" r="textAreaRight" b="textAreaBottom"/>
                  <a:pathLst>
                    <a:path w="9980" h="9981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560" bIns="52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2" name="Google Shape;1252;p27"/>
                <p:cNvSpPr/>
                <p:nvPr/>
              </p:nvSpPr>
              <p:spPr>
                <a:xfrm rot="18900000">
                  <a:off x="711000" y="499536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893" name="Google Shape;1253;p27"/>
              <p:cNvGrpSpPr/>
              <p:nvPr/>
            </p:nvGrpSpPr>
            <p:grpSpPr>
              <a:xfrm>
                <a:off x="241560" y="4799880"/>
                <a:ext cx="423000" cy="149400"/>
                <a:chOff x="241560" y="4799880"/>
                <a:chExt cx="423000" cy="149400"/>
              </a:xfrm>
            </p:grpSpPr>
            <p:sp>
              <p:nvSpPr>
                <p:cNvPr id="894" name="Google Shape;1254;p27"/>
                <p:cNvSpPr/>
                <p:nvPr/>
              </p:nvSpPr>
              <p:spPr>
                <a:xfrm rot="18900000">
                  <a:off x="263160" y="482148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5" name="Google Shape;1255;p27"/>
                <p:cNvSpPr/>
                <p:nvPr/>
              </p:nvSpPr>
              <p:spPr>
                <a:xfrm rot="18900000">
                  <a:off x="308520" y="482148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6" h="9995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6" name="Google Shape;1256;p27"/>
                <p:cNvSpPr/>
                <p:nvPr/>
              </p:nvSpPr>
              <p:spPr>
                <a:xfrm rot="18900000">
                  <a:off x="354600" y="482148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7" name="Google Shape;1257;p27"/>
                <p:cNvSpPr/>
                <p:nvPr/>
              </p:nvSpPr>
              <p:spPr>
                <a:xfrm rot="18900000">
                  <a:off x="399960" y="4821840"/>
                  <a:ext cx="105480" cy="10512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120"/>
                    <a:gd name="textAreaBottom" fmla="*/ 105480 h 105120"/>
                  </a:gdLst>
                  <a:ahLst/>
                  <a:cxnLst/>
                  <a:rect l="textAreaLeft" t="textAreaTop" r="textAreaRight" b="textAreaBottom"/>
                  <a:pathLst>
                    <a:path w="9995" h="9981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560" bIns="52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8" name="Google Shape;1258;p27"/>
                <p:cNvSpPr/>
                <p:nvPr/>
              </p:nvSpPr>
              <p:spPr>
                <a:xfrm rot="18900000">
                  <a:off x="446040" y="482184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899" name="Google Shape;1259;p27"/>
                <p:cNvSpPr/>
                <p:nvPr/>
              </p:nvSpPr>
              <p:spPr>
                <a:xfrm rot="18900000">
                  <a:off x="491760" y="4821840"/>
                  <a:ext cx="105120" cy="105120"/>
                </a:xfrm>
                <a:custGeom>
                  <a:avLst/>
                  <a:gdLst>
                    <a:gd name="textAreaLeft" fmla="*/ 0 w 105120"/>
                    <a:gd name="textAreaRight" fmla="*/ 105480 w 105120"/>
                    <a:gd name="textAreaTop" fmla="*/ 0 h 105120"/>
                    <a:gd name="textAreaBottom" fmla="*/ 105480 h 105120"/>
                  </a:gdLst>
                  <a:ahLst/>
                  <a:cxnLst/>
                  <a:rect l="textAreaLeft" t="textAreaTop" r="textAreaRight" b="textAreaBottom"/>
                  <a:pathLst>
                    <a:path w="9980" h="9981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560" bIns="525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900" name="Google Shape;1260;p27"/>
                <p:cNvSpPr/>
                <p:nvPr/>
              </p:nvSpPr>
              <p:spPr>
                <a:xfrm rot="18900000">
                  <a:off x="537120" y="4821840"/>
                  <a:ext cx="105480" cy="105480"/>
                </a:xfrm>
                <a:custGeom>
                  <a:avLst/>
                  <a:gdLst>
                    <a:gd name="textAreaLeft" fmla="*/ 0 w 105480"/>
                    <a:gd name="textAreaRight" fmla="*/ 105840 w 105480"/>
                    <a:gd name="textAreaTop" fmla="*/ 0 h 105480"/>
                    <a:gd name="textAreaBottom" fmla="*/ 105840 h 10548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2920" bIns="529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901" name="Google Shape;1261;p27"/>
            <p:cNvGrpSpPr/>
            <p:nvPr/>
          </p:nvGrpSpPr>
          <p:grpSpPr>
            <a:xfrm>
              <a:off x="-1089000" y="4894200"/>
              <a:ext cx="4558680" cy="133920"/>
              <a:chOff x="-1089000" y="4894200"/>
              <a:chExt cx="4558680" cy="133920"/>
            </a:xfrm>
          </p:grpSpPr>
          <p:sp>
            <p:nvSpPr>
              <p:cNvPr id="902" name="Google Shape;1262;p27"/>
              <p:cNvSpPr/>
              <p:nvPr/>
            </p:nvSpPr>
            <p:spPr>
              <a:xfrm>
                <a:off x="3335760" y="489420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903" name="Google Shape;1263;p27"/>
              <p:cNvCxnSpPr/>
              <p:nvPr/>
            </p:nvCxnSpPr>
            <p:spPr>
              <a:xfrm>
                <a:off x="-1089000" y="4961160"/>
                <a:ext cx="446292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  <p:sp>
            <p:nvSpPr>
              <p:cNvPr id="904" name="Google Shape;1264;p27"/>
              <p:cNvSpPr/>
              <p:nvPr/>
            </p:nvSpPr>
            <p:spPr>
              <a:xfrm>
                <a:off x="3366000" y="492444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PlaceHolder 1"/>
          <p:cNvSpPr>
            <a:spLocks noGrp="1"/>
          </p:cNvSpPr>
          <p:nvPr>
            <p:ph type="title"/>
          </p:nvPr>
        </p:nvSpPr>
        <p:spPr>
          <a:xfrm>
            <a:off x="2358360" y="664920"/>
            <a:ext cx="4696560" cy="76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200" b="1" u="none" strike="noStrike">
                <a:solidFill>
                  <a:schemeClr val="dk2"/>
                </a:solidFill>
                <a:effectLst/>
                <a:uFillTx/>
                <a:latin typeface="Poppins"/>
                <a:ea typeface="Poppins"/>
              </a:rPr>
              <a:t>xx%</a:t>
            </a:r>
            <a:endParaRPr lang="fr-FR" sz="4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6" name="PlaceHolder 2"/>
          <p:cNvSpPr>
            <a:spLocks noGrp="1"/>
          </p:cNvSpPr>
          <p:nvPr>
            <p:ph type="title"/>
          </p:nvPr>
        </p:nvSpPr>
        <p:spPr>
          <a:xfrm>
            <a:off x="2358360" y="2027160"/>
            <a:ext cx="4696560" cy="76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200" b="1" u="none" strike="noStrike">
                <a:solidFill>
                  <a:schemeClr val="dk2"/>
                </a:solidFill>
                <a:effectLst/>
                <a:uFillTx/>
                <a:latin typeface="Poppins"/>
                <a:ea typeface="Poppins"/>
              </a:rPr>
              <a:t>xx%</a:t>
            </a:r>
            <a:endParaRPr lang="fr-FR" sz="4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7" name="PlaceHolder 3"/>
          <p:cNvSpPr>
            <a:spLocks noGrp="1"/>
          </p:cNvSpPr>
          <p:nvPr>
            <p:ph type="title"/>
          </p:nvPr>
        </p:nvSpPr>
        <p:spPr>
          <a:xfrm>
            <a:off x="2358360" y="3390480"/>
            <a:ext cx="4696560" cy="768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200" b="1" u="none" strike="noStrike">
                <a:solidFill>
                  <a:schemeClr val="dk2"/>
                </a:solidFill>
                <a:effectLst/>
                <a:uFillTx/>
                <a:latin typeface="Poppins"/>
                <a:ea typeface="Poppins"/>
              </a:rPr>
              <a:t>xx%</a:t>
            </a:r>
            <a:endParaRPr lang="fr-FR" sz="4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8" name="Google Shape;1272;p28"/>
          <p:cNvSpPr/>
          <p:nvPr/>
        </p:nvSpPr>
        <p:spPr>
          <a:xfrm>
            <a:off x="6751080" y="2645640"/>
            <a:ext cx="2924640" cy="2945160"/>
          </a:xfrm>
          <a:prstGeom prst="ellipse">
            <a:avLst/>
          </a:prstGeom>
          <a:gradFill rotWithShape="0">
            <a:gsLst>
              <a:gs pos="0">
                <a:srgbClr val="9900FF">
                  <a:alpha val="29000"/>
                </a:srgbClr>
              </a:gs>
              <a:gs pos="26000">
                <a:srgbClr val="F5F8FF"/>
              </a:gs>
              <a:gs pos="44000">
                <a:srgbClr val="FFFFFF">
                  <a:alpha val="0"/>
                </a:srgbClr>
              </a:gs>
              <a:gs pos="82000">
                <a:srgbClr val="F5F8FF"/>
              </a:gs>
              <a:gs pos="100000">
                <a:srgbClr val="F5F8FF"/>
              </a:gs>
            </a:gsLst>
            <a:lin ang="135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909" name="Google Shape;1273;p28"/>
          <p:cNvGrpSpPr/>
          <p:nvPr/>
        </p:nvGrpSpPr>
        <p:grpSpPr>
          <a:xfrm>
            <a:off x="8360280" y="-226080"/>
            <a:ext cx="438840" cy="438840"/>
            <a:chOff x="8360280" y="-226080"/>
            <a:chExt cx="438840" cy="438840"/>
          </a:xfrm>
        </p:grpSpPr>
        <p:sp>
          <p:nvSpPr>
            <p:cNvPr id="910" name="Google Shape;1274;p28"/>
            <p:cNvSpPr/>
            <p:nvPr/>
          </p:nvSpPr>
          <p:spPr>
            <a:xfrm rot="5400000">
              <a:off x="8360280" y="-226080"/>
              <a:ext cx="438840" cy="438840"/>
            </a:xfrm>
            <a:custGeom>
              <a:avLst/>
              <a:gdLst>
                <a:gd name="textAreaLeft" fmla="*/ 0 w 438840"/>
                <a:gd name="textAreaRight" fmla="*/ 439200 w 438840"/>
                <a:gd name="textAreaTop" fmla="*/ 0 h 438840"/>
                <a:gd name="textAreaBottom" fmla="*/ 439200 h 438840"/>
              </a:gdLst>
              <a:ahLst/>
              <a:cxnLst/>
              <a:rect l="textAreaLeft" t="textAreaTop" r="textAreaRight" b="textAreaBottom"/>
              <a:pathLst>
                <a:path w="17568" h="17564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4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1" name="Google Shape;1275;p28"/>
            <p:cNvSpPr/>
            <p:nvPr/>
          </p:nvSpPr>
          <p:spPr>
            <a:xfrm rot="5400000">
              <a:off x="8448120" y="-126360"/>
              <a:ext cx="262440" cy="239400"/>
            </a:xfrm>
            <a:custGeom>
              <a:avLst/>
              <a:gdLst>
                <a:gd name="textAreaLeft" fmla="*/ 0 w 262440"/>
                <a:gd name="textAreaRight" fmla="*/ 262800 w 262440"/>
                <a:gd name="textAreaTop" fmla="*/ 0 h 239400"/>
                <a:gd name="textAreaBottom" fmla="*/ 239760 h 239400"/>
              </a:gdLst>
              <a:ahLst/>
              <a:cxnLst/>
              <a:rect l="textAreaLeft" t="textAreaTop" r="textAreaRight" b="textAreaBottom"/>
              <a:pathLst>
                <a:path w="10514" h="9588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4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912" name="Google Shape;1276;p28"/>
          <p:cNvGrpSpPr/>
          <p:nvPr/>
        </p:nvGrpSpPr>
        <p:grpSpPr>
          <a:xfrm>
            <a:off x="-903240" y="4838040"/>
            <a:ext cx="4558680" cy="133920"/>
            <a:chOff x="-903240" y="4838040"/>
            <a:chExt cx="4558680" cy="133920"/>
          </a:xfrm>
        </p:grpSpPr>
        <p:sp>
          <p:nvSpPr>
            <p:cNvPr id="913" name="Google Shape;1277;p28"/>
            <p:cNvSpPr/>
            <p:nvPr/>
          </p:nvSpPr>
          <p:spPr>
            <a:xfrm>
              <a:off x="3521520" y="4838040"/>
              <a:ext cx="133920" cy="133920"/>
            </a:xfrm>
            <a:prstGeom prst="ellipse">
              <a:avLst/>
            </a:prstGeom>
            <a:noFill/>
            <a:ln w="9525">
              <a:solidFill>
                <a:srgbClr val="0C0A9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520" bIns="47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cxnSp>
          <p:nvCxnSpPr>
            <p:cNvPr id="914" name="Google Shape;1278;p28"/>
            <p:cNvCxnSpPr/>
            <p:nvPr/>
          </p:nvCxnSpPr>
          <p:spPr>
            <a:xfrm>
              <a:off x="-903240" y="4905000"/>
              <a:ext cx="4462920" cy="360"/>
            </a:xfrm>
            <a:prstGeom prst="straightConnector1">
              <a:avLst/>
            </a:prstGeom>
            <a:ln w="9525">
              <a:solidFill>
                <a:srgbClr val="0C0A9E"/>
              </a:solidFill>
              <a:round/>
            </a:ln>
          </p:spPr>
        </p:cxnSp>
        <p:sp>
          <p:nvSpPr>
            <p:cNvPr id="915" name="Google Shape;1279;p28"/>
            <p:cNvSpPr/>
            <p:nvPr/>
          </p:nvSpPr>
          <p:spPr>
            <a:xfrm>
              <a:off x="3551760" y="4868280"/>
              <a:ext cx="73440" cy="734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5920" bIns="25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32" name="PlaceHolder 2"/>
          <p:cNvSpPr>
            <a:spLocks noGrp="1"/>
          </p:cNvSpPr>
          <p:nvPr>
            <p:ph type="body"/>
          </p:nvPr>
        </p:nvSpPr>
        <p:spPr>
          <a:xfrm>
            <a:off x="720000" y="1139400"/>
            <a:ext cx="7703640" cy="411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033" name="Google Shape;143;p4"/>
          <p:cNvGrpSpPr/>
          <p:nvPr/>
        </p:nvGrpSpPr>
        <p:grpSpPr>
          <a:xfrm>
            <a:off x="7365240" y="-1147680"/>
            <a:ext cx="3732840" cy="6536520"/>
            <a:chOff x="7365240" y="-1147680"/>
            <a:chExt cx="3732840" cy="6536520"/>
          </a:xfrm>
        </p:grpSpPr>
        <p:pic>
          <p:nvPicPr>
            <p:cNvPr id="1034" name="Google Shape;144;p4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7365240" y="-1147680"/>
              <a:ext cx="3732840" cy="284868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1035" name="Google Shape;145;p4"/>
            <p:cNvGrpSpPr/>
            <p:nvPr/>
          </p:nvGrpSpPr>
          <p:grpSpPr>
            <a:xfrm>
              <a:off x="7544880" y="540000"/>
              <a:ext cx="1518120" cy="3030120"/>
              <a:chOff x="7544880" y="540000"/>
              <a:chExt cx="1518120" cy="3030120"/>
            </a:xfrm>
          </p:grpSpPr>
          <p:sp>
            <p:nvSpPr>
              <p:cNvPr id="1036" name="Google Shape;146;p4"/>
              <p:cNvSpPr/>
              <p:nvPr/>
            </p:nvSpPr>
            <p:spPr>
              <a:xfrm rot="10800000">
                <a:off x="7642440" y="737280"/>
                <a:ext cx="1420560" cy="2832840"/>
              </a:xfrm>
              <a:custGeom>
                <a:avLst/>
                <a:gdLst>
                  <a:gd name="textAreaLeft" fmla="*/ 0 w 1420560"/>
                  <a:gd name="textAreaRight" fmla="*/ 1420920 w 1420560"/>
                  <a:gd name="textAreaTop" fmla="*/ 0 h 2832840"/>
                  <a:gd name="textAreaBottom" fmla="*/ 2833200 h 2832840"/>
                </a:gdLst>
                <a:ahLst/>
                <a:cxnLst/>
                <a:rect l="textAreaLeft" t="textAreaTop" r="textAreaRight" b="textAreaBottom"/>
                <a:pathLst>
                  <a:path w="34647" h="69081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37" name="Google Shape;147;p4"/>
              <p:cNvSpPr/>
              <p:nvPr/>
            </p:nvSpPr>
            <p:spPr>
              <a:xfrm rot="10800000">
                <a:off x="7544880" y="540000"/>
                <a:ext cx="1420560" cy="2832840"/>
              </a:xfrm>
              <a:custGeom>
                <a:avLst/>
                <a:gdLst>
                  <a:gd name="textAreaLeft" fmla="*/ 0 w 1420560"/>
                  <a:gd name="textAreaRight" fmla="*/ 1420920 w 1420560"/>
                  <a:gd name="textAreaTop" fmla="*/ 0 h 2832840"/>
                  <a:gd name="textAreaBottom" fmla="*/ 2833200 h 2832840"/>
                </a:gdLst>
                <a:ahLst/>
                <a:cxnLst/>
                <a:rect l="textAreaLeft" t="textAreaTop" r="textAreaRight" b="textAreaBottom"/>
                <a:pathLst>
                  <a:path w="34647" h="69081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038" name="Google Shape;148;p4"/>
            <p:cNvSpPr/>
            <p:nvPr/>
          </p:nvSpPr>
          <p:spPr>
            <a:xfrm rot="5400000">
              <a:off x="8250840" y="-876960"/>
              <a:ext cx="1420560" cy="2832840"/>
            </a:xfrm>
            <a:custGeom>
              <a:avLst/>
              <a:gdLst>
                <a:gd name="textAreaLeft" fmla="*/ 0 w 1420560"/>
                <a:gd name="textAreaRight" fmla="*/ 1420920 w 1420560"/>
                <a:gd name="textAreaTop" fmla="*/ 0 h 2832840"/>
                <a:gd name="textAreaBottom" fmla="*/ 2833200 h 2832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08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039" name="Google Shape;149;p4"/>
            <p:cNvGrpSpPr/>
            <p:nvPr/>
          </p:nvGrpSpPr>
          <p:grpSpPr>
            <a:xfrm>
              <a:off x="7893360" y="270000"/>
              <a:ext cx="3152880" cy="5118840"/>
              <a:chOff x="7893360" y="270000"/>
              <a:chExt cx="3152880" cy="5118840"/>
            </a:xfrm>
          </p:grpSpPr>
          <p:sp>
            <p:nvSpPr>
              <p:cNvPr id="1040" name="Google Shape;150;p4"/>
              <p:cNvSpPr/>
              <p:nvPr/>
            </p:nvSpPr>
            <p:spPr>
              <a:xfrm>
                <a:off x="7893360" y="270000"/>
                <a:ext cx="3152880" cy="5118840"/>
              </a:xfrm>
              <a:custGeom>
                <a:avLst/>
                <a:gdLst>
                  <a:gd name="textAreaLeft" fmla="*/ 0 w 3152880"/>
                  <a:gd name="textAreaRight" fmla="*/ 3153240 w 3152880"/>
                  <a:gd name="textAreaTop" fmla="*/ 0 h 5118840"/>
                  <a:gd name="textAreaBottom" fmla="*/ 5119200 h 5118840"/>
                </a:gdLst>
                <a:ahLst/>
                <a:cxnLst/>
                <a:rect l="textAreaLeft" t="textAreaTop" r="textAreaRight" b="textAreaBottom"/>
                <a:pathLst>
                  <a:path w="76882" h="124813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1041" name="Google Shape;151;p4"/>
              <p:cNvGrpSpPr/>
              <p:nvPr/>
            </p:nvGrpSpPr>
            <p:grpSpPr>
              <a:xfrm>
                <a:off x="8345160" y="4736520"/>
                <a:ext cx="133560" cy="133560"/>
                <a:chOff x="8345160" y="4736520"/>
                <a:chExt cx="133560" cy="133560"/>
              </a:xfrm>
            </p:grpSpPr>
            <p:sp>
              <p:nvSpPr>
                <p:cNvPr id="1042" name="Google Shape;152;p4"/>
                <p:cNvSpPr/>
                <p:nvPr/>
              </p:nvSpPr>
              <p:spPr>
                <a:xfrm>
                  <a:off x="8345160" y="473652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3" name="Google Shape;153;p4"/>
                <p:cNvSpPr/>
                <p:nvPr/>
              </p:nvSpPr>
              <p:spPr>
                <a:xfrm>
                  <a:off x="8364240" y="475524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044" name="Google Shape;154;p4"/>
              <p:cNvGrpSpPr/>
              <p:nvPr/>
            </p:nvGrpSpPr>
            <p:grpSpPr>
              <a:xfrm>
                <a:off x="8940600" y="3794760"/>
                <a:ext cx="133560" cy="133560"/>
                <a:chOff x="8940600" y="3794760"/>
                <a:chExt cx="133560" cy="133560"/>
              </a:xfrm>
            </p:grpSpPr>
            <p:sp>
              <p:nvSpPr>
                <p:cNvPr id="1045" name="Google Shape;155;p4"/>
                <p:cNvSpPr/>
                <p:nvPr/>
              </p:nvSpPr>
              <p:spPr>
                <a:xfrm>
                  <a:off x="8940600" y="379476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6" name="Google Shape;156;p4"/>
                <p:cNvSpPr/>
                <p:nvPr/>
              </p:nvSpPr>
              <p:spPr>
                <a:xfrm>
                  <a:off x="8959680" y="381348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047" name="Google Shape;157;p4"/>
              <p:cNvGrpSpPr/>
              <p:nvPr/>
            </p:nvGrpSpPr>
            <p:grpSpPr>
              <a:xfrm>
                <a:off x="8806680" y="2424600"/>
                <a:ext cx="133560" cy="133560"/>
                <a:chOff x="8806680" y="2424600"/>
                <a:chExt cx="133560" cy="133560"/>
              </a:xfrm>
            </p:grpSpPr>
            <p:sp>
              <p:nvSpPr>
                <p:cNvPr id="1048" name="Google Shape;158;p4"/>
                <p:cNvSpPr/>
                <p:nvPr/>
              </p:nvSpPr>
              <p:spPr>
                <a:xfrm>
                  <a:off x="8806680" y="242460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9" name="Google Shape;159;p4"/>
                <p:cNvSpPr/>
                <p:nvPr/>
              </p:nvSpPr>
              <p:spPr>
                <a:xfrm>
                  <a:off x="8825400" y="244368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grpSp>
        <p:nvGrpSpPr>
          <p:cNvPr id="1050" name="Google Shape;160;p4"/>
          <p:cNvGrpSpPr/>
          <p:nvPr/>
        </p:nvGrpSpPr>
        <p:grpSpPr>
          <a:xfrm>
            <a:off x="-575640" y="3774240"/>
            <a:ext cx="1954800" cy="2072160"/>
            <a:chOff x="-575640" y="3774240"/>
            <a:chExt cx="1954800" cy="2072160"/>
          </a:xfrm>
        </p:grpSpPr>
        <p:sp>
          <p:nvSpPr>
            <p:cNvPr id="1051" name="Google Shape;161;p4"/>
            <p:cNvSpPr/>
            <p:nvPr/>
          </p:nvSpPr>
          <p:spPr>
            <a:xfrm rot="8271000">
              <a:off x="275400" y="3614760"/>
              <a:ext cx="396360" cy="2260080"/>
            </a:xfrm>
            <a:custGeom>
              <a:avLst/>
              <a:gdLst>
                <a:gd name="textAreaLeft" fmla="*/ 0 w 396360"/>
                <a:gd name="textAreaRight" fmla="*/ 396720 w 396360"/>
                <a:gd name="textAreaTop" fmla="*/ 0 h 2260080"/>
                <a:gd name="textAreaBottom" fmla="*/ 2260440 h 226008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62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2" name="Google Shape;162;p4"/>
            <p:cNvSpPr/>
            <p:nvPr/>
          </p:nvSpPr>
          <p:spPr>
            <a:xfrm rot="8271000">
              <a:off x="131040" y="3745440"/>
              <a:ext cx="396360" cy="2260080"/>
            </a:xfrm>
            <a:custGeom>
              <a:avLst/>
              <a:gdLst>
                <a:gd name="textAreaLeft" fmla="*/ 0 w 396360"/>
                <a:gd name="textAreaRight" fmla="*/ 396720 w 396360"/>
                <a:gd name="textAreaTop" fmla="*/ 0 h 2260080"/>
                <a:gd name="textAreaBottom" fmla="*/ 2260440 h 226008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62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053" name="Google Shape;163;p4"/>
          <p:cNvGrpSpPr/>
          <p:nvPr/>
        </p:nvGrpSpPr>
        <p:grpSpPr>
          <a:xfrm>
            <a:off x="-519840" y="-573120"/>
            <a:ext cx="1501560" cy="2806920"/>
            <a:chOff x="-519840" y="-573120"/>
            <a:chExt cx="1501560" cy="2806920"/>
          </a:xfrm>
        </p:grpSpPr>
        <p:grpSp>
          <p:nvGrpSpPr>
            <p:cNvPr id="1054" name="Google Shape;164;p4"/>
            <p:cNvGrpSpPr/>
            <p:nvPr/>
          </p:nvGrpSpPr>
          <p:grpSpPr>
            <a:xfrm>
              <a:off x="-343440" y="1508040"/>
              <a:ext cx="904320" cy="725760"/>
              <a:chOff x="-343440" y="1508040"/>
              <a:chExt cx="904320" cy="725760"/>
            </a:xfrm>
          </p:grpSpPr>
          <p:sp>
            <p:nvSpPr>
              <p:cNvPr id="1055" name="Google Shape;165;p4"/>
              <p:cNvSpPr/>
              <p:nvPr/>
            </p:nvSpPr>
            <p:spPr>
              <a:xfrm rot="10800000">
                <a:off x="-343440" y="1508040"/>
                <a:ext cx="672840" cy="582480"/>
              </a:xfrm>
              <a:custGeom>
                <a:avLst/>
                <a:gdLst>
                  <a:gd name="textAreaLeft" fmla="*/ 0 w 672840"/>
                  <a:gd name="textAreaRight" fmla="*/ 673200 w 672840"/>
                  <a:gd name="textAreaTop" fmla="*/ 0 h 582480"/>
                  <a:gd name="textAreaBottom" fmla="*/ 582840 h 5824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56" name="Google Shape;166;p4"/>
              <p:cNvSpPr/>
              <p:nvPr/>
            </p:nvSpPr>
            <p:spPr>
              <a:xfrm rot="10800000">
                <a:off x="-138960" y="181764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57" name="Google Shape;167;p4"/>
              <p:cNvSpPr/>
              <p:nvPr/>
            </p:nvSpPr>
            <p:spPr>
              <a:xfrm rot="10800000">
                <a:off x="80280" y="167436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058" name="Google Shape;168;p4"/>
            <p:cNvSpPr/>
            <p:nvPr/>
          </p:nvSpPr>
          <p:spPr>
            <a:xfrm>
              <a:off x="360" y="-57240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9" name="Google Shape;169;p4"/>
            <p:cNvSpPr/>
            <p:nvPr/>
          </p:nvSpPr>
          <p:spPr>
            <a:xfrm>
              <a:off x="-159120" y="-57312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060" name="Google Shape;170;p4"/>
            <p:cNvGrpSpPr/>
            <p:nvPr/>
          </p:nvGrpSpPr>
          <p:grpSpPr>
            <a:xfrm>
              <a:off x="-519840" y="-466920"/>
              <a:ext cx="699480" cy="1650960"/>
              <a:chOff x="-519840" y="-466920"/>
              <a:chExt cx="699480" cy="1650960"/>
            </a:xfrm>
          </p:grpSpPr>
          <p:sp>
            <p:nvSpPr>
              <p:cNvPr id="1061" name="Google Shape;171;p4"/>
              <p:cNvSpPr/>
              <p:nvPr/>
            </p:nvSpPr>
            <p:spPr>
              <a:xfrm rot="10800000">
                <a:off x="-302760" y="170640"/>
                <a:ext cx="482760" cy="1013400"/>
              </a:xfrm>
              <a:custGeom>
                <a:avLst/>
                <a:gdLst>
                  <a:gd name="textAreaLeft" fmla="*/ 0 w 482760"/>
                  <a:gd name="textAreaRight" fmla="*/ 483120 w 482760"/>
                  <a:gd name="textAreaTop" fmla="*/ 0 h 1013400"/>
                  <a:gd name="textAreaBottom" fmla="*/ 1013760 h 1013400"/>
                </a:gdLst>
                <a:ahLst/>
                <a:cxnLst/>
                <a:rect l="textAreaLeft" t="textAreaTop" r="textAreaRight" b="textAreaBottom"/>
                <a:pathLst>
                  <a:path w="11779" h="24714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62" name="Google Shape;172;p4"/>
              <p:cNvSpPr/>
              <p:nvPr/>
            </p:nvSpPr>
            <p:spPr>
              <a:xfrm rot="10800000">
                <a:off x="-426960" y="-46692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63" name="Google Shape;173;p4"/>
              <p:cNvSpPr/>
              <p:nvPr/>
            </p:nvSpPr>
            <p:spPr>
              <a:xfrm rot="10800000">
                <a:off x="-519480" y="-37368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4" name="Google Shape;1378;p31"/>
          <p:cNvGrpSpPr/>
          <p:nvPr/>
        </p:nvGrpSpPr>
        <p:grpSpPr>
          <a:xfrm>
            <a:off x="8332920" y="720"/>
            <a:ext cx="2385720" cy="3292560"/>
            <a:chOff x="8332920" y="720"/>
            <a:chExt cx="2385720" cy="3292560"/>
          </a:xfrm>
        </p:grpSpPr>
        <p:pic>
          <p:nvPicPr>
            <p:cNvPr id="1065" name="Google Shape;1379;p31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 rot="5400000">
              <a:off x="7962840" y="537120"/>
              <a:ext cx="3125880" cy="238572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1066" name="Google Shape;1380;p31"/>
            <p:cNvGrpSpPr/>
            <p:nvPr/>
          </p:nvGrpSpPr>
          <p:grpSpPr>
            <a:xfrm>
              <a:off x="8529120" y="720"/>
              <a:ext cx="324360" cy="1787400"/>
              <a:chOff x="8529120" y="720"/>
              <a:chExt cx="324360" cy="1787400"/>
            </a:xfrm>
          </p:grpSpPr>
          <p:sp>
            <p:nvSpPr>
              <p:cNvPr id="1067" name="Google Shape;1381;p31"/>
              <p:cNvSpPr/>
              <p:nvPr/>
            </p:nvSpPr>
            <p:spPr>
              <a:xfrm>
                <a:off x="8606880" y="85320"/>
                <a:ext cx="246600" cy="170280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702800"/>
                  <a:gd name="textAreaBottom" fmla="*/ 1703160 h 170280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1068" name="Google Shape;1382;p31"/>
              <p:cNvGrpSpPr/>
              <p:nvPr/>
            </p:nvGrpSpPr>
            <p:grpSpPr>
              <a:xfrm>
                <a:off x="8529120" y="720"/>
                <a:ext cx="182160" cy="182520"/>
                <a:chOff x="8529120" y="720"/>
                <a:chExt cx="182160" cy="182520"/>
              </a:xfrm>
            </p:grpSpPr>
            <p:sp>
              <p:nvSpPr>
                <p:cNvPr id="1069" name="Google Shape;1383;p31"/>
                <p:cNvSpPr/>
                <p:nvPr/>
              </p:nvSpPr>
              <p:spPr>
                <a:xfrm rot="12600000">
                  <a:off x="8553240" y="25200"/>
                  <a:ext cx="133560" cy="133560"/>
                </a:xfrm>
                <a:custGeom>
                  <a:avLst/>
                  <a:gdLst>
                    <a:gd name="textAreaLeft" fmla="*/ 0 w 133560"/>
                    <a:gd name="textAreaRight" fmla="*/ 133920 w 133560"/>
                    <a:gd name="textAreaTop" fmla="*/ 0 h 133560"/>
                    <a:gd name="textAreaBottom" fmla="*/ 133920 h 133560"/>
                  </a:gdLst>
                  <a:ahLst/>
                  <a:cxnLst/>
                  <a:rect l="textAreaLeft" t="textAreaTop" r="textAreaRight" b="textAreaBottom"/>
                  <a:pathLst>
                    <a:path w="17568" h="17564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/>
                    </a:gs>
                    <a:gs pos="40000">
                      <a:srgbClr val="FF9900">
                        <a:alpha val="41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4000"/>
                </a:gradFill>
                <a:ln w="9525">
                  <a:solidFill>
                    <a:srgbClr val="F5F8FF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66960" bIns="66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70" name="Google Shape;1384;p31"/>
                <p:cNvSpPr/>
                <p:nvPr/>
              </p:nvSpPr>
              <p:spPr>
                <a:xfrm rot="12600000">
                  <a:off x="8580240" y="55440"/>
                  <a:ext cx="79920" cy="72720"/>
                </a:xfrm>
                <a:custGeom>
                  <a:avLst/>
                  <a:gdLst>
                    <a:gd name="textAreaLeft" fmla="*/ 0 w 79920"/>
                    <a:gd name="textAreaRight" fmla="*/ 80280 w 79920"/>
                    <a:gd name="textAreaTop" fmla="*/ 0 h 72720"/>
                    <a:gd name="textAreaBottom" fmla="*/ 73080 h 72720"/>
                  </a:gdLst>
                  <a:ahLst/>
                  <a:cxnLst/>
                  <a:rect l="textAreaLeft" t="textAreaTop" r="textAreaRight" b="textAreaBottom"/>
                  <a:pathLst>
                    <a:path w="10514" h="9588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6360" bIns="363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grpSp>
        <p:nvGrpSpPr>
          <p:cNvPr id="1071" name="Google Shape;1385;p31"/>
          <p:cNvGrpSpPr/>
          <p:nvPr/>
        </p:nvGrpSpPr>
        <p:grpSpPr>
          <a:xfrm>
            <a:off x="-213480" y="171360"/>
            <a:ext cx="438840" cy="438840"/>
            <a:chOff x="-213480" y="171360"/>
            <a:chExt cx="438840" cy="438840"/>
          </a:xfrm>
        </p:grpSpPr>
        <p:sp>
          <p:nvSpPr>
            <p:cNvPr id="1072" name="Google Shape;1386;p31"/>
            <p:cNvSpPr/>
            <p:nvPr/>
          </p:nvSpPr>
          <p:spPr>
            <a:xfrm>
              <a:off x="-213480" y="171360"/>
              <a:ext cx="438840" cy="438840"/>
            </a:xfrm>
            <a:custGeom>
              <a:avLst/>
              <a:gdLst>
                <a:gd name="textAreaLeft" fmla="*/ 0 w 438840"/>
                <a:gd name="textAreaRight" fmla="*/ 439200 w 438840"/>
                <a:gd name="textAreaTop" fmla="*/ 0 h 438840"/>
                <a:gd name="textAreaBottom" fmla="*/ 439200 h 438840"/>
              </a:gdLst>
              <a:ahLst/>
              <a:cxnLst/>
              <a:rect l="textAreaLeft" t="textAreaTop" r="textAreaRight" b="textAreaBottom"/>
              <a:pathLst>
                <a:path w="17568" h="17564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 rotWithShape="0">
              <a:gsLst>
                <a:gs pos="0">
                  <a:srgbClr val="0C0A9E">
                    <a:alpha val="20000"/>
                  </a:srgbClr>
                </a:gs>
                <a:gs pos="26000">
                  <a:srgbClr val="F5F8FF"/>
                </a:gs>
                <a:gs pos="44000">
                  <a:srgbClr val="FFFFFF">
                    <a:alpha val="0"/>
                  </a:srgbClr>
                </a:gs>
                <a:gs pos="82000">
                  <a:srgbClr val="F5F8FF"/>
                </a:gs>
                <a:gs pos="100000">
                  <a:srgbClr val="F5F8FF"/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3" name="Google Shape;1387;p31"/>
            <p:cNvSpPr/>
            <p:nvPr/>
          </p:nvSpPr>
          <p:spPr>
            <a:xfrm>
              <a:off x="-125280" y="271080"/>
              <a:ext cx="262440" cy="239400"/>
            </a:xfrm>
            <a:custGeom>
              <a:avLst/>
              <a:gdLst>
                <a:gd name="textAreaLeft" fmla="*/ 0 w 262440"/>
                <a:gd name="textAreaRight" fmla="*/ 262800 w 262440"/>
                <a:gd name="textAreaTop" fmla="*/ 0 h 239400"/>
                <a:gd name="textAreaBottom" fmla="*/ 239760 h 239400"/>
              </a:gdLst>
              <a:ahLst/>
              <a:cxnLst/>
              <a:rect l="textAreaLeft" t="textAreaTop" r="textAreaRight" b="textAreaBottom"/>
              <a:pathLst>
                <a:path w="10514" h="9588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 rotWithShape="0">
              <a:gsLst>
                <a:gs pos="0">
                  <a:srgbClr val="0C0A9E">
                    <a:alpha val="20000"/>
                  </a:srgbClr>
                </a:gs>
                <a:gs pos="26000">
                  <a:srgbClr val="F5F8FF"/>
                </a:gs>
                <a:gs pos="44000">
                  <a:srgbClr val="FFFFFF">
                    <a:alpha val="0"/>
                  </a:srgbClr>
                </a:gs>
                <a:gs pos="82000">
                  <a:srgbClr val="F5F8FF"/>
                </a:gs>
                <a:gs pos="100000">
                  <a:srgbClr val="F5F8FF"/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074" name="Google Shape;1388;p31"/>
          <p:cNvGrpSpPr/>
          <p:nvPr/>
        </p:nvGrpSpPr>
        <p:grpSpPr>
          <a:xfrm>
            <a:off x="-1262520" y="3161160"/>
            <a:ext cx="4821840" cy="2934000"/>
            <a:chOff x="-1262520" y="3161160"/>
            <a:chExt cx="4821840" cy="2934000"/>
          </a:xfrm>
        </p:grpSpPr>
        <p:pic>
          <p:nvPicPr>
            <p:cNvPr id="1075" name="Google Shape;1389;p31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 rot="5400000">
              <a:off x="-1609920" y="3508560"/>
              <a:ext cx="2934000" cy="2239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76" name="Google Shape;1390;p31"/>
            <p:cNvSpPr/>
            <p:nvPr/>
          </p:nvSpPr>
          <p:spPr>
            <a:xfrm rot="16200000">
              <a:off x="-260280" y="3596760"/>
              <a:ext cx="502560" cy="2327400"/>
            </a:xfrm>
            <a:custGeom>
              <a:avLst/>
              <a:gdLst>
                <a:gd name="textAreaLeft" fmla="*/ 0 w 502560"/>
                <a:gd name="textAreaRight" fmla="*/ 502920 w 502560"/>
                <a:gd name="textAreaTop" fmla="*/ 0 h 2327400"/>
                <a:gd name="textAreaBottom" fmla="*/ 2327760 h 2327400"/>
              </a:gdLst>
              <a:ahLst/>
              <a:cxnLst/>
              <a:rect l="textAreaLeft" t="textAreaTop" r="textAreaRight" b="textAreaBottom"/>
              <a:pathLst>
                <a:path w="12266" h="56755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29000"/>
                  </a:srgbClr>
                </a:gs>
                <a:gs pos="26000">
                  <a:srgbClr val="F5F8FF"/>
                </a:gs>
                <a:gs pos="44000">
                  <a:srgbClr val="FFFFFF">
                    <a:alpha val="0"/>
                  </a:srgbClr>
                </a:gs>
                <a:gs pos="82000">
                  <a:srgbClr val="F5F8FF"/>
                </a:gs>
                <a:gs pos="100000">
                  <a:srgbClr val="F5F8FF"/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077" name="Google Shape;1391;p31"/>
            <p:cNvGrpSpPr/>
            <p:nvPr/>
          </p:nvGrpSpPr>
          <p:grpSpPr>
            <a:xfrm>
              <a:off x="-16920" y="4609080"/>
              <a:ext cx="604080" cy="656640"/>
              <a:chOff x="-16920" y="4609080"/>
              <a:chExt cx="604080" cy="656640"/>
            </a:xfrm>
          </p:grpSpPr>
          <p:grpSp>
            <p:nvGrpSpPr>
              <p:cNvPr id="1078" name="Google Shape;1392;p31"/>
              <p:cNvGrpSpPr/>
              <p:nvPr/>
            </p:nvGrpSpPr>
            <p:grpSpPr>
              <a:xfrm>
                <a:off x="-16920" y="4609080"/>
                <a:ext cx="327960" cy="327960"/>
                <a:chOff x="-16920" y="4609080"/>
                <a:chExt cx="327960" cy="327960"/>
              </a:xfrm>
            </p:grpSpPr>
            <p:sp>
              <p:nvSpPr>
                <p:cNvPr id="1079" name="Google Shape;1393;p31"/>
                <p:cNvSpPr/>
                <p:nvPr/>
              </p:nvSpPr>
              <p:spPr>
                <a:xfrm rot="10800000">
                  <a:off x="195480" y="482148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0" name="Google Shape;1394;p31"/>
                <p:cNvSpPr/>
                <p:nvPr/>
              </p:nvSpPr>
              <p:spPr>
                <a:xfrm rot="10800000">
                  <a:off x="160200" y="478620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6" h="9995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1" name="Google Shape;1395;p31"/>
                <p:cNvSpPr/>
                <p:nvPr/>
              </p:nvSpPr>
              <p:spPr>
                <a:xfrm rot="10800000">
                  <a:off x="124560" y="475056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2" name="Google Shape;1396;p31"/>
                <p:cNvSpPr/>
                <p:nvPr/>
              </p:nvSpPr>
              <p:spPr>
                <a:xfrm rot="10800000">
                  <a:off x="89280" y="4715640"/>
                  <a:ext cx="115560" cy="11520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200"/>
                    <a:gd name="textAreaBottom" fmla="*/ 115560 h 115200"/>
                  </a:gdLst>
                  <a:ahLst/>
                  <a:cxnLst/>
                  <a:rect l="textAreaLeft" t="textAreaTop" r="textAreaRight" b="textAreaBottom"/>
                  <a:pathLst>
                    <a:path w="9995" h="9981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600" bIns="576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3" name="Google Shape;1397;p31"/>
                <p:cNvSpPr/>
                <p:nvPr/>
              </p:nvSpPr>
              <p:spPr>
                <a:xfrm rot="10800000">
                  <a:off x="54000" y="467964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4" name="Google Shape;1398;p31"/>
                <p:cNvSpPr/>
                <p:nvPr/>
              </p:nvSpPr>
              <p:spPr>
                <a:xfrm rot="10800000">
                  <a:off x="18360" y="4644720"/>
                  <a:ext cx="115200" cy="115200"/>
                </a:xfrm>
                <a:custGeom>
                  <a:avLst/>
                  <a:gdLst>
                    <a:gd name="textAreaLeft" fmla="*/ 0 w 115200"/>
                    <a:gd name="textAreaRight" fmla="*/ 115560 w 115200"/>
                    <a:gd name="textAreaTop" fmla="*/ 0 h 115200"/>
                    <a:gd name="textAreaBottom" fmla="*/ 115560 h 115200"/>
                  </a:gdLst>
                  <a:ahLst/>
                  <a:cxnLst/>
                  <a:rect l="textAreaLeft" t="textAreaTop" r="textAreaRight" b="textAreaBottom"/>
                  <a:pathLst>
                    <a:path w="9980" h="9981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600" bIns="576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5" name="Google Shape;1399;p31"/>
                <p:cNvSpPr/>
                <p:nvPr/>
              </p:nvSpPr>
              <p:spPr>
                <a:xfrm rot="10800000">
                  <a:off x="-16920" y="460908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EB9109">
                        <a:alpha val="47000"/>
                      </a:srgbClr>
                    </a:gs>
                    <a:gs pos="78000">
                      <a:srgbClr val="F5F8FF">
                        <a:alpha val="47000"/>
                      </a:srgbClr>
                    </a:gs>
                    <a:gs pos="100000">
                      <a:srgbClr val="F5F8FF">
                        <a:alpha val="47000"/>
                      </a:srgbClr>
                    </a:gs>
                  </a:gsLst>
                  <a:lin ang="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086" name="Google Shape;1400;p31"/>
              <p:cNvGrpSpPr/>
              <p:nvPr/>
            </p:nvGrpSpPr>
            <p:grpSpPr>
              <a:xfrm>
                <a:off x="258840" y="4609080"/>
                <a:ext cx="328320" cy="327960"/>
                <a:chOff x="258840" y="4609080"/>
                <a:chExt cx="328320" cy="327960"/>
              </a:xfrm>
            </p:grpSpPr>
            <p:sp>
              <p:nvSpPr>
                <p:cNvPr id="1087" name="Google Shape;1401;p31"/>
                <p:cNvSpPr/>
                <p:nvPr/>
              </p:nvSpPr>
              <p:spPr>
                <a:xfrm rot="10800000">
                  <a:off x="471600" y="482148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8" name="Google Shape;1402;p31"/>
                <p:cNvSpPr/>
                <p:nvPr/>
              </p:nvSpPr>
              <p:spPr>
                <a:xfrm rot="10800000">
                  <a:off x="436320" y="478620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6" h="9995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89" name="Google Shape;1403;p31"/>
                <p:cNvSpPr/>
                <p:nvPr/>
              </p:nvSpPr>
              <p:spPr>
                <a:xfrm rot="10800000">
                  <a:off x="400680" y="475056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90" name="Google Shape;1404;p31"/>
                <p:cNvSpPr/>
                <p:nvPr/>
              </p:nvSpPr>
              <p:spPr>
                <a:xfrm rot="10800000">
                  <a:off x="365400" y="4715640"/>
                  <a:ext cx="115560" cy="11520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200"/>
                    <a:gd name="textAreaBottom" fmla="*/ 115560 h 115200"/>
                  </a:gdLst>
                  <a:ahLst/>
                  <a:cxnLst/>
                  <a:rect l="textAreaLeft" t="textAreaTop" r="textAreaRight" b="textAreaBottom"/>
                  <a:pathLst>
                    <a:path w="9995" h="9981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600" bIns="576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91" name="Google Shape;1405;p31"/>
                <p:cNvSpPr/>
                <p:nvPr/>
              </p:nvSpPr>
              <p:spPr>
                <a:xfrm rot="10800000">
                  <a:off x="329760" y="467964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92" name="Google Shape;1406;p31"/>
                <p:cNvSpPr/>
                <p:nvPr/>
              </p:nvSpPr>
              <p:spPr>
                <a:xfrm rot="10800000">
                  <a:off x="294480" y="4644720"/>
                  <a:ext cx="115200" cy="115200"/>
                </a:xfrm>
                <a:custGeom>
                  <a:avLst/>
                  <a:gdLst>
                    <a:gd name="textAreaLeft" fmla="*/ 0 w 115200"/>
                    <a:gd name="textAreaRight" fmla="*/ 115560 w 115200"/>
                    <a:gd name="textAreaTop" fmla="*/ 0 h 115200"/>
                    <a:gd name="textAreaBottom" fmla="*/ 115560 h 115200"/>
                  </a:gdLst>
                  <a:ahLst/>
                  <a:cxnLst/>
                  <a:rect l="textAreaLeft" t="textAreaTop" r="textAreaRight" b="textAreaBottom"/>
                  <a:pathLst>
                    <a:path w="9980" h="9981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600" bIns="576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93" name="Google Shape;1407;p31"/>
                <p:cNvSpPr/>
                <p:nvPr/>
              </p:nvSpPr>
              <p:spPr>
                <a:xfrm rot="10800000">
                  <a:off x="258840" y="460908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094" name="Google Shape;1408;p31"/>
              <p:cNvGrpSpPr/>
              <p:nvPr/>
            </p:nvGrpSpPr>
            <p:grpSpPr>
              <a:xfrm>
                <a:off x="206640" y="4937400"/>
                <a:ext cx="327960" cy="328320"/>
                <a:chOff x="206640" y="4937400"/>
                <a:chExt cx="327960" cy="328320"/>
              </a:xfrm>
            </p:grpSpPr>
            <p:sp>
              <p:nvSpPr>
                <p:cNvPr id="1095" name="Google Shape;1409;p31"/>
                <p:cNvSpPr/>
                <p:nvPr/>
              </p:nvSpPr>
              <p:spPr>
                <a:xfrm rot="10800000">
                  <a:off x="419040" y="515016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96" name="Google Shape;1410;p31"/>
                <p:cNvSpPr/>
                <p:nvPr/>
              </p:nvSpPr>
              <p:spPr>
                <a:xfrm rot="10800000">
                  <a:off x="383760" y="511488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6" h="9995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97" name="Google Shape;1411;p31"/>
                <p:cNvSpPr/>
                <p:nvPr/>
              </p:nvSpPr>
              <p:spPr>
                <a:xfrm rot="10800000">
                  <a:off x="348480" y="507924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98" name="Google Shape;1412;p31"/>
                <p:cNvSpPr/>
                <p:nvPr/>
              </p:nvSpPr>
              <p:spPr>
                <a:xfrm rot="10800000">
                  <a:off x="312840" y="5043960"/>
                  <a:ext cx="115560" cy="11520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200"/>
                    <a:gd name="textAreaBottom" fmla="*/ 115560 h 115200"/>
                  </a:gdLst>
                  <a:ahLst/>
                  <a:cxnLst/>
                  <a:rect l="textAreaLeft" t="textAreaTop" r="textAreaRight" b="textAreaBottom"/>
                  <a:pathLst>
                    <a:path w="9995" h="9981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600" bIns="576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99" name="Google Shape;1413;p31"/>
                <p:cNvSpPr/>
                <p:nvPr/>
              </p:nvSpPr>
              <p:spPr>
                <a:xfrm rot="10800000">
                  <a:off x="277560" y="500832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6" h="9996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00" name="Google Shape;1414;p31"/>
                <p:cNvSpPr/>
                <p:nvPr/>
              </p:nvSpPr>
              <p:spPr>
                <a:xfrm rot="10800000">
                  <a:off x="242280" y="4973040"/>
                  <a:ext cx="115200" cy="115200"/>
                </a:xfrm>
                <a:custGeom>
                  <a:avLst/>
                  <a:gdLst>
                    <a:gd name="textAreaLeft" fmla="*/ 0 w 115200"/>
                    <a:gd name="textAreaRight" fmla="*/ 115560 w 115200"/>
                    <a:gd name="textAreaTop" fmla="*/ 0 h 115200"/>
                    <a:gd name="textAreaBottom" fmla="*/ 115560 h 115200"/>
                  </a:gdLst>
                  <a:ahLst/>
                  <a:cxnLst/>
                  <a:rect l="textAreaLeft" t="textAreaTop" r="textAreaRight" b="textAreaBottom"/>
                  <a:pathLst>
                    <a:path w="9980" h="9981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600" bIns="576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01" name="Google Shape;1415;p31"/>
                <p:cNvSpPr/>
                <p:nvPr/>
              </p:nvSpPr>
              <p:spPr>
                <a:xfrm rot="10800000">
                  <a:off x="206640" y="4937400"/>
                  <a:ext cx="115560" cy="115560"/>
                </a:xfrm>
                <a:custGeom>
                  <a:avLst/>
                  <a:gdLst>
                    <a:gd name="textAreaLeft" fmla="*/ 0 w 115560"/>
                    <a:gd name="textAreaRight" fmla="*/ 115920 w 115560"/>
                    <a:gd name="textAreaTop" fmla="*/ 0 h 115560"/>
                    <a:gd name="textAreaBottom" fmla="*/ 115920 h 115560"/>
                  </a:gdLst>
                  <a:ahLst/>
                  <a:cxnLst/>
                  <a:rect l="textAreaLeft" t="textAreaTop" r="textAreaRight" b="textAreaBottom"/>
                  <a:pathLst>
                    <a:path w="9995" h="9996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0C0A9E">
                        <a:alpha val="47000"/>
                      </a:srgbClr>
                    </a:gs>
                    <a:gs pos="100000">
                      <a:srgbClr val="FFFFFF">
                        <a:alpha val="47000"/>
                      </a:srgbClr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57960" bIns="579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102" name="Google Shape;1416;p31"/>
            <p:cNvGrpSpPr/>
            <p:nvPr/>
          </p:nvGrpSpPr>
          <p:grpSpPr>
            <a:xfrm>
              <a:off x="-999000" y="4796640"/>
              <a:ext cx="4558320" cy="133920"/>
              <a:chOff x="-999000" y="4796640"/>
              <a:chExt cx="4558320" cy="133920"/>
            </a:xfrm>
          </p:grpSpPr>
          <p:sp>
            <p:nvSpPr>
              <p:cNvPr id="1103" name="Google Shape;1417;p31"/>
              <p:cNvSpPr/>
              <p:nvPr/>
            </p:nvSpPr>
            <p:spPr>
              <a:xfrm>
                <a:off x="3425400" y="479664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F5F8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1104" name="Google Shape;1418;p31"/>
              <p:cNvCxnSpPr/>
              <p:nvPr/>
            </p:nvCxnSpPr>
            <p:spPr>
              <a:xfrm>
                <a:off x="-999000" y="4863600"/>
                <a:ext cx="4462560" cy="360"/>
              </a:xfrm>
              <a:prstGeom prst="straightConnector1">
                <a:avLst/>
              </a:prstGeom>
              <a:ln w="9525">
                <a:solidFill>
                  <a:srgbClr val="F5F8FF"/>
                </a:solidFill>
                <a:round/>
              </a:ln>
            </p:spPr>
          </p:cxnSp>
          <p:sp>
            <p:nvSpPr>
              <p:cNvPr id="1105" name="Google Shape;1419;p31"/>
              <p:cNvSpPr/>
              <p:nvPr/>
            </p:nvSpPr>
            <p:spPr>
              <a:xfrm>
                <a:off x="3455640" y="4826520"/>
                <a:ext cx="73440" cy="73440"/>
              </a:xfrm>
              <a:prstGeom prst="ellipse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107" name="Google Shape;180;p5"/>
          <p:cNvGrpSpPr/>
          <p:nvPr/>
        </p:nvGrpSpPr>
        <p:grpSpPr>
          <a:xfrm>
            <a:off x="7579080" y="-889920"/>
            <a:ext cx="2898000" cy="3032640"/>
            <a:chOff x="7579080" y="-889920"/>
            <a:chExt cx="2898000" cy="3032640"/>
          </a:xfrm>
        </p:grpSpPr>
        <p:pic>
          <p:nvPicPr>
            <p:cNvPr id="1108" name="Google Shape;181;p5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 rot="16200000">
              <a:off x="7511760" y="-822600"/>
              <a:ext cx="3032640" cy="289800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1109" name="Google Shape;182;p5"/>
            <p:cNvGrpSpPr/>
            <p:nvPr/>
          </p:nvGrpSpPr>
          <p:grpSpPr>
            <a:xfrm>
              <a:off x="8700480" y="-249840"/>
              <a:ext cx="1459800" cy="1171440"/>
              <a:chOff x="8700480" y="-249840"/>
              <a:chExt cx="1459800" cy="1171440"/>
            </a:xfrm>
          </p:grpSpPr>
          <p:sp>
            <p:nvSpPr>
              <p:cNvPr id="1110" name="Google Shape;183;p5"/>
              <p:cNvSpPr/>
              <p:nvPr/>
            </p:nvSpPr>
            <p:spPr>
              <a:xfrm>
                <a:off x="9074160" y="-18720"/>
                <a:ext cx="1086120" cy="940320"/>
              </a:xfrm>
              <a:custGeom>
                <a:avLst/>
                <a:gdLst>
                  <a:gd name="textAreaLeft" fmla="*/ 0 w 1086120"/>
                  <a:gd name="textAreaRight" fmla="*/ 1086480 w 1086120"/>
                  <a:gd name="textAreaTop" fmla="*/ 0 h 940320"/>
                  <a:gd name="textAreaBottom" fmla="*/ 940680 h 94032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11" name="Google Shape;184;p5"/>
              <p:cNvSpPr/>
              <p:nvPr/>
            </p:nvSpPr>
            <p:spPr>
              <a:xfrm>
                <a:off x="9054000" y="-249840"/>
                <a:ext cx="775800" cy="671760"/>
              </a:xfrm>
              <a:custGeom>
                <a:avLst/>
                <a:gdLst>
                  <a:gd name="textAreaLeft" fmla="*/ 0 w 775800"/>
                  <a:gd name="textAreaRight" fmla="*/ 776160 w 775800"/>
                  <a:gd name="textAreaTop" fmla="*/ 0 h 671760"/>
                  <a:gd name="textAreaBottom" fmla="*/ 672120 h 6717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12" name="Google Shape;185;p5"/>
              <p:cNvSpPr/>
              <p:nvPr/>
            </p:nvSpPr>
            <p:spPr>
              <a:xfrm>
                <a:off x="8700480" y="-18720"/>
                <a:ext cx="775800" cy="671760"/>
              </a:xfrm>
              <a:custGeom>
                <a:avLst/>
                <a:gdLst>
                  <a:gd name="textAreaLeft" fmla="*/ 0 w 775800"/>
                  <a:gd name="textAreaRight" fmla="*/ 776160 w 775800"/>
                  <a:gd name="textAreaTop" fmla="*/ 0 h 671760"/>
                  <a:gd name="textAreaBottom" fmla="*/ 672120 h 6717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1113" name="Google Shape;186;p5"/>
          <p:cNvGrpSpPr/>
          <p:nvPr/>
        </p:nvGrpSpPr>
        <p:grpSpPr>
          <a:xfrm>
            <a:off x="-613800" y="3694320"/>
            <a:ext cx="2048040" cy="2238120"/>
            <a:chOff x="-613800" y="3694320"/>
            <a:chExt cx="2048040" cy="2238120"/>
          </a:xfrm>
        </p:grpSpPr>
        <p:grpSp>
          <p:nvGrpSpPr>
            <p:cNvPr id="1114" name="Google Shape;187;p5"/>
            <p:cNvGrpSpPr/>
            <p:nvPr/>
          </p:nvGrpSpPr>
          <p:grpSpPr>
            <a:xfrm>
              <a:off x="-613800" y="3694320"/>
              <a:ext cx="1915560" cy="2238120"/>
              <a:chOff x="-613800" y="3694320"/>
              <a:chExt cx="1915560" cy="2238120"/>
            </a:xfrm>
          </p:grpSpPr>
          <p:grpSp>
            <p:nvGrpSpPr>
              <p:cNvPr id="1115" name="Google Shape;188;p5"/>
              <p:cNvGrpSpPr/>
              <p:nvPr/>
            </p:nvGrpSpPr>
            <p:grpSpPr>
              <a:xfrm>
                <a:off x="-613800" y="4086360"/>
                <a:ext cx="1915560" cy="1537920"/>
                <a:chOff x="-613800" y="4086360"/>
                <a:chExt cx="1915560" cy="1537920"/>
              </a:xfrm>
            </p:grpSpPr>
            <p:sp>
              <p:nvSpPr>
                <p:cNvPr id="1116" name="Google Shape;189;p5"/>
                <p:cNvSpPr/>
                <p:nvPr/>
              </p:nvSpPr>
              <p:spPr>
                <a:xfrm flipH="1">
                  <a:off x="-613800" y="4389840"/>
                  <a:ext cx="1425600" cy="1234440"/>
                </a:xfrm>
                <a:custGeom>
                  <a:avLst/>
                  <a:gdLst>
                    <a:gd name="textAreaLeft" fmla="*/ 360 w 1425600"/>
                    <a:gd name="textAreaRight" fmla="*/ 1426320 w 1425600"/>
                    <a:gd name="textAreaTop" fmla="*/ 0 h 1234440"/>
                    <a:gd name="textAreaBottom" fmla="*/ 1234800 h 1234440"/>
                  </a:gdLst>
                  <a:ahLst/>
                  <a:cxnLst/>
                  <a:rect l="textAreaLeft" t="textAreaTop" r="textAreaRight" b="textAreaBottom"/>
                  <a:pathLst>
                    <a:path w="51285" h="44413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F5F8FF"/>
                    </a:gs>
                    <a:gs pos="22000">
                      <a:srgbClr val="F5F8FF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000"/>
                      </a:srgbClr>
                    </a:gs>
                  </a:gsLst>
                  <a:lin ang="81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17" name="Google Shape;190;p5"/>
                <p:cNvSpPr/>
                <p:nvPr/>
              </p:nvSpPr>
              <p:spPr>
                <a:xfrm flipH="1">
                  <a:off x="-181080" y="4086360"/>
                  <a:ext cx="1018440" cy="882000"/>
                </a:xfrm>
                <a:custGeom>
                  <a:avLst/>
                  <a:gdLst>
                    <a:gd name="textAreaLeft" fmla="*/ -360 w 1018440"/>
                    <a:gd name="textAreaRight" fmla="*/ 1018440 w 1018440"/>
                    <a:gd name="textAreaTop" fmla="*/ 0 h 882000"/>
                    <a:gd name="textAreaBottom" fmla="*/ 882360 h 882000"/>
                  </a:gdLst>
                  <a:ahLst/>
                  <a:cxnLst/>
                  <a:rect l="textAreaLeft" t="textAreaTop" r="textAreaRight" b="textAreaBottom"/>
                  <a:pathLst>
                    <a:path w="51285" h="44413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F5F8FF"/>
                    </a:gs>
                    <a:gs pos="22000">
                      <a:srgbClr val="F5F8FF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000"/>
                      </a:srgbClr>
                    </a:gs>
                  </a:gsLst>
                  <a:lin ang="81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118" name="Google Shape;191;p5"/>
                <p:cNvSpPr/>
                <p:nvPr/>
              </p:nvSpPr>
              <p:spPr>
                <a:xfrm flipH="1">
                  <a:off x="282960" y="4389840"/>
                  <a:ext cx="1018440" cy="882000"/>
                </a:xfrm>
                <a:custGeom>
                  <a:avLst/>
                  <a:gdLst>
                    <a:gd name="textAreaLeft" fmla="*/ -360 w 1018440"/>
                    <a:gd name="textAreaRight" fmla="*/ 1018440 w 1018440"/>
                    <a:gd name="textAreaTop" fmla="*/ 0 h 882000"/>
                    <a:gd name="textAreaBottom" fmla="*/ 882360 h 882000"/>
                  </a:gdLst>
                  <a:ahLst/>
                  <a:cxnLst/>
                  <a:rect l="textAreaLeft" t="textAreaTop" r="textAreaRight" b="textAreaBottom"/>
                  <a:pathLst>
                    <a:path w="51285" h="44413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 rotWithShape="0">
                  <a:gsLst>
                    <a:gs pos="0">
                      <a:srgbClr val="F5F8FF"/>
                    </a:gs>
                    <a:gs pos="22000">
                      <a:srgbClr val="F5F8FF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000"/>
                      </a:srgbClr>
                    </a:gs>
                  </a:gsLst>
                  <a:lin ang="81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119" name="Google Shape;192;p5"/>
              <p:cNvGrpSpPr/>
              <p:nvPr/>
            </p:nvGrpSpPr>
            <p:grpSpPr>
              <a:xfrm>
                <a:off x="-462240" y="3694320"/>
                <a:ext cx="1447920" cy="2238120"/>
                <a:chOff x="-462240" y="3694320"/>
                <a:chExt cx="1447920" cy="2238120"/>
              </a:xfrm>
            </p:grpSpPr>
            <p:grpSp>
              <p:nvGrpSpPr>
                <p:cNvPr id="1120" name="Google Shape;193;p5"/>
                <p:cNvGrpSpPr/>
                <p:nvPr/>
              </p:nvGrpSpPr>
              <p:grpSpPr>
                <a:xfrm>
                  <a:off x="-428760" y="3946680"/>
                  <a:ext cx="981000" cy="1985760"/>
                  <a:chOff x="-428760" y="3946680"/>
                  <a:chExt cx="981000" cy="1985760"/>
                </a:xfrm>
              </p:grpSpPr>
              <p:sp>
                <p:nvSpPr>
                  <p:cNvPr id="1121" name="Google Shape;194;p5"/>
                  <p:cNvSpPr/>
                  <p:nvPr/>
                </p:nvSpPr>
                <p:spPr>
                  <a:xfrm rot="10800000">
                    <a:off x="-428400" y="3946680"/>
                    <a:ext cx="844200" cy="1985040"/>
                  </a:xfrm>
                  <a:custGeom>
                    <a:avLst/>
                    <a:gdLst>
                      <a:gd name="textAreaLeft" fmla="*/ 0 w 844200"/>
                      <a:gd name="textAreaRight" fmla="*/ 844560 w 844200"/>
                      <a:gd name="textAreaTop" fmla="*/ 0 h 1985040"/>
                      <a:gd name="textAreaBottom" fmla="*/ 1985400 h 1985040"/>
                    </a:gdLst>
                    <a:ahLst/>
                    <a:cxnLst/>
                    <a:rect l="textAreaLeft" t="textAreaTop" r="textAreaRight" b="textAreaBottom"/>
                    <a:pathLst>
                      <a:path w="23937" h="56267">
                        <a:moveTo>
                          <a:pt x="12997" y="1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64"/>
                          <a:pt x="23632" y="11321"/>
                          <a:pt x="23632" y="11808"/>
                        </a:cubicBezTo>
                        <a:cubicBezTo>
                          <a:pt x="23632" y="12311"/>
                          <a:pt x="23434" y="12768"/>
                          <a:pt x="23098" y="13104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5"/>
                        </a:lnTo>
                        <a:cubicBezTo>
                          <a:pt x="16547" y="11489"/>
                          <a:pt x="16029" y="11260"/>
                          <a:pt x="15435" y="11260"/>
                        </a:cubicBezTo>
                        <a:cubicBezTo>
                          <a:pt x="14841" y="11260"/>
                          <a:pt x="14307" y="11489"/>
                          <a:pt x="13911" y="11885"/>
                        </a:cubicBezTo>
                        <a:lnTo>
                          <a:pt x="12525" y="13271"/>
                        </a:lnTo>
                        <a:cubicBezTo>
                          <a:pt x="12129" y="13698"/>
                          <a:pt x="11900" y="14231"/>
                          <a:pt x="11900" y="14795"/>
                        </a:cubicBezTo>
                        <a:cubicBezTo>
                          <a:pt x="11900" y="15374"/>
                          <a:pt x="12129" y="15922"/>
                          <a:pt x="12525" y="16318"/>
                        </a:cubicBezTo>
                        <a:cubicBezTo>
                          <a:pt x="12860" y="16669"/>
                          <a:pt x="13058" y="17126"/>
                          <a:pt x="13058" y="17629"/>
                        </a:cubicBezTo>
                        <a:cubicBezTo>
                          <a:pt x="13058" y="18116"/>
                          <a:pt x="12860" y="18573"/>
                          <a:pt x="12525" y="18924"/>
                        </a:cubicBezTo>
                        <a:lnTo>
                          <a:pt x="11489" y="19944"/>
                        </a:lnTo>
                        <a:cubicBezTo>
                          <a:pt x="11154" y="20295"/>
                          <a:pt x="10696" y="20478"/>
                          <a:pt x="10209" y="20478"/>
                        </a:cubicBezTo>
                        <a:lnTo>
                          <a:pt x="9569" y="20478"/>
                        </a:lnTo>
                        <a:cubicBezTo>
                          <a:pt x="8990" y="20478"/>
                          <a:pt x="8457" y="20706"/>
                          <a:pt x="8045" y="21102"/>
                        </a:cubicBezTo>
                        <a:lnTo>
                          <a:pt x="3353" y="25810"/>
                        </a:lnTo>
                        <a:cubicBezTo>
                          <a:pt x="2515" y="26648"/>
                          <a:pt x="2515" y="28004"/>
                          <a:pt x="3353" y="28842"/>
                        </a:cubicBezTo>
                        <a:lnTo>
                          <a:pt x="10529" y="36018"/>
                        </a:lnTo>
                        <a:cubicBezTo>
                          <a:pt x="10864" y="36369"/>
                          <a:pt x="11062" y="36826"/>
                          <a:pt x="11062" y="37313"/>
                        </a:cubicBezTo>
                        <a:cubicBezTo>
                          <a:pt x="11062" y="37801"/>
                          <a:pt x="10864" y="38273"/>
                          <a:pt x="10529" y="38608"/>
                        </a:cubicBezTo>
                        <a:lnTo>
                          <a:pt x="8198" y="40940"/>
                        </a:lnTo>
                        <a:cubicBezTo>
                          <a:pt x="7802" y="41351"/>
                          <a:pt x="7573" y="41884"/>
                          <a:pt x="7573" y="42463"/>
                        </a:cubicBezTo>
                        <a:lnTo>
                          <a:pt x="7573" y="47720"/>
                        </a:lnTo>
                        <a:cubicBezTo>
                          <a:pt x="7573" y="48207"/>
                          <a:pt x="7390" y="48664"/>
                          <a:pt x="7040" y="49015"/>
                        </a:cubicBezTo>
                        <a:lnTo>
                          <a:pt x="1" y="56054"/>
                        </a:lnTo>
                        <a:lnTo>
                          <a:pt x="199" y="56267"/>
                        </a:lnTo>
                        <a:lnTo>
                          <a:pt x="7268" y="49274"/>
                        </a:lnTo>
                        <a:cubicBezTo>
                          <a:pt x="7664" y="48862"/>
                          <a:pt x="7893" y="48329"/>
                          <a:pt x="7893" y="47750"/>
                        </a:cubicBezTo>
                        <a:lnTo>
                          <a:pt x="7893" y="42494"/>
                        </a:lnTo>
                        <a:cubicBezTo>
                          <a:pt x="7893" y="42006"/>
                          <a:pt x="8091" y="41549"/>
                          <a:pt x="8426" y="41199"/>
                        </a:cubicBezTo>
                        <a:lnTo>
                          <a:pt x="10757" y="38883"/>
                        </a:lnTo>
                        <a:cubicBezTo>
                          <a:pt x="11154" y="38456"/>
                          <a:pt x="11382" y="37923"/>
                          <a:pt x="11382" y="37359"/>
                        </a:cubicBezTo>
                        <a:cubicBezTo>
                          <a:pt x="11382" y="36765"/>
                          <a:pt x="11154" y="36232"/>
                          <a:pt x="10757" y="35835"/>
                        </a:cubicBezTo>
                        <a:lnTo>
                          <a:pt x="3581" y="28644"/>
                        </a:lnTo>
                        <a:cubicBezTo>
                          <a:pt x="2850" y="27943"/>
                          <a:pt x="2850" y="26785"/>
                          <a:pt x="3581" y="26054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67"/>
                        </a:lnTo>
                        <a:cubicBezTo>
                          <a:pt x="13149" y="18741"/>
                          <a:pt x="13378" y="18208"/>
                          <a:pt x="13378" y="17644"/>
                        </a:cubicBezTo>
                        <a:cubicBezTo>
                          <a:pt x="13378" y="17050"/>
                          <a:pt x="13149" y="16516"/>
                          <a:pt x="12753" y="16120"/>
                        </a:cubicBezTo>
                        <a:cubicBezTo>
                          <a:pt x="12418" y="15770"/>
                          <a:pt x="12220" y="15313"/>
                          <a:pt x="12220" y="14825"/>
                        </a:cubicBezTo>
                        <a:cubicBezTo>
                          <a:pt x="12220" y="14322"/>
                          <a:pt x="12418" y="13865"/>
                          <a:pt x="12753" y="13530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8" y="11595"/>
                          <a:pt x="16395" y="11793"/>
                          <a:pt x="16730" y="12128"/>
                        </a:cubicBezTo>
                        <a:lnTo>
                          <a:pt x="19107" y="14520"/>
                        </a:lnTo>
                        <a:cubicBezTo>
                          <a:pt x="19526" y="14939"/>
                          <a:pt x="20074" y="15149"/>
                          <a:pt x="20623" y="15149"/>
                        </a:cubicBezTo>
                        <a:cubicBezTo>
                          <a:pt x="21171" y="15149"/>
                          <a:pt x="21720" y="14939"/>
                          <a:pt x="22139" y="14520"/>
                        </a:cubicBezTo>
                        <a:lnTo>
                          <a:pt x="23297" y="13347"/>
                        </a:lnTo>
                        <a:cubicBezTo>
                          <a:pt x="23708" y="12936"/>
                          <a:pt x="23936" y="12403"/>
                          <a:pt x="23936" y="11824"/>
                        </a:cubicBezTo>
                        <a:cubicBezTo>
                          <a:pt x="23936" y="11260"/>
                          <a:pt x="23708" y="10711"/>
                          <a:pt x="23297" y="10300"/>
                        </a:cubicBezTo>
                        <a:lnTo>
                          <a:pt x="12997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0C0A9E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162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22" name="Google Shape;195;p5"/>
                  <p:cNvSpPr/>
                  <p:nvPr/>
                </p:nvSpPr>
                <p:spPr>
                  <a:xfrm rot="10800000">
                    <a:off x="-291600" y="3947400"/>
                    <a:ext cx="844200" cy="1985040"/>
                  </a:xfrm>
                  <a:custGeom>
                    <a:avLst/>
                    <a:gdLst>
                      <a:gd name="textAreaLeft" fmla="*/ 0 w 844200"/>
                      <a:gd name="textAreaRight" fmla="*/ 844560 w 844200"/>
                      <a:gd name="textAreaTop" fmla="*/ 0 h 1985040"/>
                      <a:gd name="textAreaBottom" fmla="*/ 1985400 h 1985040"/>
                    </a:gdLst>
                    <a:ahLst/>
                    <a:cxnLst/>
                    <a:rect l="textAreaLeft" t="textAreaTop" r="textAreaRight" b="textAreaBottom"/>
                    <a:pathLst>
                      <a:path w="23937" h="56267">
                        <a:moveTo>
                          <a:pt x="12997" y="0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48"/>
                          <a:pt x="23632" y="11305"/>
                          <a:pt x="23632" y="11808"/>
                        </a:cubicBezTo>
                        <a:cubicBezTo>
                          <a:pt x="23632" y="12296"/>
                          <a:pt x="23434" y="12753"/>
                          <a:pt x="23098" y="13103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4"/>
                        </a:lnTo>
                        <a:cubicBezTo>
                          <a:pt x="16547" y="11488"/>
                          <a:pt x="16029" y="11260"/>
                          <a:pt x="15435" y="11260"/>
                        </a:cubicBezTo>
                        <a:cubicBezTo>
                          <a:pt x="14840" y="11260"/>
                          <a:pt x="14307" y="11488"/>
                          <a:pt x="13911" y="11884"/>
                        </a:cubicBezTo>
                        <a:lnTo>
                          <a:pt x="12525" y="13271"/>
                        </a:lnTo>
                        <a:cubicBezTo>
                          <a:pt x="11687" y="14109"/>
                          <a:pt x="11687" y="15465"/>
                          <a:pt x="12525" y="16303"/>
                        </a:cubicBezTo>
                        <a:cubicBezTo>
                          <a:pt x="12860" y="16638"/>
                          <a:pt x="13058" y="17095"/>
                          <a:pt x="13058" y="17598"/>
                        </a:cubicBezTo>
                        <a:cubicBezTo>
                          <a:pt x="13058" y="18085"/>
                          <a:pt x="12860" y="18543"/>
                          <a:pt x="12525" y="18893"/>
                        </a:cubicBezTo>
                        <a:lnTo>
                          <a:pt x="11489" y="19914"/>
                        </a:lnTo>
                        <a:cubicBezTo>
                          <a:pt x="11153" y="20264"/>
                          <a:pt x="10696" y="20447"/>
                          <a:pt x="10193" y="20447"/>
                        </a:cubicBezTo>
                        <a:lnTo>
                          <a:pt x="9569" y="20447"/>
                        </a:lnTo>
                        <a:cubicBezTo>
                          <a:pt x="8975" y="20447"/>
                          <a:pt x="8441" y="20676"/>
                          <a:pt x="8045" y="21087"/>
                        </a:cubicBezTo>
                        <a:lnTo>
                          <a:pt x="3337" y="25780"/>
                        </a:lnTo>
                        <a:cubicBezTo>
                          <a:pt x="2941" y="26206"/>
                          <a:pt x="2713" y="26739"/>
                          <a:pt x="2713" y="27303"/>
                        </a:cubicBezTo>
                        <a:cubicBezTo>
                          <a:pt x="2713" y="27897"/>
                          <a:pt x="2941" y="28431"/>
                          <a:pt x="3337" y="28827"/>
                        </a:cubicBezTo>
                        <a:lnTo>
                          <a:pt x="10529" y="36018"/>
                        </a:lnTo>
                        <a:cubicBezTo>
                          <a:pt x="11245" y="36719"/>
                          <a:pt x="11245" y="37877"/>
                          <a:pt x="10529" y="38608"/>
                        </a:cubicBezTo>
                        <a:lnTo>
                          <a:pt x="8198" y="40924"/>
                        </a:lnTo>
                        <a:cubicBezTo>
                          <a:pt x="7801" y="41351"/>
                          <a:pt x="7573" y="41884"/>
                          <a:pt x="7573" y="42448"/>
                        </a:cubicBezTo>
                        <a:lnTo>
                          <a:pt x="7573" y="47704"/>
                        </a:lnTo>
                        <a:cubicBezTo>
                          <a:pt x="7573" y="48207"/>
                          <a:pt x="7375" y="48664"/>
                          <a:pt x="7040" y="48999"/>
                        </a:cubicBezTo>
                        <a:lnTo>
                          <a:pt x="1" y="56053"/>
                        </a:lnTo>
                        <a:lnTo>
                          <a:pt x="199" y="56267"/>
                        </a:lnTo>
                        <a:lnTo>
                          <a:pt x="7268" y="49212"/>
                        </a:lnTo>
                        <a:cubicBezTo>
                          <a:pt x="7664" y="48801"/>
                          <a:pt x="7893" y="48268"/>
                          <a:pt x="7893" y="47689"/>
                        </a:cubicBezTo>
                        <a:lnTo>
                          <a:pt x="7893" y="42432"/>
                        </a:lnTo>
                        <a:cubicBezTo>
                          <a:pt x="7893" y="41945"/>
                          <a:pt x="8091" y="41473"/>
                          <a:pt x="8426" y="41137"/>
                        </a:cubicBezTo>
                        <a:lnTo>
                          <a:pt x="10757" y="38806"/>
                        </a:lnTo>
                        <a:cubicBezTo>
                          <a:pt x="11595" y="37984"/>
                          <a:pt x="11595" y="36628"/>
                          <a:pt x="10757" y="35790"/>
                        </a:cubicBezTo>
                        <a:lnTo>
                          <a:pt x="3581" y="28598"/>
                        </a:lnTo>
                        <a:cubicBezTo>
                          <a:pt x="3231" y="28263"/>
                          <a:pt x="3048" y="27806"/>
                          <a:pt x="3048" y="27318"/>
                        </a:cubicBezTo>
                        <a:cubicBezTo>
                          <a:pt x="3048" y="26816"/>
                          <a:pt x="3231" y="26359"/>
                          <a:pt x="3581" y="26023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52"/>
                        </a:lnTo>
                        <a:cubicBezTo>
                          <a:pt x="13149" y="18741"/>
                          <a:pt x="13378" y="18207"/>
                          <a:pt x="13378" y="17628"/>
                        </a:cubicBezTo>
                        <a:cubicBezTo>
                          <a:pt x="13378" y="17049"/>
                          <a:pt x="13149" y="16516"/>
                          <a:pt x="12753" y="16105"/>
                        </a:cubicBezTo>
                        <a:cubicBezTo>
                          <a:pt x="12037" y="15404"/>
                          <a:pt x="12037" y="14246"/>
                          <a:pt x="12753" y="13515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7" y="11595"/>
                          <a:pt x="16395" y="11793"/>
                          <a:pt x="16730" y="12128"/>
                        </a:cubicBezTo>
                        <a:lnTo>
                          <a:pt x="19106" y="14505"/>
                        </a:lnTo>
                        <a:cubicBezTo>
                          <a:pt x="19525" y="14924"/>
                          <a:pt x="20074" y="15133"/>
                          <a:pt x="20622" y="15133"/>
                        </a:cubicBezTo>
                        <a:cubicBezTo>
                          <a:pt x="21171" y="15133"/>
                          <a:pt x="21719" y="14924"/>
                          <a:pt x="22138" y="14505"/>
                        </a:cubicBezTo>
                        <a:lnTo>
                          <a:pt x="23296" y="13347"/>
                        </a:lnTo>
                        <a:cubicBezTo>
                          <a:pt x="23708" y="12936"/>
                          <a:pt x="23936" y="12402"/>
                          <a:pt x="23936" y="11823"/>
                        </a:cubicBezTo>
                        <a:cubicBezTo>
                          <a:pt x="23936" y="11229"/>
                          <a:pt x="23708" y="10696"/>
                          <a:pt x="23296" y="10300"/>
                        </a:cubicBezTo>
                        <a:lnTo>
                          <a:pt x="12997" y="0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0C0A9E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162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123" name="Google Shape;196;p5"/>
                <p:cNvGrpSpPr/>
                <p:nvPr/>
              </p:nvGrpSpPr>
              <p:grpSpPr>
                <a:xfrm>
                  <a:off x="210960" y="4983120"/>
                  <a:ext cx="699120" cy="478080"/>
                  <a:chOff x="210960" y="4983120"/>
                  <a:chExt cx="699120" cy="478080"/>
                </a:xfrm>
              </p:grpSpPr>
              <p:grpSp>
                <p:nvGrpSpPr>
                  <p:cNvPr id="1124" name="Google Shape;197;p5"/>
                  <p:cNvGrpSpPr/>
                  <p:nvPr/>
                </p:nvGrpSpPr>
                <p:grpSpPr>
                  <a:xfrm>
                    <a:off x="210960" y="4983120"/>
                    <a:ext cx="478080" cy="478080"/>
                    <a:chOff x="210960" y="4983120"/>
                    <a:chExt cx="478080" cy="478080"/>
                  </a:xfrm>
                </p:grpSpPr>
                <p:sp>
                  <p:nvSpPr>
                    <p:cNvPr id="1125" name="Google Shape;198;p5"/>
                    <p:cNvSpPr/>
                    <p:nvPr/>
                  </p:nvSpPr>
                  <p:spPr>
                    <a:xfrm rot="2700000">
                      <a:off x="277200" y="5056560"/>
                      <a:ext cx="345240" cy="330840"/>
                    </a:xfrm>
                    <a:custGeom>
                      <a:avLst/>
                      <a:gdLst>
                        <a:gd name="textAreaLeft" fmla="*/ 0 w 345240"/>
                        <a:gd name="textAreaRight" fmla="*/ 345600 w 345240"/>
                        <a:gd name="textAreaTop" fmla="*/ 0 h 330840"/>
                        <a:gd name="textAreaBottom" fmla="*/ 331200 h 330840"/>
                      </a:gdLst>
                      <a:ahLst/>
                      <a:cxnLst/>
                      <a:rect l="textAreaLeft" t="textAreaTop" r="textAreaRight" b="textAreaBottom"/>
                      <a:pathLst>
                        <a:path w="36902" h="35337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29000"/>
                          </a:srgbClr>
                        </a:gs>
                        <a:gs pos="26000">
                          <a:srgbClr val="F5F8FF"/>
                        </a:gs>
                        <a:gs pos="44000">
                          <a:srgbClr val="FFFFFF">
                            <a:alpha val="0"/>
                          </a:srgbClr>
                        </a:gs>
                        <a:gs pos="82000">
                          <a:srgbClr val="F5F8FF"/>
                        </a:gs>
                        <a:gs pos="100000">
                          <a:srgbClr val="F5F8FF"/>
                        </a:gs>
                      </a:gsLst>
                      <a:lin ang="135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1440" bIns="9144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grpSp>
                  <p:nvGrpSpPr>
                    <p:cNvPr id="1126" name="Google Shape;199;p5"/>
                    <p:cNvGrpSpPr/>
                    <p:nvPr/>
                  </p:nvGrpSpPr>
                  <p:grpSpPr>
                    <a:xfrm>
                      <a:off x="255600" y="5083920"/>
                      <a:ext cx="387720" cy="222840"/>
                      <a:chOff x="255600" y="5083920"/>
                      <a:chExt cx="387720" cy="222840"/>
                    </a:xfrm>
                  </p:grpSpPr>
                  <p:sp>
                    <p:nvSpPr>
                      <p:cNvPr id="1127" name="Google Shape;200;p5"/>
                      <p:cNvSpPr/>
                      <p:nvPr/>
                    </p:nvSpPr>
                    <p:spPr>
                      <a:xfrm rot="2700000">
                        <a:off x="288360" y="511632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28" name="Google Shape;201;p5"/>
                      <p:cNvSpPr/>
                      <p:nvPr/>
                    </p:nvSpPr>
                    <p:spPr>
                      <a:xfrm rot="2700000">
                        <a:off x="329400" y="511632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29" name="Google Shape;202;p5"/>
                      <p:cNvSpPr/>
                      <p:nvPr/>
                    </p:nvSpPr>
                    <p:spPr>
                      <a:xfrm rot="2700000">
                        <a:off x="370800" y="511632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30" name="Google Shape;203;p5"/>
                      <p:cNvSpPr/>
                      <p:nvPr/>
                    </p:nvSpPr>
                    <p:spPr>
                      <a:xfrm rot="2700000">
                        <a:off x="411840" y="511632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31" name="Google Shape;204;p5"/>
                      <p:cNvSpPr/>
                      <p:nvPr/>
                    </p:nvSpPr>
                    <p:spPr>
                      <a:xfrm rot="2700000">
                        <a:off x="452880" y="511632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</p:grpSp>
              </p:grpSp>
              <p:sp>
                <p:nvSpPr>
                  <p:cNvPr id="1132" name="Google Shape;205;p5"/>
                  <p:cNvSpPr/>
                  <p:nvPr/>
                </p:nvSpPr>
                <p:spPr>
                  <a:xfrm rot="18900000">
                    <a:off x="542160" y="5062320"/>
                    <a:ext cx="324360" cy="257760"/>
                  </a:xfrm>
                  <a:custGeom>
                    <a:avLst/>
                    <a:gdLst>
                      <a:gd name="textAreaLeft" fmla="*/ 0 w 324360"/>
                      <a:gd name="textAreaRight" fmla="*/ 324720 w 324360"/>
                      <a:gd name="textAreaTop" fmla="*/ 0 h 257760"/>
                      <a:gd name="textAreaBottom" fmla="*/ 258120 h 257760"/>
                    </a:gdLst>
                    <a:ahLst/>
                    <a:cxnLst/>
                    <a:rect l="textAreaLeft" t="textAreaTop" r="textAreaRight" b="textAreaBottom"/>
                    <a:pathLst>
                      <a:path w="44612" h="3544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133" name="Google Shape;206;p5"/>
                <p:cNvGrpSpPr/>
                <p:nvPr/>
              </p:nvGrpSpPr>
              <p:grpSpPr>
                <a:xfrm>
                  <a:off x="-462240" y="3694320"/>
                  <a:ext cx="1047240" cy="1350720"/>
                  <a:chOff x="-462240" y="3694320"/>
                  <a:chExt cx="1047240" cy="1350720"/>
                </a:xfrm>
              </p:grpSpPr>
              <p:sp>
                <p:nvSpPr>
                  <p:cNvPr id="1134" name="Google Shape;207;p5"/>
                  <p:cNvSpPr/>
                  <p:nvPr/>
                </p:nvSpPr>
                <p:spPr>
                  <a:xfrm rot="13500000">
                    <a:off x="-115200" y="4347720"/>
                    <a:ext cx="581760" cy="575640"/>
                  </a:xfrm>
                  <a:custGeom>
                    <a:avLst/>
                    <a:gdLst>
                      <a:gd name="textAreaLeft" fmla="*/ 0 w 581760"/>
                      <a:gd name="textAreaRight" fmla="*/ 582120 w 581760"/>
                      <a:gd name="textAreaTop" fmla="*/ 0 h 575640"/>
                      <a:gd name="textAreaBottom" fmla="*/ 576000 h 575640"/>
                    </a:gdLst>
                    <a:ahLst/>
                    <a:cxnLst/>
                    <a:rect l="textAreaLeft" t="textAreaTop" r="textAreaRight" b="textAreaBottom"/>
                    <a:pathLst>
                      <a:path w="36171" h="3579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27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5" name="Google Shape;208;p5"/>
                  <p:cNvSpPr/>
                  <p:nvPr/>
                </p:nvSpPr>
                <p:spPr>
                  <a:xfrm rot="13500000">
                    <a:off x="-191160" y="4163400"/>
                    <a:ext cx="581760" cy="575640"/>
                  </a:xfrm>
                  <a:custGeom>
                    <a:avLst/>
                    <a:gdLst>
                      <a:gd name="textAreaLeft" fmla="*/ 0 w 581760"/>
                      <a:gd name="textAreaRight" fmla="*/ 582120 w 581760"/>
                      <a:gd name="textAreaTop" fmla="*/ 0 h 575640"/>
                      <a:gd name="textAreaBottom" fmla="*/ 576000 h 575640"/>
                    </a:gdLst>
                    <a:ahLst/>
                    <a:cxnLst/>
                    <a:rect l="textAreaLeft" t="textAreaTop" r="textAreaRight" b="textAreaBottom"/>
                    <a:pathLst>
                      <a:path w="36171" h="3579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27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6" name="Google Shape;209;p5"/>
                  <p:cNvSpPr/>
                  <p:nvPr/>
                </p:nvSpPr>
                <p:spPr>
                  <a:xfrm rot="13500000">
                    <a:off x="-267480" y="3999600"/>
                    <a:ext cx="581760" cy="575640"/>
                  </a:xfrm>
                  <a:custGeom>
                    <a:avLst/>
                    <a:gdLst>
                      <a:gd name="textAreaLeft" fmla="*/ 0 w 581760"/>
                      <a:gd name="textAreaRight" fmla="*/ 582120 w 581760"/>
                      <a:gd name="textAreaTop" fmla="*/ 0 h 575640"/>
                      <a:gd name="textAreaBottom" fmla="*/ 576000 h 575640"/>
                    </a:gdLst>
                    <a:ahLst/>
                    <a:cxnLst/>
                    <a:rect l="textAreaLeft" t="textAreaTop" r="textAreaRight" b="textAreaBottom"/>
                    <a:pathLst>
                      <a:path w="36171" h="3579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27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37" name="Google Shape;210;p5"/>
                  <p:cNvSpPr/>
                  <p:nvPr/>
                </p:nvSpPr>
                <p:spPr>
                  <a:xfrm rot="13500000">
                    <a:off x="-343800" y="3815280"/>
                    <a:ext cx="581760" cy="575640"/>
                  </a:xfrm>
                  <a:custGeom>
                    <a:avLst/>
                    <a:gdLst>
                      <a:gd name="textAreaLeft" fmla="*/ 0 w 581760"/>
                      <a:gd name="textAreaRight" fmla="*/ 582120 w 581760"/>
                      <a:gd name="textAreaTop" fmla="*/ 0 h 575640"/>
                      <a:gd name="textAreaBottom" fmla="*/ 576000 h 575640"/>
                    </a:gdLst>
                    <a:ahLst/>
                    <a:cxnLst/>
                    <a:rect l="textAreaLeft" t="textAreaTop" r="textAreaRight" b="textAreaBottom"/>
                    <a:pathLst>
                      <a:path w="36171" h="3579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27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138" name="Google Shape;211;p5"/>
                <p:cNvGrpSpPr/>
                <p:nvPr/>
              </p:nvGrpSpPr>
              <p:grpSpPr>
                <a:xfrm>
                  <a:off x="286560" y="4643640"/>
                  <a:ext cx="699120" cy="478080"/>
                  <a:chOff x="286560" y="4643640"/>
                  <a:chExt cx="699120" cy="478080"/>
                </a:xfrm>
              </p:grpSpPr>
              <p:grpSp>
                <p:nvGrpSpPr>
                  <p:cNvPr id="1139" name="Google Shape;212;p5"/>
                  <p:cNvGrpSpPr/>
                  <p:nvPr/>
                </p:nvGrpSpPr>
                <p:grpSpPr>
                  <a:xfrm>
                    <a:off x="286560" y="4643640"/>
                    <a:ext cx="478080" cy="478080"/>
                    <a:chOff x="286560" y="4643640"/>
                    <a:chExt cx="478080" cy="478080"/>
                  </a:xfrm>
                </p:grpSpPr>
                <p:sp>
                  <p:nvSpPr>
                    <p:cNvPr id="1140" name="Google Shape;213;p5"/>
                    <p:cNvSpPr/>
                    <p:nvPr/>
                  </p:nvSpPr>
                  <p:spPr>
                    <a:xfrm rot="2700000">
                      <a:off x="352800" y="4717080"/>
                      <a:ext cx="345240" cy="330840"/>
                    </a:xfrm>
                    <a:custGeom>
                      <a:avLst/>
                      <a:gdLst>
                        <a:gd name="textAreaLeft" fmla="*/ 0 w 345240"/>
                        <a:gd name="textAreaRight" fmla="*/ 345600 w 345240"/>
                        <a:gd name="textAreaTop" fmla="*/ 0 h 330840"/>
                        <a:gd name="textAreaBottom" fmla="*/ 331200 h 330840"/>
                      </a:gdLst>
                      <a:ahLst/>
                      <a:cxnLst/>
                      <a:rect l="textAreaLeft" t="textAreaTop" r="textAreaRight" b="textAreaBottom"/>
                      <a:pathLst>
                        <a:path w="36902" h="35337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29000"/>
                          </a:srgbClr>
                        </a:gs>
                        <a:gs pos="26000">
                          <a:srgbClr val="F5F8FF"/>
                        </a:gs>
                        <a:gs pos="44000">
                          <a:srgbClr val="FFFFFF">
                            <a:alpha val="0"/>
                          </a:srgbClr>
                        </a:gs>
                        <a:gs pos="82000">
                          <a:srgbClr val="F5F8FF"/>
                        </a:gs>
                        <a:gs pos="100000">
                          <a:srgbClr val="F5F8FF"/>
                        </a:gs>
                      </a:gsLst>
                      <a:lin ang="135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1440" bIns="9144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grpSp>
                  <p:nvGrpSpPr>
                    <p:cNvPr id="1141" name="Google Shape;214;p5"/>
                    <p:cNvGrpSpPr/>
                    <p:nvPr/>
                  </p:nvGrpSpPr>
                  <p:grpSpPr>
                    <a:xfrm>
                      <a:off x="331560" y="4744440"/>
                      <a:ext cx="387360" cy="222840"/>
                      <a:chOff x="331560" y="4744440"/>
                      <a:chExt cx="387360" cy="222840"/>
                    </a:xfrm>
                  </p:grpSpPr>
                  <p:sp>
                    <p:nvSpPr>
                      <p:cNvPr id="1142" name="Google Shape;215;p5"/>
                      <p:cNvSpPr/>
                      <p:nvPr/>
                    </p:nvSpPr>
                    <p:spPr>
                      <a:xfrm rot="2700000">
                        <a:off x="364320" y="477684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43" name="Google Shape;216;p5"/>
                      <p:cNvSpPr/>
                      <p:nvPr/>
                    </p:nvSpPr>
                    <p:spPr>
                      <a:xfrm rot="2700000">
                        <a:off x="405360" y="477684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44" name="Google Shape;217;p5"/>
                      <p:cNvSpPr/>
                      <p:nvPr/>
                    </p:nvSpPr>
                    <p:spPr>
                      <a:xfrm rot="2700000">
                        <a:off x="446400" y="477684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45" name="Google Shape;218;p5"/>
                      <p:cNvSpPr/>
                      <p:nvPr/>
                    </p:nvSpPr>
                    <p:spPr>
                      <a:xfrm rot="2700000">
                        <a:off x="487440" y="477684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46" name="Google Shape;219;p5"/>
                      <p:cNvSpPr/>
                      <p:nvPr/>
                    </p:nvSpPr>
                    <p:spPr>
                      <a:xfrm rot="2700000">
                        <a:off x="528480" y="477684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</p:grpSp>
              </p:grpSp>
              <p:sp>
                <p:nvSpPr>
                  <p:cNvPr id="1147" name="Google Shape;220;p5"/>
                  <p:cNvSpPr/>
                  <p:nvPr/>
                </p:nvSpPr>
                <p:spPr>
                  <a:xfrm rot="18900000">
                    <a:off x="617760" y="4722840"/>
                    <a:ext cx="324360" cy="257760"/>
                  </a:xfrm>
                  <a:custGeom>
                    <a:avLst/>
                    <a:gdLst>
                      <a:gd name="textAreaLeft" fmla="*/ 0 w 324360"/>
                      <a:gd name="textAreaRight" fmla="*/ 324720 w 324360"/>
                      <a:gd name="textAreaTop" fmla="*/ 0 h 257760"/>
                      <a:gd name="textAreaBottom" fmla="*/ 258120 h 257760"/>
                    </a:gdLst>
                    <a:ahLst/>
                    <a:cxnLst/>
                    <a:rect l="textAreaLeft" t="textAreaTop" r="textAreaRight" b="textAreaBottom"/>
                    <a:pathLst>
                      <a:path w="44612" h="3544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  <p:grpSp>
              <p:nvGrpSpPr>
                <p:cNvPr id="1148" name="Google Shape;221;p5"/>
                <p:cNvGrpSpPr/>
                <p:nvPr/>
              </p:nvGrpSpPr>
              <p:grpSpPr>
                <a:xfrm>
                  <a:off x="-217440" y="4700160"/>
                  <a:ext cx="699120" cy="478080"/>
                  <a:chOff x="-217440" y="4700160"/>
                  <a:chExt cx="699120" cy="478080"/>
                </a:xfrm>
              </p:grpSpPr>
              <p:grpSp>
                <p:nvGrpSpPr>
                  <p:cNvPr id="1149" name="Google Shape;222;p5"/>
                  <p:cNvGrpSpPr/>
                  <p:nvPr/>
                </p:nvGrpSpPr>
                <p:grpSpPr>
                  <a:xfrm>
                    <a:off x="-217440" y="4700160"/>
                    <a:ext cx="478080" cy="478080"/>
                    <a:chOff x="-217440" y="4700160"/>
                    <a:chExt cx="478080" cy="478080"/>
                  </a:xfrm>
                </p:grpSpPr>
                <p:sp>
                  <p:nvSpPr>
                    <p:cNvPr id="1150" name="Google Shape;223;p5"/>
                    <p:cNvSpPr/>
                    <p:nvPr/>
                  </p:nvSpPr>
                  <p:spPr>
                    <a:xfrm rot="2700000">
                      <a:off x="-150840" y="4773600"/>
                      <a:ext cx="345240" cy="330840"/>
                    </a:xfrm>
                    <a:custGeom>
                      <a:avLst/>
                      <a:gdLst>
                        <a:gd name="textAreaLeft" fmla="*/ 0 w 345240"/>
                        <a:gd name="textAreaRight" fmla="*/ 345600 w 345240"/>
                        <a:gd name="textAreaTop" fmla="*/ 0 h 330840"/>
                        <a:gd name="textAreaBottom" fmla="*/ 331200 h 330840"/>
                      </a:gdLst>
                      <a:ahLst/>
                      <a:cxnLst/>
                      <a:rect l="textAreaLeft" t="textAreaTop" r="textAreaRight" b="textAreaBottom"/>
                      <a:pathLst>
                        <a:path w="36902" h="35337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 rotWithShape="0">
                      <a:gsLst>
                        <a:gs pos="0">
                          <a:srgbClr val="9900FF">
                            <a:alpha val="29000"/>
                          </a:srgbClr>
                        </a:gs>
                        <a:gs pos="26000">
                          <a:srgbClr val="F5F8FF"/>
                        </a:gs>
                        <a:gs pos="44000">
                          <a:srgbClr val="FFFFFF">
                            <a:alpha val="0"/>
                          </a:srgbClr>
                        </a:gs>
                        <a:gs pos="82000">
                          <a:srgbClr val="F5F8FF"/>
                        </a:gs>
                        <a:gs pos="100000">
                          <a:srgbClr val="F5F8FF"/>
                        </a:gs>
                      </a:gsLst>
                      <a:lin ang="13500000"/>
                    </a:gradFill>
                    <a:ln w="0"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/>
                  </p:style>
                  <p:txBody>
                    <a:bodyPr tIns="91440" bIns="91440" anchor="ctr">
                      <a:noAutofit/>
                    </a:bodyPr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OpenSymbol"/>
                      </a:endParaRPr>
                    </a:p>
                  </p:txBody>
                </p:sp>
                <p:grpSp>
                  <p:nvGrpSpPr>
                    <p:cNvPr id="1151" name="Google Shape;224;p5"/>
                    <p:cNvGrpSpPr/>
                    <p:nvPr/>
                  </p:nvGrpSpPr>
                  <p:grpSpPr>
                    <a:xfrm>
                      <a:off x="-172440" y="4800960"/>
                      <a:ext cx="387360" cy="222840"/>
                      <a:chOff x="-172440" y="4800960"/>
                      <a:chExt cx="387360" cy="222840"/>
                    </a:xfrm>
                  </p:grpSpPr>
                  <p:sp>
                    <p:nvSpPr>
                      <p:cNvPr id="1152" name="Google Shape;225;p5"/>
                      <p:cNvSpPr/>
                      <p:nvPr/>
                    </p:nvSpPr>
                    <p:spPr>
                      <a:xfrm rot="2700000">
                        <a:off x="-139680" y="483336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53" name="Google Shape;226;p5"/>
                      <p:cNvSpPr/>
                      <p:nvPr/>
                    </p:nvSpPr>
                    <p:spPr>
                      <a:xfrm rot="2700000">
                        <a:off x="-98640" y="483336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54" name="Google Shape;227;p5"/>
                      <p:cNvSpPr/>
                      <p:nvPr/>
                    </p:nvSpPr>
                    <p:spPr>
                      <a:xfrm rot="2700000">
                        <a:off x="-57600" y="483336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55" name="Google Shape;228;p5"/>
                      <p:cNvSpPr/>
                      <p:nvPr/>
                    </p:nvSpPr>
                    <p:spPr>
                      <a:xfrm rot="2700000">
                        <a:off x="-16560" y="483336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  <p:sp>
                    <p:nvSpPr>
                      <p:cNvPr id="1156" name="Google Shape;229;p5"/>
                      <p:cNvSpPr/>
                      <p:nvPr/>
                    </p:nvSpPr>
                    <p:spPr>
                      <a:xfrm rot="2700000">
                        <a:off x="24120" y="4833360"/>
                        <a:ext cx="157680" cy="157680"/>
                      </a:xfrm>
                      <a:custGeom>
                        <a:avLst/>
                        <a:gdLst>
                          <a:gd name="textAreaLeft" fmla="*/ 0 w 157680"/>
                          <a:gd name="textAreaRight" fmla="*/ 158040 w 157680"/>
                          <a:gd name="textAreaTop" fmla="*/ 0 h 157680"/>
                          <a:gd name="textAreaBottom" fmla="*/ 158040 h 157680"/>
                        </a:gdLst>
                        <a:ahLst/>
                        <a:cxnLst/>
                        <a:rect l="textAreaLeft" t="textAreaTop" r="textAreaRight" b="textAreaBottom"/>
                        <a:pathLst>
                          <a:path w="27121" h="27121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 rotWithShape="0">
                        <a:gsLst>
                          <a:gs pos="0">
                            <a:srgbClr val="9900FF">
                              <a:alpha val="47000"/>
                            </a:srgbClr>
                          </a:gs>
                          <a:gs pos="100000">
                            <a:srgbClr val="FFFFFF">
                              <a:alpha val="47000"/>
                            </a:srgbClr>
                          </a:gs>
                        </a:gsLst>
                        <a:lin ang="5400000"/>
                      </a:gradFill>
                      <a:ln w="0"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/>
                    </p:style>
                    <p:txBody>
                      <a:bodyPr tIns="78840" bIns="78840" anchor="ctr">
                        <a:noAutofit/>
                      </a:bodyPr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endPara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OpenSymbol"/>
                        </a:endParaRPr>
                      </a:p>
                    </p:txBody>
                  </p:sp>
                </p:grpSp>
              </p:grpSp>
              <p:sp>
                <p:nvSpPr>
                  <p:cNvPr id="1157" name="Google Shape;230;p5"/>
                  <p:cNvSpPr/>
                  <p:nvPr/>
                </p:nvSpPr>
                <p:spPr>
                  <a:xfrm rot="18900000">
                    <a:off x="113760" y="4779360"/>
                    <a:ext cx="324360" cy="257760"/>
                  </a:xfrm>
                  <a:custGeom>
                    <a:avLst/>
                    <a:gdLst>
                      <a:gd name="textAreaLeft" fmla="*/ 0 w 324360"/>
                      <a:gd name="textAreaRight" fmla="*/ 324720 w 324360"/>
                      <a:gd name="textAreaTop" fmla="*/ 0 h 257760"/>
                      <a:gd name="textAreaBottom" fmla="*/ 258120 h 257760"/>
                    </a:gdLst>
                    <a:ahLst/>
                    <a:cxnLst/>
                    <a:rect l="textAreaLeft" t="textAreaTop" r="textAreaRight" b="textAreaBottom"/>
                    <a:pathLst>
                      <a:path w="44612" h="3544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</p:grpSp>
        <p:grpSp>
          <p:nvGrpSpPr>
            <p:cNvPr id="1158" name="Google Shape;231;p5"/>
            <p:cNvGrpSpPr/>
            <p:nvPr/>
          </p:nvGrpSpPr>
          <p:grpSpPr>
            <a:xfrm>
              <a:off x="995400" y="4915080"/>
              <a:ext cx="438840" cy="438840"/>
              <a:chOff x="995400" y="4915080"/>
              <a:chExt cx="438840" cy="438840"/>
            </a:xfrm>
          </p:grpSpPr>
          <p:sp>
            <p:nvSpPr>
              <p:cNvPr id="1159" name="Google Shape;232;p5"/>
              <p:cNvSpPr/>
              <p:nvPr/>
            </p:nvSpPr>
            <p:spPr>
              <a:xfrm rot="5400000">
                <a:off x="995400" y="4915080"/>
                <a:ext cx="438840" cy="438840"/>
              </a:xfrm>
              <a:custGeom>
                <a:avLst/>
                <a:gdLst>
                  <a:gd name="textAreaLeft" fmla="*/ 0 w 438840"/>
                  <a:gd name="textAreaRight" fmla="*/ 439200 w 438840"/>
                  <a:gd name="textAreaTop" fmla="*/ 0 h 438840"/>
                  <a:gd name="textAreaBottom" fmla="*/ 439200 h 43884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60" name="Google Shape;233;p5"/>
              <p:cNvSpPr/>
              <p:nvPr/>
            </p:nvSpPr>
            <p:spPr>
              <a:xfrm rot="5400000">
                <a:off x="1083240" y="5015160"/>
                <a:ext cx="262440" cy="239400"/>
              </a:xfrm>
              <a:custGeom>
                <a:avLst/>
                <a:gdLst>
                  <a:gd name="textAreaLeft" fmla="*/ 0 w 262440"/>
                  <a:gd name="textAreaRight" fmla="*/ 262800 w 262440"/>
                  <a:gd name="textAreaTop" fmla="*/ 0 h 239400"/>
                  <a:gd name="textAreaBottom" fmla="*/ 239760 h 23940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1161" name="Google Shape;234;p5"/>
          <p:cNvGrpSpPr/>
          <p:nvPr/>
        </p:nvGrpSpPr>
        <p:grpSpPr>
          <a:xfrm>
            <a:off x="-2352240" y="-456480"/>
            <a:ext cx="5306760" cy="2547000"/>
            <a:chOff x="-2352240" y="-456480"/>
            <a:chExt cx="5306760" cy="2547000"/>
          </a:xfrm>
        </p:grpSpPr>
        <p:grpSp>
          <p:nvGrpSpPr>
            <p:cNvPr id="1162" name="Google Shape;235;p5"/>
            <p:cNvGrpSpPr/>
            <p:nvPr/>
          </p:nvGrpSpPr>
          <p:grpSpPr>
            <a:xfrm>
              <a:off x="-1350360" y="-456480"/>
              <a:ext cx="2555280" cy="2547000"/>
              <a:chOff x="-1350360" y="-456480"/>
              <a:chExt cx="2555280" cy="2547000"/>
            </a:xfrm>
          </p:grpSpPr>
          <p:sp>
            <p:nvSpPr>
              <p:cNvPr id="1163" name="Google Shape;236;p5"/>
              <p:cNvSpPr/>
              <p:nvPr/>
            </p:nvSpPr>
            <p:spPr>
              <a:xfrm rot="13500000" flipH="1">
                <a:off x="-502920" y="-357120"/>
                <a:ext cx="981720" cy="2461320"/>
              </a:xfrm>
              <a:custGeom>
                <a:avLst/>
                <a:gdLst>
                  <a:gd name="textAreaLeft" fmla="*/ 360 w 981720"/>
                  <a:gd name="textAreaRight" fmla="*/ 982440 w 981720"/>
                  <a:gd name="textAreaTop" fmla="*/ 0 h 2461320"/>
                  <a:gd name="textAreaBottom" fmla="*/ 2461680 h 246132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80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64" name="Google Shape;237;p5"/>
              <p:cNvSpPr/>
              <p:nvPr/>
            </p:nvSpPr>
            <p:spPr>
              <a:xfrm rot="13500000" flipH="1">
                <a:off x="-623880" y="-469440"/>
                <a:ext cx="981720" cy="2461320"/>
              </a:xfrm>
              <a:custGeom>
                <a:avLst/>
                <a:gdLst>
                  <a:gd name="textAreaLeft" fmla="*/ 360 w 981720"/>
                  <a:gd name="textAreaRight" fmla="*/ 982440 w 981720"/>
                  <a:gd name="textAreaTop" fmla="*/ 0 h 2461320"/>
                  <a:gd name="textAreaBottom" fmla="*/ 2461680 h 246132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165" name="Google Shape;238;p5"/>
            <p:cNvSpPr/>
            <p:nvPr/>
          </p:nvSpPr>
          <p:spPr>
            <a:xfrm rot="16200000">
              <a:off x="1678680" y="-1047960"/>
              <a:ext cx="577080" cy="1974240"/>
            </a:xfrm>
            <a:custGeom>
              <a:avLst/>
              <a:gdLst>
                <a:gd name="textAreaLeft" fmla="*/ 0 w 577080"/>
                <a:gd name="textAreaRight" fmla="*/ 577440 w 577080"/>
                <a:gd name="textAreaTop" fmla="*/ 0 h 1974240"/>
                <a:gd name="textAreaBottom" fmla="*/ 1974600 h 197424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166" name="Google Shape;239;p5"/>
            <p:cNvGrpSpPr/>
            <p:nvPr/>
          </p:nvGrpSpPr>
          <p:grpSpPr>
            <a:xfrm>
              <a:off x="-2352240" y="93600"/>
              <a:ext cx="4558680" cy="133920"/>
              <a:chOff x="-2352240" y="93600"/>
              <a:chExt cx="4558680" cy="133920"/>
            </a:xfrm>
          </p:grpSpPr>
          <p:sp>
            <p:nvSpPr>
              <p:cNvPr id="1167" name="Google Shape;240;p5"/>
              <p:cNvSpPr/>
              <p:nvPr/>
            </p:nvSpPr>
            <p:spPr>
              <a:xfrm>
                <a:off x="2072520" y="9360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1168" name="Google Shape;241;p5"/>
              <p:cNvCxnSpPr/>
              <p:nvPr/>
            </p:nvCxnSpPr>
            <p:spPr>
              <a:xfrm>
                <a:off x="-2352240" y="160560"/>
                <a:ext cx="446256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  <p:sp>
            <p:nvSpPr>
              <p:cNvPr id="1169" name="Google Shape;242;p5"/>
              <p:cNvSpPr/>
              <p:nvPr/>
            </p:nvSpPr>
            <p:spPr>
              <a:xfrm>
                <a:off x="2102400" y="12384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1170" name="Google Shape;243;p5"/>
          <p:cNvGrpSpPr/>
          <p:nvPr/>
        </p:nvGrpSpPr>
        <p:grpSpPr>
          <a:xfrm>
            <a:off x="6795360" y="3095280"/>
            <a:ext cx="4558680" cy="2438280"/>
            <a:chOff x="6795360" y="3095280"/>
            <a:chExt cx="4558680" cy="2438280"/>
          </a:xfrm>
        </p:grpSpPr>
        <p:grpSp>
          <p:nvGrpSpPr>
            <p:cNvPr id="1171" name="Google Shape;244;p5"/>
            <p:cNvGrpSpPr/>
            <p:nvPr/>
          </p:nvGrpSpPr>
          <p:grpSpPr>
            <a:xfrm>
              <a:off x="7644600" y="3095280"/>
              <a:ext cx="2439000" cy="2438280"/>
              <a:chOff x="7644600" y="3095280"/>
              <a:chExt cx="2439000" cy="2438280"/>
            </a:xfrm>
          </p:grpSpPr>
          <p:sp>
            <p:nvSpPr>
              <p:cNvPr id="1172" name="Google Shape;245;p5"/>
              <p:cNvSpPr/>
              <p:nvPr/>
            </p:nvSpPr>
            <p:spPr>
              <a:xfrm rot="2700000" flipH="1">
                <a:off x="8316000" y="3104280"/>
                <a:ext cx="981720" cy="2307600"/>
              </a:xfrm>
              <a:custGeom>
                <a:avLst/>
                <a:gdLst>
                  <a:gd name="textAreaLeft" fmla="*/ -360 w 981720"/>
                  <a:gd name="textAreaRight" fmla="*/ 981720 w 981720"/>
                  <a:gd name="textAreaTop" fmla="*/ 0 h 2307600"/>
                  <a:gd name="textAreaBottom" fmla="*/ 2307960 h 230760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80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73" name="Google Shape;246;p5"/>
              <p:cNvSpPr/>
              <p:nvPr/>
            </p:nvSpPr>
            <p:spPr>
              <a:xfrm rot="2700000" flipH="1">
                <a:off x="8429040" y="3216600"/>
                <a:ext cx="981720" cy="2307600"/>
              </a:xfrm>
              <a:custGeom>
                <a:avLst/>
                <a:gdLst>
                  <a:gd name="textAreaLeft" fmla="*/ -360 w 981720"/>
                  <a:gd name="textAreaRight" fmla="*/ 981720 w 981720"/>
                  <a:gd name="textAreaTop" fmla="*/ 0 h 2307600"/>
                  <a:gd name="textAreaBottom" fmla="*/ 2307960 h 230760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174" name="Google Shape;247;p5"/>
            <p:cNvGrpSpPr/>
            <p:nvPr/>
          </p:nvGrpSpPr>
          <p:grpSpPr>
            <a:xfrm>
              <a:off x="6795360" y="5002920"/>
              <a:ext cx="4558680" cy="133920"/>
              <a:chOff x="6795360" y="5002920"/>
              <a:chExt cx="4558680" cy="133920"/>
            </a:xfrm>
          </p:grpSpPr>
          <p:sp>
            <p:nvSpPr>
              <p:cNvPr id="1175" name="Google Shape;248;p5"/>
              <p:cNvSpPr/>
              <p:nvPr/>
            </p:nvSpPr>
            <p:spPr>
              <a:xfrm rot="10800000">
                <a:off x="6795360" y="500292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1176" name="Google Shape;249;p5"/>
              <p:cNvCxnSpPr/>
              <p:nvPr/>
            </p:nvCxnSpPr>
            <p:spPr>
              <a:xfrm flipH="1">
                <a:off x="6891120" y="5069520"/>
                <a:ext cx="446328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  <p:sp>
            <p:nvSpPr>
              <p:cNvPr id="1177" name="Google Shape;250;p5"/>
              <p:cNvSpPr/>
              <p:nvPr/>
            </p:nvSpPr>
            <p:spPr>
              <a:xfrm rot="10800000">
                <a:off x="6825600" y="503316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8" name="Google Shape;252;p6"/>
          <p:cNvGrpSpPr/>
          <p:nvPr/>
        </p:nvGrpSpPr>
        <p:grpSpPr>
          <a:xfrm>
            <a:off x="-2151360" y="-1921320"/>
            <a:ext cx="4718880" cy="4718880"/>
            <a:chOff x="-2151360" y="-1921320"/>
            <a:chExt cx="4718880" cy="4718880"/>
          </a:xfrm>
        </p:grpSpPr>
        <p:sp>
          <p:nvSpPr>
            <p:cNvPr id="1179" name="Google Shape;253;p6"/>
            <p:cNvSpPr/>
            <p:nvPr/>
          </p:nvSpPr>
          <p:spPr>
            <a:xfrm rot="9900000">
              <a:off x="-613440" y="-523440"/>
              <a:ext cx="2152080" cy="1863720"/>
            </a:xfrm>
            <a:custGeom>
              <a:avLst/>
              <a:gdLst>
                <a:gd name="textAreaLeft" fmla="*/ 0 w 2152080"/>
                <a:gd name="textAreaRight" fmla="*/ 2152440 w 2152080"/>
                <a:gd name="textAreaTop" fmla="*/ 0 h 1863720"/>
                <a:gd name="textAreaBottom" fmla="*/ 1864080 h 1863720"/>
              </a:gdLst>
              <a:ahLst/>
              <a:cxnLst/>
              <a:rect l="textAreaLeft" t="textAreaTop" r="textAreaRight" b="textAreaBottom"/>
              <a:pathLst>
                <a:path w="51285" h="44413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 rotWithShape="0">
              <a:gsLst>
                <a:gs pos="0">
                  <a:srgbClr val="F5F8FF"/>
                </a:gs>
                <a:gs pos="22000">
                  <a:srgbClr val="F5F8FF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000"/>
                  </a:srgbClr>
                </a:gs>
              </a:gsLst>
              <a:lin ang="207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pic>
          <p:nvPicPr>
            <p:cNvPr id="1180" name="Google Shape;254;p6"/>
            <p:cNvPicPr/>
            <p:nvPr/>
          </p:nvPicPr>
          <p:blipFill>
            <a:blip r:embed="rId2"/>
            <a:srcRect t="17653" b="17662"/>
            <a:stretch/>
          </p:blipFill>
          <p:spPr>
            <a:xfrm rot="13500000">
              <a:off x="-1684080" y="-1005840"/>
              <a:ext cx="3784680" cy="2888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18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182" name="Google Shape;256;p6"/>
          <p:cNvGrpSpPr/>
          <p:nvPr/>
        </p:nvGrpSpPr>
        <p:grpSpPr>
          <a:xfrm>
            <a:off x="8106840" y="-844560"/>
            <a:ext cx="1790280" cy="2767680"/>
            <a:chOff x="8106840" y="-844560"/>
            <a:chExt cx="1790280" cy="2767680"/>
          </a:xfrm>
        </p:grpSpPr>
        <p:grpSp>
          <p:nvGrpSpPr>
            <p:cNvPr id="1183" name="Google Shape;257;p6"/>
            <p:cNvGrpSpPr/>
            <p:nvPr/>
          </p:nvGrpSpPr>
          <p:grpSpPr>
            <a:xfrm>
              <a:off x="8642880" y="-844560"/>
              <a:ext cx="1213560" cy="2455200"/>
              <a:chOff x="8642880" y="-844560"/>
              <a:chExt cx="1213560" cy="2455200"/>
            </a:xfrm>
          </p:grpSpPr>
          <p:sp>
            <p:nvSpPr>
              <p:cNvPr id="1184" name="Google Shape;258;p6"/>
              <p:cNvSpPr/>
              <p:nvPr/>
            </p:nvSpPr>
            <p:spPr>
              <a:xfrm>
                <a:off x="8812440" y="-843840"/>
                <a:ext cx="1044000" cy="2454480"/>
              </a:xfrm>
              <a:custGeom>
                <a:avLst/>
                <a:gdLst>
                  <a:gd name="textAreaLeft" fmla="*/ 0 w 1044000"/>
                  <a:gd name="textAreaRight" fmla="*/ 1044360 w 1044000"/>
                  <a:gd name="textAreaTop" fmla="*/ 0 h 2454480"/>
                  <a:gd name="textAreaBottom" fmla="*/ 2454840 h 245448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85" name="Google Shape;259;p6"/>
              <p:cNvSpPr/>
              <p:nvPr/>
            </p:nvSpPr>
            <p:spPr>
              <a:xfrm>
                <a:off x="8642880" y="-844560"/>
                <a:ext cx="1044000" cy="2454480"/>
              </a:xfrm>
              <a:custGeom>
                <a:avLst/>
                <a:gdLst>
                  <a:gd name="textAreaLeft" fmla="*/ 0 w 1044000"/>
                  <a:gd name="textAreaRight" fmla="*/ 1044360 w 1044000"/>
                  <a:gd name="textAreaTop" fmla="*/ 0 h 2454480"/>
                  <a:gd name="textAreaBottom" fmla="*/ 2454840 h 245448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186" name="Google Shape;260;p6"/>
            <p:cNvGrpSpPr/>
            <p:nvPr/>
          </p:nvGrpSpPr>
          <p:grpSpPr>
            <a:xfrm>
              <a:off x="8200440" y="-261720"/>
              <a:ext cx="864360" cy="591120"/>
              <a:chOff x="8200440" y="-261720"/>
              <a:chExt cx="864360" cy="591120"/>
            </a:xfrm>
          </p:grpSpPr>
          <p:grpSp>
            <p:nvGrpSpPr>
              <p:cNvPr id="1187" name="Google Shape;261;p6"/>
              <p:cNvGrpSpPr/>
              <p:nvPr/>
            </p:nvGrpSpPr>
            <p:grpSpPr>
              <a:xfrm>
                <a:off x="8473680" y="-261720"/>
                <a:ext cx="591120" cy="591120"/>
                <a:chOff x="8473680" y="-261720"/>
                <a:chExt cx="591120" cy="591120"/>
              </a:xfrm>
            </p:grpSpPr>
            <p:sp>
              <p:nvSpPr>
                <p:cNvPr id="1188" name="Google Shape;262;p6"/>
                <p:cNvSpPr/>
                <p:nvPr/>
              </p:nvSpPr>
              <p:spPr>
                <a:xfrm rot="13500000">
                  <a:off x="8555760" y="-170280"/>
                  <a:ext cx="426960" cy="408960"/>
                </a:xfrm>
                <a:custGeom>
                  <a:avLst/>
                  <a:gdLst>
                    <a:gd name="textAreaLeft" fmla="*/ 0 w 426960"/>
                    <a:gd name="textAreaRight" fmla="*/ 427320 w 426960"/>
                    <a:gd name="textAreaTop" fmla="*/ 0 h 408960"/>
                    <a:gd name="textAreaBottom" fmla="*/ 409320 h 40896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1189" name="Google Shape;263;p6"/>
                <p:cNvGrpSpPr/>
                <p:nvPr/>
              </p:nvGrpSpPr>
              <p:grpSpPr>
                <a:xfrm>
                  <a:off x="8530920" y="-71280"/>
                  <a:ext cx="478800" cy="276120"/>
                  <a:chOff x="8530920" y="-71280"/>
                  <a:chExt cx="478800" cy="276120"/>
                </a:xfrm>
              </p:grpSpPr>
              <p:sp>
                <p:nvSpPr>
                  <p:cNvPr id="1190" name="Google Shape;264;p6"/>
                  <p:cNvSpPr/>
                  <p:nvPr/>
                </p:nvSpPr>
                <p:spPr>
                  <a:xfrm rot="13500000">
                    <a:off x="8774280" y="-306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91" name="Google Shape;265;p6"/>
                  <p:cNvSpPr/>
                  <p:nvPr/>
                </p:nvSpPr>
                <p:spPr>
                  <a:xfrm rot="13500000">
                    <a:off x="8723520" y="-306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92" name="Google Shape;266;p6"/>
                  <p:cNvSpPr/>
                  <p:nvPr/>
                </p:nvSpPr>
                <p:spPr>
                  <a:xfrm rot="13500000">
                    <a:off x="8672400" y="-306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93" name="Google Shape;267;p6"/>
                  <p:cNvSpPr/>
                  <p:nvPr/>
                </p:nvSpPr>
                <p:spPr>
                  <a:xfrm rot="13500000">
                    <a:off x="8622000" y="-306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194" name="Google Shape;268;p6"/>
                  <p:cNvSpPr/>
                  <p:nvPr/>
                </p:nvSpPr>
                <p:spPr>
                  <a:xfrm rot="13500000">
                    <a:off x="8571240" y="-306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1195" name="Google Shape;269;p6"/>
              <p:cNvSpPr/>
              <p:nvPr/>
            </p:nvSpPr>
            <p:spPr>
              <a:xfrm rot="8100000">
                <a:off x="8254080" y="-87120"/>
                <a:ext cx="401400" cy="318600"/>
              </a:xfrm>
              <a:custGeom>
                <a:avLst/>
                <a:gdLst>
                  <a:gd name="textAreaLeft" fmla="*/ 0 w 401400"/>
                  <a:gd name="textAreaRight" fmla="*/ 401760 w 401400"/>
                  <a:gd name="textAreaTop" fmla="*/ 0 h 318600"/>
                  <a:gd name="textAreaBottom" fmla="*/ 318960 h 31860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40000">
                    <a:srgbClr val="FF9900">
                      <a:alpha val="41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196" name="Google Shape;270;p6"/>
            <p:cNvGrpSpPr/>
            <p:nvPr/>
          </p:nvGrpSpPr>
          <p:grpSpPr>
            <a:xfrm>
              <a:off x="8602560" y="252720"/>
              <a:ext cx="1294560" cy="1670400"/>
              <a:chOff x="8602560" y="252720"/>
              <a:chExt cx="1294560" cy="1670400"/>
            </a:xfrm>
          </p:grpSpPr>
          <p:sp>
            <p:nvSpPr>
              <p:cNvPr id="1197" name="Google Shape;271;p6"/>
              <p:cNvSpPr/>
              <p:nvPr/>
            </p:nvSpPr>
            <p:spPr>
              <a:xfrm rot="2700000">
                <a:off x="8748720" y="402480"/>
                <a:ext cx="719280" cy="711720"/>
              </a:xfrm>
              <a:custGeom>
                <a:avLst/>
                <a:gdLst>
                  <a:gd name="textAreaLeft" fmla="*/ 0 w 719280"/>
                  <a:gd name="textAreaRight" fmla="*/ 719640 w 719280"/>
                  <a:gd name="textAreaTop" fmla="*/ 0 h 711720"/>
                  <a:gd name="textAreaBottom" fmla="*/ 712080 h 71172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>
                      <a:alpha val="47000"/>
                    </a:srgbClr>
                  </a:gs>
                  <a:gs pos="22000">
                    <a:srgbClr val="F5F8FF">
                      <a:alpha val="47000"/>
                    </a:srgbClr>
                  </a:gs>
                  <a:gs pos="45000">
                    <a:srgbClr val="FFFFFF">
                      <a:alpha val="47000"/>
                    </a:srgbClr>
                  </a:gs>
                  <a:gs pos="100000">
                    <a:srgbClr val="0C0A9E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98" name="Google Shape;272;p6"/>
              <p:cNvSpPr/>
              <p:nvPr/>
            </p:nvSpPr>
            <p:spPr>
              <a:xfrm rot="2700000">
                <a:off x="8843040" y="630360"/>
                <a:ext cx="719280" cy="711720"/>
              </a:xfrm>
              <a:custGeom>
                <a:avLst/>
                <a:gdLst>
                  <a:gd name="textAreaLeft" fmla="*/ 0 w 719280"/>
                  <a:gd name="textAreaRight" fmla="*/ 719640 w 719280"/>
                  <a:gd name="textAreaTop" fmla="*/ 0 h 711720"/>
                  <a:gd name="textAreaBottom" fmla="*/ 712080 h 71172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>
                      <a:alpha val="47000"/>
                    </a:srgbClr>
                  </a:gs>
                  <a:gs pos="22000">
                    <a:srgbClr val="F5F8FF">
                      <a:alpha val="47000"/>
                    </a:srgbClr>
                  </a:gs>
                  <a:gs pos="45000">
                    <a:srgbClr val="FFFFFF">
                      <a:alpha val="47000"/>
                    </a:srgbClr>
                  </a:gs>
                  <a:gs pos="100000">
                    <a:srgbClr val="0C0A9E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99" name="Google Shape;273;p6"/>
              <p:cNvSpPr/>
              <p:nvPr/>
            </p:nvSpPr>
            <p:spPr>
              <a:xfrm rot="2700000">
                <a:off x="8937360" y="832680"/>
                <a:ext cx="719280" cy="711720"/>
              </a:xfrm>
              <a:custGeom>
                <a:avLst/>
                <a:gdLst>
                  <a:gd name="textAreaLeft" fmla="*/ 0 w 719280"/>
                  <a:gd name="textAreaRight" fmla="*/ 719640 w 719280"/>
                  <a:gd name="textAreaTop" fmla="*/ 0 h 711720"/>
                  <a:gd name="textAreaBottom" fmla="*/ 712080 h 71172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>
                      <a:alpha val="47000"/>
                    </a:srgbClr>
                  </a:gs>
                  <a:gs pos="22000">
                    <a:srgbClr val="F5F8FF">
                      <a:alpha val="47000"/>
                    </a:srgbClr>
                  </a:gs>
                  <a:gs pos="45000">
                    <a:srgbClr val="FFFFFF">
                      <a:alpha val="47000"/>
                    </a:srgbClr>
                  </a:gs>
                  <a:gs pos="100000">
                    <a:srgbClr val="0C0A9E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00" name="Google Shape;274;p6"/>
              <p:cNvSpPr/>
              <p:nvPr/>
            </p:nvSpPr>
            <p:spPr>
              <a:xfrm rot="2700000">
                <a:off x="9031320" y="1060920"/>
                <a:ext cx="719280" cy="711720"/>
              </a:xfrm>
              <a:custGeom>
                <a:avLst/>
                <a:gdLst>
                  <a:gd name="textAreaLeft" fmla="*/ 0 w 719280"/>
                  <a:gd name="textAreaRight" fmla="*/ 719640 w 719280"/>
                  <a:gd name="textAreaTop" fmla="*/ 0 h 711720"/>
                  <a:gd name="textAreaBottom" fmla="*/ 712080 h 71172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F5F8FF">
                      <a:alpha val="47000"/>
                    </a:srgbClr>
                  </a:gs>
                  <a:gs pos="22000">
                    <a:srgbClr val="F5F8FF">
                      <a:alpha val="47000"/>
                    </a:srgbClr>
                  </a:gs>
                  <a:gs pos="45000">
                    <a:srgbClr val="FFFFFF">
                      <a:alpha val="47000"/>
                    </a:srgbClr>
                  </a:gs>
                  <a:gs pos="100000">
                    <a:srgbClr val="0C0A9E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201" name="Google Shape;275;p6"/>
            <p:cNvGrpSpPr/>
            <p:nvPr/>
          </p:nvGrpSpPr>
          <p:grpSpPr>
            <a:xfrm>
              <a:off x="8106840" y="158040"/>
              <a:ext cx="864360" cy="591120"/>
              <a:chOff x="8106840" y="158040"/>
              <a:chExt cx="864360" cy="591120"/>
            </a:xfrm>
          </p:grpSpPr>
          <p:grpSp>
            <p:nvGrpSpPr>
              <p:cNvPr id="1202" name="Google Shape;276;p6"/>
              <p:cNvGrpSpPr/>
              <p:nvPr/>
            </p:nvGrpSpPr>
            <p:grpSpPr>
              <a:xfrm>
                <a:off x="8380080" y="158040"/>
                <a:ext cx="591120" cy="591120"/>
                <a:chOff x="8380080" y="158040"/>
                <a:chExt cx="591120" cy="591120"/>
              </a:xfrm>
            </p:grpSpPr>
            <p:sp>
              <p:nvSpPr>
                <p:cNvPr id="1203" name="Google Shape;277;p6"/>
                <p:cNvSpPr/>
                <p:nvPr/>
              </p:nvSpPr>
              <p:spPr>
                <a:xfrm rot="13500000">
                  <a:off x="8462160" y="249120"/>
                  <a:ext cx="426960" cy="408960"/>
                </a:xfrm>
                <a:custGeom>
                  <a:avLst/>
                  <a:gdLst>
                    <a:gd name="textAreaLeft" fmla="*/ 0 w 426960"/>
                    <a:gd name="textAreaRight" fmla="*/ 427320 w 426960"/>
                    <a:gd name="textAreaTop" fmla="*/ 0 h 408960"/>
                    <a:gd name="textAreaBottom" fmla="*/ 409320 h 40896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1204" name="Google Shape;278;p6"/>
                <p:cNvGrpSpPr/>
                <p:nvPr/>
              </p:nvGrpSpPr>
              <p:grpSpPr>
                <a:xfrm>
                  <a:off x="8437320" y="348120"/>
                  <a:ext cx="478800" cy="276480"/>
                  <a:chOff x="8437320" y="348120"/>
                  <a:chExt cx="478800" cy="276480"/>
                </a:xfrm>
              </p:grpSpPr>
              <p:sp>
                <p:nvSpPr>
                  <p:cNvPr id="1205" name="Google Shape;279;p6"/>
                  <p:cNvSpPr/>
                  <p:nvPr/>
                </p:nvSpPr>
                <p:spPr>
                  <a:xfrm rot="13500000">
                    <a:off x="8680680" y="3888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06" name="Google Shape;280;p6"/>
                  <p:cNvSpPr/>
                  <p:nvPr/>
                </p:nvSpPr>
                <p:spPr>
                  <a:xfrm rot="13500000">
                    <a:off x="8629920" y="38844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07" name="Google Shape;281;p6"/>
                  <p:cNvSpPr/>
                  <p:nvPr/>
                </p:nvSpPr>
                <p:spPr>
                  <a:xfrm rot="13500000">
                    <a:off x="8578800" y="3888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08" name="Google Shape;282;p6"/>
                  <p:cNvSpPr/>
                  <p:nvPr/>
                </p:nvSpPr>
                <p:spPr>
                  <a:xfrm rot="13500000">
                    <a:off x="8528400" y="3888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09" name="Google Shape;283;p6"/>
                  <p:cNvSpPr/>
                  <p:nvPr/>
                </p:nvSpPr>
                <p:spPr>
                  <a:xfrm rot="13500000">
                    <a:off x="8477640" y="38844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1210" name="Google Shape;284;p6"/>
              <p:cNvSpPr/>
              <p:nvPr/>
            </p:nvSpPr>
            <p:spPr>
              <a:xfrm rot="8100000">
                <a:off x="8160480" y="332280"/>
                <a:ext cx="401400" cy="318600"/>
              </a:xfrm>
              <a:custGeom>
                <a:avLst/>
                <a:gdLst>
                  <a:gd name="textAreaLeft" fmla="*/ 0 w 401400"/>
                  <a:gd name="textAreaRight" fmla="*/ 401760 w 401400"/>
                  <a:gd name="textAreaTop" fmla="*/ 0 h 318600"/>
                  <a:gd name="textAreaBottom" fmla="*/ 318960 h 31860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211" name="Google Shape;285;p6"/>
            <p:cNvGrpSpPr/>
            <p:nvPr/>
          </p:nvGrpSpPr>
          <p:grpSpPr>
            <a:xfrm>
              <a:off x="8730000" y="88200"/>
              <a:ext cx="864360" cy="591120"/>
              <a:chOff x="8730000" y="88200"/>
              <a:chExt cx="864360" cy="591120"/>
            </a:xfrm>
          </p:grpSpPr>
          <p:grpSp>
            <p:nvGrpSpPr>
              <p:cNvPr id="1212" name="Google Shape;286;p6"/>
              <p:cNvGrpSpPr/>
              <p:nvPr/>
            </p:nvGrpSpPr>
            <p:grpSpPr>
              <a:xfrm>
                <a:off x="9003240" y="88200"/>
                <a:ext cx="591120" cy="591120"/>
                <a:chOff x="9003240" y="88200"/>
                <a:chExt cx="591120" cy="591120"/>
              </a:xfrm>
            </p:grpSpPr>
            <p:sp>
              <p:nvSpPr>
                <p:cNvPr id="1213" name="Google Shape;287;p6"/>
                <p:cNvSpPr/>
                <p:nvPr/>
              </p:nvSpPr>
              <p:spPr>
                <a:xfrm rot="13500000">
                  <a:off x="9085320" y="179280"/>
                  <a:ext cx="426960" cy="408960"/>
                </a:xfrm>
                <a:custGeom>
                  <a:avLst/>
                  <a:gdLst>
                    <a:gd name="textAreaLeft" fmla="*/ 0 w 426960"/>
                    <a:gd name="textAreaRight" fmla="*/ 427320 w 426960"/>
                    <a:gd name="textAreaTop" fmla="*/ 0 h 408960"/>
                    <a:gd name="textAreaBottom" fmla="*/ 409320 h 40896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1214" name="Google Shape;288;p6"/>
                <p:cNvGrpSpPr/>
                <p:nvPr/>
              </p:nvGrpSpPr>
              <p:grpSpPr>
                <a:xfrm>
                  <a:off x="9060480" y="278280"/>
                  <a:ext cx="478800" cy="276480"/>
                  <a:chOff x="9060480" y="278280"/>
                  <a:chExt cx="478800" cy="276480"/>
                </a:xfrm>
              </p:grpSpPr>
              <p:sp>
                <p:nvSpPr>
                  <p:cNvPr id="1215" name="Google Shape;289;p6"/>
                  <p:cNvSpPr/>
                  <p:nvPr/>
                </p:nvSpPr>
                <p:spPr>
                  <a:xfrm rot="13500000">
                    <a:off x="9303840" y="31896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16" name="Google Shape;290;p6"/>
                  <p:cNvSpPr/>
                  <p:nvPr/>
                </p:nvSpPr>
                <p:spPr>
                  <a:xfrm rot="13500000">
                    <a:off x="9253080" y="3186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17" name="Google Shape;291;p6"/>
                  <p:cNvSpPr/>
                  <p:nvPr/>
                </p:nvSpPr>
                <p:spPr>
                  <a:xfrm rot="13500000">
                    <a:off x="9201960" y="31896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18" name="Google Shape;292;p6"/>
                  <p:cNvSpPr/>
                  <p:nvPr/>
                </p:nvSpPr>
                <p:spPr>
                  <a:xfrm rot="13500000">
                    <a:off x="9151560" y="31896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19" name="Google Shape;293;p6"/>
                  <p:cNvSpPr/>
                  <p:nvPr/>
                </p:nvSpPr>
                <p:spPr>
                  <a:xfrm rot="13500000">
                    <a:off x="9100800" y="318600"/>
                    <a:ext cx="195120" cy="195120"/>
                  </a:xfrm>
                  <a:custGeom>
                    <a:avLst/>
                    <a:gdLst>
                      <a:gd name="textAreaLeft" fmla="*/ 0 w 195120"/>
                      <a:gd name="textAreaRight" fmla="*/ 195480 w 195120"/>
                      <a:gd name="textAreaTop" fmla="*/ 0 h 195120"/>
                      <a:gd name="textAreaBottom" fmla="*/ 195480 h 19512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1220" name="Google Shape;294;p6"/>
              <p:cNvSpPr/>
              <p:nvPr/>
            </p:nvSpPr>
            <p:spPr>
              <a:xfrm rot="8100000">
                <a:off x="8783640" y="262440"/>
                <a:ext cx="401400" cy="318600"/>
              </a:xfrm>
              <a:custGeom>
                <a:avLst/>
                <a:gdLst>
                  <a:gd name="textAreaLeft" fmla="*/ 0 w 401400"/>
                  <a:gd name="textAreaRight" fmla="*/ 401760 w 401400"/>
                  <a:gd name="textAreaTop" fmla="*/ 0 h 318600"/>
                  <a:gd name="textAreaBottom" fmla="*/ 318960 h 31860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1221" name="Google Shape;295;p6"/>
          <p:cNvGrpSpPr/>
          <p:nvPr/>
        </p:nvGrpSpPr>
        <p:grpSpPr>
          <a:xfrm>
            <a:off x="-1498680" y="3182400"/>
            <a:ext cx="4558320" cy="3357000"/>
            <a:chOff x="-1498680" y="3182400"/>
            <a:chExt cx="4558320" cy="3357000"/>
          </a:xfrm>
        </p:grpSpPr>
        <p:grpSp>
          <p:nvGrpSpPr>
            <p:cNvPr id="1222" name="Google Shape;296;p6"/>
            <p:cNvGrpSpPr/>
            <p:nvPr/>
          </p:nvGrpSpPr>
          <p:grpSpPr>
            <a:xfrm>
              <a:off x="-550440" y="3561840"/>
              <a:ext cx="1471680" cy="2977560"/>
              <a:chOff x="-550440" y="3561840"/>
              <a:chExt cx="1471680" cy="2977560"/>
            </a:xfrm>
          </p:grpSpPr>
          <p:sp>
            <p:nvSpPr>
              <p:cNvPr id="1223" name="Google Shape;297;p6"/>
              <p:cNvSpPr/>
              <p:nvPr/>
            </p:nvSpPr>
            <p:spPr>
              <a:xfrm rot="10800000">
                <a:off x="-550080" y="3561840"/>
                <a:ext cx="1266120" cy="2976840"/>
              </a:xfrm>
              <a:custGeom>
                <a:avLst/>
                <a:gdLst>
                  <a:gd name="textAreaLeft" fmla="*/ 0 w 1266120"/>
                  <a:gd name="textAreaRight" fmla="*/ 1266480 w 1266120"/>
                  <a:gd name="textAreaTop" fmla="*/ 0 h 2976840"/>
                  <a:gd name="textAreaBottom" fmla="*/ 2977200 h 297684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24" name="Google Shape;298;p6"/>
              <p:cNvSpPr/>
              <p:nvPr/>
            </p:nvSpPr>
            <p:spPr>
              <a:xfrm rot="10800000">
                <a:off x="-344520" y="3562560"/>
                <a:ext cx="1266120" cy="2976840"/>
              </a:xfrm>
              <a:custGeom>
                <a:avLst/>
                <a:gdLst>
                  <a:gd name="textAreaLeft" fmla="*/ 0 w 1266120"/>
                  <a:gd name="textAreaRight" fmla="*/ 1266480 w 1266120"/>
                  <a:gd name="textAreaTop" fmla="*/ 0 h 2976840"/>
                  <a:gd name="textAreaBottom" fmla="*/ 2977200 h 297684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225" name="Google Shape;299;p6"/>
            <p:cNvGrpSpPr/>
            <p:nvPr/>
          </p:nvGrpSpPr>
          <p:grpSpPr>
            <a:xfrm>
              <a:off x="409680" y="5116320"/>
              <a:ext cx="1048320" cy="717120"/>
              <a:chOff x="409680" y="5116320"/>
              <a:chExt cx="1048320" cy="717120"/>
            </a:xfrm>
          </p:grpSpPr>
          <p:grpSp>
            <p:nvGrpSpPr>
              <p:cNvPr id="1226" name="Google Shape;300;p6"/>
              <p:cNvGrpSpPr/>
              <p:nvPr/>
            </p:nvGrpSpPr>
            <p:grpSpPr>
              <a:xfrm>
                <a:off x="409680" y="5116320"/>
                <a:ext cx="717120" cy="717120"/>
                <a:chOff x="409680" y="5116320"/>
                <a:chExt cx="717120" cy="717120"/>
              </a:xfrm>
            </p:grpSpPr>
            <p:sp>
              <p:nvSpPr>
                <p:cNvPr id="1227" name="Google Shape;301;p6"/>
                <p:cNvSpPr/>
                <p:nvPr/>
              </p:nvSpPr>
              <p:spPr>
                <a:xfrm rot="2700000">
                  <a:off x="509040" y="5226480"/>
                  <a:ext cx="518040" cy="496080"/>
                </a:xfrm>
                <a:custGeom>
                  <a:avLst/>
                  <a:gdLst>
                    <a:gd name="textAreaLeft" fmla="*/ 0 w 518040"/>
                    <a:gd name="textAreaRight" fmla="*/ 518400 w 518040"/>
                    <a:gd name="textAreaTop" fmla="*/ 0 h 496080"/>
                    <a:gd name="textAreaBottom" fmla="*/ 496440 h 49608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1228" name="Google Shape;302;p6"/>
                <p:cNvGrpSpPr/>
                <p:nvPr/>
              </p:nvGrpSpPr>
              <p:grpSpPr>
                <a:xfrm>
                  <a:off x="476280" y="5267520"/>
                  <a:ext cx="581040" cy="335160"/>
                  <a:chOff x="476280" y="5267520"/>
                  <a:chExt cx="581040" cy="335160"/>
                </a:xfrm>
              </p:grpSpPr>
              <p:sp>
                <p:nvSpPr>
                  <p:cNvPr id="1229" name="Google Shape;303;p6"/>
                  <p:cNvSpPr/>
                  <p:nvPr/>
                </p:nvSpPr>
                <p:spPr>
                  <a:xfrm rot="2700000">
                    <a:off x="525240" y="531648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30" name="Google Shape;304;p6"/>
                  <p:cNvSpPr/>
                  <p:nvPr/>
                </p:nvSpPr>
                <p:spPr>
                  <a:xfrm rot="2700000">
                    <a:off x="586800" y="531648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31" name="Google Shape;305;p6"/>
                  <p:cNvSpPr/>
                  <p:nvPr/>
                </p:nvSpPr>
                <p:spPr>
                  <a:xfrm rot="2700000">
                    <a:off x="648720" y="531648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32" name="Google Shape;306;p6"/>
                  <p:cNvSpPr/>
                  <p:nvPr/>
                </p:nvSpPr>
                <p:spPr>
                  <a:xfrm rot="2700000">
                    <a:off x="709920" y="531648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33" name="Google Shape;307;p6"/>
                  <p:cNvSpPr/>
                  <p:nvPr/>
                </p:nvSpPr>
                <p:spPr>
                  <a:xfrm rot="2700000">
                    <a:off x="771480" y="531648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1234" name="Google Shape;308;p6"/>
              <p:cNvSpPr/>
              <p:nvPr/>
            </p:nvSpPr>
            <p:spPr>
              <a:xfrm rot="18900000">
                <a:off x="905760" y="5235120"/>
                <a:ext cx="486720" cy="386640"/>
              </a:xfrm>
              <a:custGeom>
                <a:avLst/>
                <a:gdLst>
                  <a:gd name="textAreaLeft" fmla="*/ 0 w 486720"/>
                  <a:gd name="textAreaRight" fmla="*/ 487080 w 486720"/>
                  <a:gd name="textAreaTop" fmla="*/ 0 h 386640"/>
                  <a:gd name="textAreaBottom" fmla="*/ 387000 h 38664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235" name="Google Shape;309;p6"/>
            <p:cNvGrpSpPr/>
            <p:nvPr/>
          </p:nvGrpSpPr>
          <p:grpSpPr>
            <a:xfrm>
              <a:off x="-493560" y="3182400"/>
              <a:ext cx="1570320" cy="2026440"/>
              <a:chOff x="-493560" y="3182400"/>
              <a:chExt cx="1570320" cy="2026440"/>
            </a:xfrm>
          </p:grpSpPr>
          <p:sp>
            <p:nvSpPr>
              <p:cNvPr id="1236" name="Google Shape;310;p6"/>
              <p:cNvSpPr/>
              <p:nvPr/>
            </p:nvSpPr>
            <p:spPr>
              <a:xfrm rot="2700000">
                <a:off x="-315720" y="3364200"/>
                <a:ext cx="872640" cy="863280"/>
              </a:xfrm>
              <a:custGeom>
                <a:avLst/>
                <a:gdLst>
                  <a:gd name="textAreaLeft" fmla="*/ 0 w 872640"/>
                  <a:gd name="textAreaRight" fmla="*/ 873000 w 872640"/>
                  <a:gd name="textAreaTop" fmla="*/ 0 h 863280"/>
                  <a:gd name="textAreaBottom" fmla="*/ 863640 h 86328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37" name="Google Shape;311;p6"/>
              <p:cNvSpPr/>
              <p:nvPr/>
            </p:nvSpPr>
            <p:spPr>
              <a:xfrm rot="2700000">
                <a:off x="-201600" y="3640680"/>
                <a:ext cx="872640" cy="863280"/>
              </a:xfrm>
              <a:custGeom>
                <a:avLst/>
                <a:gdLst>
                  <a:gd name="textAreaLeft" fmla="*/ 0 w 872640"/>
                  <a:gd name="textAreaRight" fmla="*/ 873000 w 872640"/>
                  <a:gd name="textAreaTop" fmla="*/ 0 h 863280"/>
                  <a:gd name="textAreaBottom" fmla="*/ 863640 h 86328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38" name="Google Shape;312;p6"/>
              <p:cNvSpPr/>
              <p:nvPr/>
            </p:nvSpPr>
            <p:spPr>
              <a:xfrm rot="2700000">
                <a:off x="-87120" y="3886560"/>
                <a:ext cx="872640" cy="863280"/>
              </a:xfrm>
              <a:custGeom>
                <a:avLst/>
                <a:gdLst>
                  <a:gd name="textAreaLeft" fmla="*/ 0 w 872640"/>
                  <a:gd name="textAreaRight" fmla="*/ 873000 w 872640"/>
                  <a:gd name="textAreaTop" fmla="*/ 0 h 863280"/>
                  <a:gd name="textAreaBottom" fmla="*/ 863640 h 86328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39" name="Google Shape;313;p6"/>
              <p:cNvSpPr/>
              <p:nvPr/>
            </p:nvSpPr>
            <p:spPr>
              <a:xfrm rot="2700000">
                <a:off x="26640" y="4163040"/>
                <a:ext cx="872640" cy="863280"/>
              </a:xfrm>
              <a:custGeom>
                <a:avLst/>
                <a:gdLst>
                  <a:gd name="textAreaLeft" fmla="*/ 0 w 872640"/>
                  <a:gd name="textAreaRight" fmla="*/ 873000 w 872640"/>
                  <a:gd name="textAreaTop" fmla="*/ 0 h 863280"/>
                  <a:gd name="textAreaBottom" fmla="*/ 863640 h 863280"/>
                </a:gdLst>
                <a:ahLst/>
                <a:cxnLst/>
                <a:rect l="textAreaLeft" t="textAreaTop" r="textAreaRight" b="textAreaBottom"/>
                <a:pathLst>
                  <a:path w="36171" h="3579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189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240" name="Google Shape;314;p6"/>
            <p:cNvGrpSpPr/>
            <p:nvPr/>
          </p:nvGrpSpPr>
          <p:grpSpPr>
            <a:xfrm>
              <a:off x="523080" y="4607280"/>
              <a:ext cx="1048320" cy="717120"/>
              <a:chOff x="523080" y="4607280"/>
              <a:chExt cx="1048320" cy="717120"/>
            </a:xfrm>
          </p:grpSpPr>
          <p:grpSp>
            <p:nvGrpSpPr>
              <p:cNvPr id="1241" name="Google Shape;315;p6"/>
              <p:cNvGrpSpPr/>
              <p:nvPr/>
            </p:nvGrpSpPr>
            <p:grpSpPr>
              <a:xfrm>
                <a:off x="523080" y="4607280"/>
                <a:ext cx="717120" cy="717120"/>
                <a:chOff x="523080" y="4607280"/>
                <a:chExt cx="717120" cy="717120"/>
              </a:xfrm>
            </p:grpSpPr>
            <p:sp>
              <p:nvSpPr>
                <p:cNvPr id="1242" name="Google Shape;316;p6"/>
                <p:cNvSpPr/>
                <p:nvPr/>
              </p:nvSpPr>
              <p:spPr>
                <a:xfrm rot="2700000">
                  <a:off x="622440" y="4717440"/>
                  <a:ext cx="518040" cy="496080"/>
                </a:xfrm>
                <a:custGeom>
                  <a:avLst/>
                  <a:gdLst>
                    <a:gd name="textAreaLeft" fmla="*/ 0 w 518040"/>
                    <a:gd name="textAreaRight" fmla="*/ 518400 w 518040"/>
                    <a:gd name="textAreaTop" fmla="*/ 0 h 496080"/>
                    <a:gd name="textAreaBottom" fmla="*/ 496440 h 49608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1243" name="Google Shape;317;p6"/>
                <p:cNvGrpSpPr/>
                <p:nvPr/>
              </p:nvGrpSpPr>
              <p:grpSpPr>
                <a:xfrm>
                  <a:off x="590040" y="4758480"/>
                  <a:ext cx="581040" cy="335160"/>
                  <a:chOff x="590040" y="4758480"/>
                  <a:chExt cx="581040" cy="335160"/>
                </a:xfrm>
              </p:grpSpPr>
              <p:sp>
                <p:nvSpPr>
                  <p:cNvPr id="1244" name="Google Shape;318;p6"/>
                  <p:cNvSpPr/>
                  <p:nvPr/>
                </p:nvSpPr>
                <p:spPr>
                  <a:xfrm rot="2700000">
                    <a:off x="639000" y="48074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45" name="Google Shape;319;p6"/>
                  <p:cNvSpPr/>
                  <p:nvPr/>
                </p:nvSpPr>
                <p:spPr>
                  <a:xfrm rot="2700000">
                    <a:off x="700560" y="48074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46" name="Google Shape;320;p6"/>
                  <p:cNvSpPr/>
                  <p:nvPr/>
                </p:nvSpPr>
                <p:spPr>
                  <a:xfrm rot="2700000">
                    <a:off x="762120" y="48074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47" name="Google Shape;321;p6"/>
                  <p:cNvSpPr/>
                  <p:nvPr/>
                </p:nvSpPr>
                <p:spPr>
                  <a:xfrm rot="2700000">
                    <a:off x="823680" y="48074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48" name="Google Shape;322;p6"/>
                  <p:cNvSpPr/>
                  <p:nvPr/>
                </p:nvSpPr>
                <p:spPr>
                  <a:xfrm rot="2700000">
                    <a:off x="885240" y="48074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1249" name="Google Shape;323;p6"/>
              <p:cNvSpPr/>
              <p:nvPr/>
            </p:nvSpPr>
            <p:spPr>
              <a:xfrm rot="18900000">
                <a:off x="1019160" y="4726080"/>
                <a:ext cx="486720" cy="386640"/>
              </a:xfrm>
              <a:custGeom>
                <a:avLst/>
                <a:gdLst>
                  <a:gd name="textAreaLeft" fmla="*/ 0 w 486720"/>
                  <a:gd name="textAreaRight" fmla="*/ 487080 w 486720"/>
                  <a:gd name="textAreaTop" fmla="*/ 0 h 386640"/>
                  <a:gd name="textAreaBottom" fmla="*/ 387000 h 38664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250" name="Google Shape;324;p6"/>
            <p:cNvGrpSpPr/>
            <p:nvPr/>
          </p:nvGrpSpPr>
          <p:grpSpPr>
            <a:xfrm>
              <a:off x="-232560" y="4691880"/>
              <a:ext cx="1048320" cy="717120"/>
              <a:chOff x="-232560" y="4691880"/>
              <a:chExt cx="1048320" cy="717120"/>
            </a:xfrm>
          </p:grpSpPr>
          <p:grpSp>
            <p:nvGrpSpPr>
              <p:cNvPr id="1251" name="Google Shape;325;p6"/>
              <p:cNvGrpSpPr/>
              <p:nvPr/>
            </p:nvGrpSpPr>
            <p:grpSpPr>
              <a:xfrm>
                <a:off x="-232560" y="4691880"/>
                <a:ext cx="717120" cy="717120"/>
                <a:chOff x="-232560" y="4691880"/>
                <a:chExt cx="717120" cy="717120"/>
              </a:xfrm>
            </p:grpSpPr>
            <p:sp>
              <p:nvSpPr>
                <p:cNvPr id="1252" name="Google Shape;326;p6"/>
                <p:cNvSpPr/>
                <p:nvPr/>
              </p:nvSpPr>
              <p:spPr>
                <a:xfrm rot="2700000">
                  <a:off x="-132840" y="4802040"/>
                  <a:ext cx="518040" cy="496080"/>
                </a:xfrm>
                <a:custGeom>
                  <a:avLst/>
                  <a:gdLst>
                    <a:gd name="textAreaLeft" fmla="*/ 0 w 518040"/>
                    <a:gd name="textAreaRight" fmla="*/ 518400 w 518040"/>
                    <a:gd name="textAreaTop" fmla="*/ 0 h 496080"/>
                    <a:gd name="textAreaBottom" fmla="*/ 496440 h 496080"/>
                  </a:gdLst>
                  <a:ahLst/>
                  <a:cxnLst/>
                  <a:rect l="textAreaLeft" t="textAreaTop" r="textAreaRight" b="textAreaBottom"/>
                  <a:pathLst>
                    <a:path w="36902" h="35337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 rotWithShape="0">
                  <a:gsLst>
                    <a:gs pos="0">
                      <a:srgbClr val="9900FF">
                        <a:alpha val="29000"/>
                      </a:srgbClr>
                    </a:gs>
                    <a:gs pos="26000">
                      <a:srgbClr val="F5F8FF"/>
                    </a:gs>
                    <a:gs pos="44000">
                      <a:srgbClr val="FFFFFF">
                        <a:alpha val="0"/>
                      </a:srgbClr>
                    </a:gs>
                    <a:gs pos="82000">
                      <a:srgbClr val="F5F8FF"/>
                    </a:gs>
                    <a:gs pos="100000">
                      <a:srgbClr val="F5F8FF"/>
                    </a:gs>
                  </a:gsLst>
                  <a:lin ang="13500000"/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grpSp>
              <p:nvGrpSpPr>
                <p:cNvPr id="1253" name="Google Shape;327;p6"/>
                <p:cNvGrpSpPr/>
                <p:nvPr/>
              </p:nvGrpSpPr>
              <p:grpSpPr>
                <a:xfrm>
                  <a:off x="-165960" y="4843080"/>
                  <a:ext cx="581040" cy="335160"/>
                  <a:chOff x="-165960" y="4843080"/>
                  <a:chExt cx="581040" cy="335160"/>
                </a:xfrm>
              </p:grpSpPr>
              <p:sp>
                <p:nvSpPr>
                  <p:cNvPr id="1254" name="Google Shape;328;p6"/>
                  <p:cNvSpPr/>
                  <p:nvPr/>
                </p:nvSpPr>
                <p:spPr>
                  <a:xfrm rot="2700000">
                    <a:off x="-117000" y="48920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55" name="Google Shape;329;p6"/>
                  <p:cNvSpPr/>
                  <p:nvPr/>
                </p:nvSpPr>
                <p:spPr>
                  <a:xfrm rot="2700000">
                    <a:off x="-55440" y="48920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56" name="Google Shape;330;p6"/>
                  <p:cNvSpPr/>
                  <p:nvPr/>
                </p:nvSpPr>
                <p:spPr>
                  <a:xfrm rot="2700000">
                    <a:off x="6120" y="48920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57" name="Google Shape;331;p6"/>
                  <p:cNvSpPr/>
                  <p:nvPr/>
                </p:nvSpPr>
                <p:spPr>
                  <a:xfrm rot="2700000">
                    <a:off x="67320" y="48920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sp>
                <p:nvSpPr>
                  <p:cNvPr id="1258" name="Google Shape;332;p6"/>
                  <p:cNvSpPr/>
                  <p:nvPr/>
                </p:nvSpPr>
                <p:spPr>
                  <a:xfrm rot="2700000">
                    <a:off x="128880" y="4892040"/>
                    <a:ext cx="236880" cy="236880"/>
                  </a:xfrm>
                  <a:custGeom>
                    <a:avLst/>
                    <a:gdLst>
                      <a:gd name="textAreaLeft" fmla="*/ 0 w 236880"/>
                      <a:gd name="textAreaRight" fmla="*/ 237240 w 236880"/>
                      <a:gd name="textAreaTop" fmla="*/ 0 h 236880"/>
                      <a:gd name="textAreaBottom" fmla="*/ 237240 h 236880"/>
                    </a:gdLst>
                    <a:ahLst/>
                    <a:cxnLst/>
                    <a:rect l="textAreaLeft" t="textAreaTop" r="textAreaRight" b="textAreaBottom"/>
                    <a:pathLst>
                      <a:path w="27121" h="27121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 rotWithShape="0">
                    <a:gsLst>
                      <a:gs pos="0">
                        <a:srgbClr val="9900FF">
                          <a:alpha val="47000"/>
                        </a:srgbClr>
                      </a:gs>
                      <a:gs pos="100000">
                        <a:srgbClr val="FFFFFF">
                          <a:alpha val="47000"/>
                        </a:srgbClr>
                      </a:gs>
                    </a:gsLst>
                    <a:lin ang="5400000"/>
                  </a:gradFill>
                  <a:ln w="0"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</p:grpSp>
          </p:grpSp>
          <p:sp>
            <p:nvSpPr>
              <p:cNvPr id="1259" name="Google Shape;333;p6"/>
              <p:cNvSpPr/>
              <p:nvPr/>
            </p:nvSpPr>
            <p:spPr>
              <a:xfrm rot="18900000">
                <a:off x="263520" y="4810680"/>
                <a:ext cx="486720" cy="386640"/>
              </a:xfrm>
              <a:custGeom>
                <a:avLst/>
                <a:gdLst>
                  <a:gd name="textAreaLeft" fmla="*/ 0 w 486720"/>
                  <a:gd name="textAreaRight" fmla="*/ 487080 w 486720"/>
                  <a:gd name="textAreaTop" fmla="*/ 0 h 386640"/>
                  <a:gd name="textAreaBottom" fmla="*/ 387000 h 386640"/>
                </a:gdLst>
                <a:ahLst/>
                <a:cxnLst/>
                <a:rect l="textAreaLeft" t="textAreaTop" r="textAreaRight" b="textAreaBottom"/>
                <a:pathLst>
                  <a:path w="44612" h="3544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260" name="Google Shape;334;p6"/>
            <p:cNvGrpSpPr/>
            <p:nvPr/>
          </p:nvGrpSpPr>
          <p:grpSpPr>
            <a:xfrm>
              <a:off x="-1498680" y="4898880"/>
              <a:ext cx="4558320" cy="133920"/>
              <a:chOff x="-1498680" y="4898880"/>
              <a:chExt cx="4558320" cy="133920"/>
            </a:xfrm>
          </p:grpSpPr>
          <p:sp>
            <p:nvSpPr>
              <p:cNvPr id="1261" name="Google Shape;335;p6"/>
              <p:cNvSpPr/>
              <p:nvPr/>
            </p:nvSpPr>
            <p:spPr>
              <a:xfrm>
                <a:off x="2925720" y="489888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1262" name="Google Shape;336;p6"/>
              <p:cNvCxnSpPr/>
              <p:nvPr/>
            </p:nvCxnSpPr>
            <p:spPr>
              <a:xfrm>
                <a:off x="-1498680" y="4965840"/>
                <a:ext cx="446256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  <p:sp>
            <p:nvSpPr>
              <p:cNvPr id="1263" name="Google Shape;337;p6"/>
              <p:cNvSpPr/>
              <p:nvPr/>
            </p:nvSpPr>
            <p:spPr>
              <a:xfrm>
                <a:off x="2955960" y="492912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265" name="Google Shape;341;p7"/>
          <p:cNvGrpSpPr/>
          <p:nvPr/>
        </p:nvGrpSpPr>
        <p:grpSpPr>
          <a:xfrm>
            <a:off x="8934840" y="3943440"/>
            <a:ext cx="438840" cy="438840"/>
            <a:chOff x="8934840" y="3943440"/>
            <a:chExt cx="438840" cy="438840"/>
          </a:xfrm>
        </p:grpSpPr>
        <p:sp>
          <p:nvSpPr>
            <p:cNvPr id="1266" name="Google Shape;342;p7"/>
            <p:cNvSpPr/>
            <p:nvPr/>
          </p:nvSpPr>
          <p:spPr>
            <a:xfrm>
              <a:off x="8934840" y="3943440"/>
              <a:ext cx="438840" cy="438840"/>
            </a:xfrm>
            <a:custGeom>
              <a:avLst/>
              <a:gdLst>
                <a:gd name="textAreaLeft" fmla="*/ 0 w 438840"/>
                <a:gd name="textAreaRight" fmla="*/ 439200 w 438840"/>
                <a:gd name="textAreaTop" fmla="*/ 0 h 438840"/>
                <a:gd name="textAreaBottom" fmla="*/ 439200 h 438840"/>
              </a:gdLst>
              <a:ahLst/>
              <a:cxnLst/>
              <a:rect l="textAreaLeft" t="textAreaTop" r="textAreaRight" b="textAreaBottom"/>
              <a:pathLst>
                <a:path w="17568" h="17564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7" name="Google Shape;343;p7"/>
            <p:cNvSpPr/>
            <p:nvPr/>
          </p:nvSpPr>
          <p:spPr>
            <a:xfrm>
              <a:off x="9023040" y="4043520"/>
              <a:ext cx="262440" cy="239400"/>
            </a:xfrm>
            <a:custGeom>
              <a:avLst/>
              <a:gdLst>
                <a:gd name="textAreaLeft" fmla="*/ 0 w 262440"/>
                <a:gd name="textAreaRight" fmla="*/ 262800 w 262440"/>
                <a:gd name="textAreaTop" fmla="*/ 0 h 239400"/>
                <a:gd name="textAreaBottom" fmla="*/ 239760 h 239400"/>
              </a:gdLst>
              <a:ahLst/>
              <a:cxnLst/>
              <a:rect l="textAreaLeft" t="textAreaTop" r="textAreaRight" b="textAreaBottom"/>
              <a:pathLst>
                <a:path w="10514" h="9588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268" name="Google Shape;344;p7"/>
          <p:cNvGrpSpPr/>
          <p:nvPr/>
        </p:nvGrpSpPr>
        <p:grpSpPr>
          <a:xfrm>
            <a:off x="5481720" y="-3117240"/>
            <a:ext cx="5953320" cy="6141960"/>
            <a:chOff x="5481720" y="-3117240"/>
            <a:chExt cx="5953320" cy="6141960"/>
          </a:xfrm>
        </p:grpSpPr>
        <p:sp>
          <p:nvSpPr>
            <p:cNvPr id="1269" name="Google Shape;345;p7"/>
            <p:cNvSpPr/>
            <p:nvPr/>
          </p:nvSpPr>
          <p:spPr>
            <a:xfrm rot="18900000">
              <a:off x="6829560" y="-2458800"/>
              <a:ext cx="3152880" cy="5118840"/>
            </a:xfrm>
            <a:custGeom>
              <a:avLst/>
              <a:gdLst>
                <a:gd name="textAreaLeft" fmla="*/ 0 w 3152880"/>
                <a:gd name="textAreaRight" fmla="*/ 3153240 w 3152880"/>
                <a:gd name="textAreaTop" fmla="*/ 0 h 5118840"/>
                <a:gd name="textAreaBottom" fmla="*/ 5119200 h 5118840"/>
              </a:gdLst>
              <a:ahLst/>
              <a:cxnLst/>
              <a:rect l="textAreaLeft" t="textAreaTop" r="textAreaRight" b="textAreaBottom"/>
              <a:pathLst>
                <a:path w="76882" h="124813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0" name="Google Shape;346;p7"/>
            <p:cNvSpPr/>
            <p:nvPr/>
          </p:nvSpPr>
          <p:spPr>
            <a:xfrm rot="18900000">
              <a:off x="6933960" y="-2751840"/>
              <a:ext cx="3152880" cy="5118840"/>
            </a:xfrm>
            <a:custGeom>
              <a:avLst/>
              <a:gdLst>
                <a:gd name="textAreaLeft" fmla="*/ 0 w 3152880"/>
                <a:gd name="textAreaRight" fmla="*/ 3153240 w 3152880"/>
                <a:gd name="textAreaTop" fmla="*/ 0 h 5118840"/>
                <a:gd name="textAreaBottom" fmla="*/ 5119200 h 5118840"/>
              </a:gdLst>
              <a:ahLst/>
              <a:cxnLst/>
              <a:rect l="textAreaLeft" t="textAreaTop" r="textAreaRight" b="textAreaBottom"/>
              <a:pathLst>
                <a:path w="76882" h="124813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271" name="Google Shape;347;p7"/>
            <p:cNvGrpSpPr/>
            <p:nvPr/>
          </p:nvGrpSpPr>
          <p:grpSpPr>
            <a:xfrm>
              <a:off x="5862600" y="33480"/>
              <a:ext cx="4558680" cy="133920"/>
              <a:chOff x="5862600" y="33480"/>
              <a:chExt cx="4558680" cy="133920"/>
            </a:xfrm>
          </p:grpSpPr>
          <p:sp>
            <p:nvSpPr>
              <p:cNvPr id="1272" name="Google Shape;348;p7"/>
              <p:cNvSpPr/>
              <p:nvPr/>
            </p:nvSpPr>
            <p:spPr>
              <a:xfrm rot="10800000">
                <a:off x="5862600" y="3348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1273" name="Google Shape;349;p7"/>
              <p:cNvCxnSpPr/>
              <p:nvPr/>
            </p:nvCxnSpPr>
            <p:spPr>
              <a:xfrm flipH="1">
                <a:off x="5958360" y="100080"/>
                <a:ext cx="446328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  <p:sp>
            <p:nvSpPr>
              <p:cNvPr id="1274" name="Google Shape;350;p7"/>
              <p:cNvSpPr/>
              <p:nvPr/>
            </p:nvSpPr>
            <p:spPr>
              <a:xfrm rot="10800000">
                <a:off x="5893200" y="6372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1275" name="Google Shape;351;p7"/>
          <p:cNvGrpSpPr/>
          <p:nvPr/>
        </p:nvGrpSpPr>
        <p:grpSpPr>
          <a:xfrm>
            <a:off x="-502920" y="3987000"/>
            <a:ext cx="5248440" cy="2991960"/>
            <a:chOff x="-502920" y="3987000"/>
            <a:chExt cx="5248440" cy="2991960"/>
          </a:xfrm>
        </p:grpSpPr>
        <p:pic>
          <p:nvPicPr>
            <p:cNvPr id="1276" name="Google Shape;352;p7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 flipH="1">
              <a:off x="-502920" y="3987000"/>
              <a:ext cx="3920040" cy="29919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77" name="Google Shape;353;p7"/>
            <p:cNvSpPr/>
            <p:nvPr/>
          </p:nvSpPr>
          <p:spPr>
            <a:xfrm flipH="1">
              <a:off x="3542040" y="5223960"/>
              <a:ext cx="581760" cy="556920"/>
            </a:xfrm>
            <a:custGeom>
              <a:avLst/>
              <a:gdLst>
                <a:gd name="textAreaLeft" fmla="*/ 360 w 581760"/>
                <a:gd name="textAreaRight" fmla="*/ 582480 w 581760"/>
                <a:gd name="textAreaTop" fmla="*/ 0 h 556920"/>
                <a:gd name="textAreaBottom" fmla="*/ 557280 h 556920"/>
              </a:gdLst>
              <a:ahLst/>
              <a:cxnLst/>
              <a:rect l="textAreaLeft" t="textAreaTop" r="textAreaRight" b="textAreaBottom"/>
              <a:pathLst>
                <a:path w="36902" h="35337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 rotWithShape="0">
              <a:gsLst>
                <a:gs pos="0">
                  <a:srgbClr val="F5F8FF">
                    <a:alpha val="31000"/>
                  </a:srgbClr>
                </a:gs>
                <a:gs pos="22000">
                  <a:srgbClr val="F5F8FF">
                    <a:alpha val="31000"/>
                  </a:srgbClr>
                </a:gs>
                <a:gs pos="45000">
                  <a:srgbClr val="FFFFFF">
                    <a:alpha val="31000"/>
                  </a:srgbClr>
                </a:gs>
                <a:gs pos="100000">
                  <a:srgbClr val="0C0A9E">
                    <a:alpha val="31000"/>
                  </a:srgbClr>
                </a:gs>
              </a:gsLst>
              <a:lin ang="81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8" name="Google Shape;354;p7"/>
            <p:cNvSpPr/>
            <p:nvPr/>
          </p:nvSpPr>
          <p:spPr>
            <a:xfrm flipH="1">
              <a:off x="3205440" y="5280480"/>
              <a:ext cx="339840" cy="325440"/>
            </a:xfrm>
            <a:custGeom>
              <a:avLst/>
              <a:gdLst>
                <a:gd name="textAreaLeft" fmla="*/ 360 w 339840"/>
                <a:gd name="textAreaRight" fmla="*/ 340560 w 339840"/>
                <a:gd name="textAreaTop" fmla="*/ 0 h 325440"/>
                <a:gd name="textAreaBottom" fmla="*/ 325800 h 325440"/>
              </a:gdLst>
              <a:ahLst/>
              <a:cxnLst/>
              <a:rect l="textAreaLeft" t="textAreaTop" r="textAreaRight" b="textAreaBottom"/>
              <a:pathLst>
                <a:path w="36902" h="35337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 rotWithShape="0">
              <a:gsLst>
                <a:gs pos="0">
                  <a:srgbClr val="F5F8FF"/>
                </a:gs>
                <a:gs pos="22000">
                  <a:srgbClr val="F5F8FF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000"/>
                  </a:srgbClr>
                </a:gs>
              </a:gsLst>
              <a:lin ang="81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9" name="Google Shape;355;p7"/>
            <p:cNvSpPr/>
            <p:nvPr/>
          </p:nvSpPr>
          <p:spPr>
            <a:xfrm flipH="1">
              <a:off x="3084480" y="5514120"/>
              <a:ext cx="581760" cy="556920"/>
            </a:xfrm>
            <a:custGeom>
              <a:avLst/>
              <a:gdLst>
                <a:gd name="textAreaLeft" fmla="*/ 360 w 581760"/>
                <a:gd name="textAreaRight" fmla="*/ 582480 w 581760"/>
                <a:gd name="textAreaTop" fmla="*/ 0 h 556920"/>
                <a:gd name="textAreaBottom" fmla="*/ 557280 h 556920"/>
              </a:gdLst>
              <a:ahLst/>
              <a:cxnLst/>
              <a:rect l="textAreaLeft" t="textAreaTop" r="textAreaRight" b="textAreaBottom"/>
              <a:pathLst>
                <a:path w="36902" h="35337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 rotWithShape="0">
              <a:gsLst>
                <a:gs pos="0">
                  <a:srgbClr val="F5F8FF">
                    <a:alpha val="31000"/>
                  </a:srgbClr>
                </a:gs>
                <a:gs pos="22000">
                  <a:srgbClr val="F5F8FF">
                    <a:alpha val="31000"/>
                  </a:srgbClr>
                </a:gs>
                <a:gs pos="45000">
                  <a:srgbClr val="FFFFFF">
                    <a:alpha val="31000"/>
                  </a:srgbClr>
                </a:gs>
                <a:gs pos="100000">
                  <a:srgbClr val="0C0A9E">
                    <a:alpha val="31000"/>
                  </a:srgbClr>
                </a:gs>
              </a:gsLst>
              <a:lin ang="81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0" name="Google Shape;356;p7"/>
            <p:cNvSpPr/>
            <p:nvPr/>
          </p:nvSpPr>
          <p:spPr>
            <a:xfrm flipH="1">
              <a:off x="2606040" y="5164560"/>
              <a:ext cx="581760" cy="556920"/>
            </a:xfrm>
            <a:custGeom>
              <a:avLst/>
              <a:gdLst>
                <a:gd name="textAreaLeft" fmla="*/ 360 w 581760"/>
                <a:gd name="textAreaRight" fmla="*/ 582480 w 581760"/>
                <a:gd name="textAreaTop" fmla="*/ 0 h 556920"/>
                <a:gd name="textAreaBottom" fmla="*/ 557280 h 556920"/>
              </a:gdLst>
              <a:ahLst/>
              <a:cxnLst/>
              <a:rect l="textAreaLeft" t="textAreaTop" r="textAreaRight" b="textAreaBottom"/>
              <a:pathLst>
                <a:path w="36902" h="35337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 rotWithShape="0">
              <a:gsLst>
                <a:gs pos="0">
                  <a:srgbClr val="F5F8FF"/>
                </a:gs>
                <a:gs pos="22000">
                  <a:srgbClr val="F5F8FF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000"/>
                  </a:srgbClr>
                </a:gs>
              </a:gsLst>
              <a:lin ang="81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1" name="Google Shape;357;p7"/>
            <p:cNvSpPr/>
            <p:nvPr/>
          </p:nvSpPr>
          <p:spPr>
            <a:xfrm rot="16200000" flipH="1">
              <a:off x="2618280" y="3689640"/>
              <a:ext cx="1420560" cy="2832840"/>
            </a:xfrm>
            <a:custGeom>
              <a:avLst/>
              <a:gdLst>
                <a:gd name="textAreaLeft" fmla="*/ 360 w 1420560"/>
                <a:gd name="textAreaRight" fmla="*/ 1421280 w 1420560"/>
                <a:gd name="textAreaTop" fmla="*/ 0 h 2832840"/>
                <a:gd name="textAreaBottom" fmla="*/ 2833200 h 2832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282" name="Google Shape;358;p7"/>
            <p:cNvGrpSpPr/>
            <p:nvPr/>
          </p:nvGrpSpPr>
          <p:grpSpPr>
            <a:xfrm>
              <a:off x="3588480" y="4943160"/>
              <a:ext cx="161640" cy="161640"/>
              <a:chOff x="3588480" y="4943160"/>
              <a:chExt cx="161640" cy="161640"/>
            </a:xfrm>
          </p:grpSpPr>
          <p:sp>
            <p:nvSpPr>
              <p:cNvPr id="1283" name="Google Shape;359;p7"/>
              <p:cNvSpPr/>
              <p:nvPr/>
            </p:nvSpPr>
            <p:spPr>
              <a:xfrm flipH="1">
                <a:off x="3588120" y="4943160"/>
                <a:ext cx="161640" cy="161640"/>
              </a:xfrm>
              <a:custGeom>
                <a:avLst/>
                <a:gdLst>
                  <a:gd name="textAreaLeft" fmla="*/ -360 w 161640"/>
                  <a:gd name="textAreaRight" fmla="*/ 161640 w 161640"/>
                  <a:gd name="textAreaTop" fmla="*/ 0 h 161640"/>
                  <a:gd name="textAreaBottom" fmla="*/ 162000 h 16164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81000" bIns="81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84" name="Google Shape;360;p7"/>
              <p:cNvSpPr/>
              <p:nvPr/>
            </p:nvSpPr>
            <p:spPr>
              <a:xfrm flipH="1">
                <a:off x="3621240" y="4979880"/>
                <a:ext cx="96480" cy="88200"/>
              </a:xfrm>
              <a:custGeom>
                <a:avLst/>
                <a:gdLst>
                  <a:gd name="textAreaLeft" fmla="*/ 360 w 96480"/>
                  <a:gd name="textAreaRight" fmla="*/ 97200 w 9648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280" bIns="442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285" name="Google Shape;361;p7"/>
            <p:cNvGrpSpPr/>
            <p:nvPr/>
          </p:nvGrpSpPr>
          <p:grpSpPr>
            <a:xfrm>
              <a:off x="2206440" y="5361120"/>
              <a:ext cx="161640" cy="161640"/>
              <a:chOff x="2206440" y="5361120"/>
              <a:chExt cx="161640" cy="161640"/>
            </a:xfrm>
          </p:grpSpPr>
          <p:sp>
            <p:nvSpPr>
              <p:cNvPr id="1286" name="Google Shape;362;p7"/>
              <p:cNvSpPr/>
              <p:nvPr/>
            </p:nvSpPr>
            <p:spPr>
              <a:xfrm flipV="1">
                <a:off x="2206440" y="5360760"/>
                <a:ext cx="161640" cy="1616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-360 h 161640"/>
                  <a:gd name="textAreaBottom" fmla="*/ 161640 h 16164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81000" bIns="8100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87" name="Google Shape;363;p7"/>
              <p:cNvSpPr/>
              <p:nvPr/>
            </p:nvSpPr>
            <p:spPr>
              <a:xfrm flipV="1">
                <a:off x="2238840" y="5397480"/>
                <a:ext cx="96480" cy="88200"/>
              </a:xfrm>
              <a:custGeom>
                <a:avLst/>
                <a:gdLst>
                  <a:gd name="textAreaLeft" fmla="*/ 0 w 96480"/>
                  <a:gd name="textAreaRight" fmla="*/ 96840 w 96480"/>
                  <a:gd name="textAreaTop" fmla="*/ -360 h 88200"/>
                  <a:gd name="textAreaBottom" fmla="*/ 88200 h 8820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4280" bIns="442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PlaceHolder 1"/>
          <p:cNvSpPr>
            <a:spLocks noGrp="1"/>
          </p:cNvSpPr>
          <p:nvPr>
            <p:ph type="title"/>
          </p:nvPr>
        </p:nvSpPr>
        <p:spPr>
          <a:xfrm>
            <a:off x="713160" y="2122560"/>
            <a:ext cx="7297200" cy="90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289" name="Google Shape;366;p8"/>
          <p:cNvGrpSpPr/>
          <p:nvPr/>
        </p:nvGrpSpPr>
        <p:grpSpPr>
          <a:xfrm>
            <a:off x="6475680" y="-1541520"/>
            <a:ext cx="2583360" cy="2409120"/>
            <a:chOff x="6475680" y="-1541520"/>
            <a:chExt cx="2583360" cy="2409120"/>
          </a:xfrm>
        </p:grpSpPr>
        <p:grpSp>
          <p:nvGrpSpPr>
            <p:cNvPr id="1290" name="Google Shape;367;p8"/>
            <p:cNvGrpSpPr/>
            <p:nvPr/>
          </p:nvGrpSpPr>
          <p:grpSpPr>
            <a:xfrm>
              <a:off x="6475680" y="-1541520"/>
              <a:ext cx="939600" cy="2133000"/>
              <a:chOff x="6475680" y="-1541520"/>
              <a:chExt cx="939600" cy="2133000"/>
            </a:xfrm>
          </p:grpSpPr>
          <p:sp>
            <p:nvSpPr>
              <p:cNvPr id="1291" name="Google Shape;368;p8"/>
              <p:cNvSpPr/>
              <p:nvPr/>
            </p:nvSpPr>
            <p:spPr>
              <a:xfrm>
                <a:off x="6475680" y="-1541520"/>
                <a:ext cx="577080" cy="1974240"/>
              </a:xfrm>
              <a:custGeom>
                <a:avLst/>
                <a:gdLst>
                  <a:gd name="textAreaLeft" fmla="*/ 0 w 577080"/>
                  <a:gd name="textAreaRight" fmla="*/ 577440 w 577080"/>
                  <a:gd name="textAreaTop" fmla="*/ 0 h 1974240"/>
                  <a:gd name="textAreaBottom" fmla="*/ 1974600 h 1974240"/>
                </a:gdLst>
                <a:ahLst/>
                <a:cxnLst/>
                <a:rect l="textAreaLeft" t="textAreaTop" r="textAreaRight" b="textAreaBottom"/>
                <a:pathLst>
                  <a:path w="14079" h="48146">
                    <a:moveTo>
                      <a:pt x="13866" y="0"/>
                    </a:moveTo>
                    <a:lnTo>
                      <a:pt x="5867" y="7999"/>
                    </a:lnTo>
                    <a:lnTo>
                      <a:pt x="5836" y="8045"/>
                    </a:lnTo>
                    <a:lnTo>
                      <a:pt x="5836" y="31737"/>
                    </a:lnTo>
                    <a:lnTo>
                      <a:pt x="1" y="37541"/>
                    </a:lnTo>
                    <a:lnTo>
                      <a:pt x="1" y="48146"/>
                    </a:lnTo>
                    <a:lnTo>
                      <a:pt x="306" y="48146"/>
                    </a:lnTo>
                    <a:lnTo>
                      <a:pt x="306" y="37679"/>
                    </a:lnTo>
                    <a:lnTo>
                      <a:pt x="6141" y="31874"/>
                    </a:lnTo>
                    <a:lnTo>
                      <a:pt x="6141" y="8167"/>
                    </a:lnTo>
                    <a:lnTo>
                      <a:pt x="14079" y="229"/>
                    </a:lnTo>
                    <a:lnTo>
                      <a:pt x="13866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92" name="Google Shape;369;p8"/>
              <p:cNvSpPr/>
              <p:nvPr/>
            </p:nvSpPr>
            <p:spPr>
              <a:xfrm>
                <a:off x="6728400" y="-1179360"/>
                <a:ext cx="686880" cy="1770840"/>
              </a:xfrm>
              <a:custGeom>
                <a:avLst/>
                <a:gdLst>
                  <a:gd name="textAreaLeft" fmla="*/ 0 w 686880"/>
                  <a:gd name="textAreaRight" fmla="*/ 687240 w 686880"/>
                  <a:gd name="textAreaTop" fmla="*/ 0 h 1770840"/>
                  <a:gd name="textAreaBottom" fmla="*/ 1771200 h 1770840"/>
                </a:gdLst>
                <a:ahLst/>
                <a:cxnLst/>
                <a:rect l="textAreaLeft" t="textAreaTop" r="textAreaRight" b="textAreaBottom"/>
                <a:pathLst>
                  <a:path w="16760" h="43180">
                    <a:moveTo>
                      <a:pt x="16531" y="1"/>
                    </a:moveTo>
                    <a:lnTo>
                      <a:pt x="4403" y="12159"/>
                    </a:lnTo>
                    <a:lnTo>
                      <a:pt x="4342" y="12190"/>
                    </a:lnTo>
                    <a:lnTo>
                      <a:pt x="4342" y="25734"/>
                    </a:lnTo>
                    <a:lnTo>
                      <a:pt x="0" y="30077"/>
                    </a:lnTo>
                    <a:lnTo>
                      <a:pt x="8746" y="38822"/>
                    </a:lnTo>
                    <a:lnTo>
                      <a:pt x="8746" y="43180"/>
                    </a:lnTo>
                    <a:lnTo>
                      <a:pt x="9066" y="43180"/>
                    </a:lnTo>
                    <a:lnTo>
                      <a:pt x="9066" y="38700"/>
                    </a:lnTo>
                    <a:lnTo>
                      <a:pt x="442" y="30077"/>
                    </a:lnTo>
                    <a:lnTo>
                      <a:pt x="4662" y="25872"/>
                    </a:lnTo>
                    <a:lnTo>
                      <a:pt x="4662" y="12327"/>
                    </a:lnTo>
                    <a:lnTo>
                      <a:pt x="16760" y="230"/>
                    </a:lnTo>
                    <a:lnTo>
                      <a:pt x="16531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293" name="Google Shape;370;p8"/>
            <p:cNvSpPr/>
            <p:nvPr/>
          </p:nvSpPr>
          <p:spPr>
            <a:xfrm rot="5400000">
              <a:off x="7783200" y="-770400"/>
              <a:ext cx="577080" cy="1974240"/>
            </a:xfrm>
            <a:custGeom>
              <a:avLst/>
              <a:gdLst>
                <a:gd name="textAreaLeft" fmla="*/ 0 w 577080"/>
                <a:gd name="textAreaRight" fmla="*/ 577440 w 577080"/>
                <a:gd name="textAreaTop" fmla="*/ 0 h 1974240"/>
                <a:gd name="textAreaBottom" fmla="*/ 1974600 h 197424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4" name="Google Shape;371;p8"/>
            <p:cNvSpPr/>
            <p:nvPr/>
          </p:nvSpPr>
          <p:spPr>
            <a:xfrm rot="5400000">
              <a:off x="7617600" y="-361080"/>
              <a:ext cx="686880" cy="1770840"/>
            </a:xfrm>
            <a:custGeom>
              <a:avLst/>
              <a:gdLst>
                <a:gd name="textAreaLeft" fmla="*/ 0 w 686880"/>
                <a:gd name="textAreaRight" fmla="*/ 687240 w 686880"/>
                <a:gd name="textAreaTop" fmla="*/ 0 h 1770840"/>
                <a:gd name="textAreaBottom" fmla="*/ 1771200 h 1770840"/>
              </a:gdLst>
              <a:ahLst/>
              <a:cxnLst/>
              <a:rect l="textAreaLeft" t="textAreaTop" r="textAreaRight" b="textAreaBottom"/>
              <a:pathLst>
                <a:path w="16760" h="4318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295" name="Google Shape;372;p8"/>
            <p:cNvGrpSpPr/>
            <p:nvPr/>
          </p:nvGrpSpPr>
          <p:grpSpPr>
            <a:xfrm>
              <a:off x="7741800" y="-258480"/>
              <a:ext cx="438840" cy="438840"/>
              <a:chOff x="7741800" y="-258480"/>
              <a:chExt cx="438840" cy="438840"/>
            </a:xfrm>
          </p:grpSpPr>
          <p:sp>
            <p:nvSpPr>
              <p:cNvPr id="1296" name="Google Shape;373;p8"/>
              <p:cNvSpPr/>
              <p:nvPr/>
            </p:nvSpPr>
            <p:spPr>
              <a:xfrm>
                <a:off x="7741800" y="-258480"/>
                <a:ext cx="438840" cy="438840"/>
              </a:xfrm>
              <a:custGeom>
                <a:avLst/>
                <a:gdLst>
                  <a:gd name="textAreaLeft" fmla="*/ 0 w 438840"/>
                  <a:gd name="textAreaRight" fmla="*/ 439200 w 438840"/>
                  <a:gd name="textAreaTop" fmla="*/ 0 h 438840"/>
                  <a:gd name="textAreaBottom" fmla="*/ 439200 h 438840"/>
                </a:gdLst>
                <a:ahLst/>
                <a:cxnLst/>
                <a:rect l="textAreaLeft" t="textAreaTop" r="textAreaRight" b="textAreaBottom"/>
                <a:pathLst>
                  <a:path w="17568" h="17564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97" name="Google Shape;374;p8"/>
              <p:cNvSpPr/>
              <p:nvPr/>
            </p:nvSpPr>
            <p:spPr>
              <a:xfrm>
                <a:off x="7830000" y="-158400"/>
                <a:ext cx="262440" cy="239400"/>
              </a:xfrm>
              <a:custGeom>
                <a:avLst/>
                <a:gdLst>
                  <a:gd name="textAreaLeft" fmla="*/ 0 w 262440"/>
                  <a:gd name="textAreaRight" fmla="*/ 262800 w 262440"/>
                  <a:gd name="textAreaTop" fmla="*/ 0 h 239400"/>
                  <a:gd name="textAreaBottom" fmla="*/ 239760 h 239400"/>
                </a:gdLst>
                <a:ahLst/>
                <a:cxnLst/>
                <a:rect l="textAreaLeft" t="textAreaTop" r="textAreaRight" b="textAreaBottom"/>
                <a:pathLst>
                  <a:path w="10514" h="9588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title"/>
          </p:nvPr>
        </p:nvSpPr>
        <p:spPr>
          <a:xfrm>
            <a:off x="720000" y="479880"/>
            <a:ext cx="3144960" cy="1843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99" name="PlaceHolder 2"/>
          <p:cNvSpPr>
            <a:spLocks noGrp="1"/>
          </p:cNvSpPr>
          <p:nvPr>
            <p:ph type="body"/>
          </p:nvPr>
        </p:nvSpPr>
        <p:spPr>
          <a:xfrm>
            <a:off x="4135680" y="539640"/>
            <a:ext cx="4294800" cy="4068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300" name="Google Shape;379;p9"/>
          <p:cNvGrpSpPr/>
          <p:nvPr/>
        </p:nvGrpSpPr>
        <p:grpSpPr>
          <a:xfrm>
            <a:off x="-2393640" y="-1635480"/>
            <a:ext cx="4710600" cy="5344200"/>
            <a:chOff x="-2393640" y="-1635480"/>
            <a:chExt cx="4710600" cy="5344200"/>
          </a:xfrm>
        </p:grpSpPr>
        <p:pic>
          <p:nvPicPr>
            <p:cNvPr id="1301" name="Google Shape;380;p9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-2393640" y="-1635480"/>
              <a:ext cx="3920040" cy="299196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1302" name="Google Shape;381;p9"/>
            <p:cNvGrpSpPr/>
            <p:nvPr/>
          </p:nvGrpSpPr>
          <p:grpSpPr>
            <a:xfrm>
              <a:off x="-1398960" y="-1410120"/>
              <a:ext cx="3152880" cy="5118840"/>
              <a:chOff x="-1398960" y="-1410120"/>
              <a:chExt cx="3152880" cy="5118840"/>
            </a:xfrm>
          </p:grpSpPr>
          <p:sp>
            <p:nvSpPr>
              <p:cNvPr id="1303" name="Google Shape;382;p9"/>
              <p:cNvSpPr/>
              <p:nvPr/>
            </p:nvSpPr>
            <p:spPr>
              <a:xfrm>
                <a:off x="-1398960" y="-1410120"/>
                <a:ext cx="3152880" cy="5118840"/>
              </a:xfrm>
              <a:custGeom>
                <a:avLst/>
                <a:gdLst>
                  <a:gd name="textAreaLeft" fmla="*/ 0 w 3152880"/>
                  <a:gd name="textAreaRight" fmla="*/ 3153240 w 3152880"/>
                  <a:gd name="textAreaTop" fmla="*/ 0 h 5118840"/>
                  <a:gd name="textAreaBottom" fmla="*/ 5119200 h 5118840"/>
                </a:gdLst>
                <a:ahLst/>
                <a:cxnLst/>
                <a:rect l="textAreaLeft" t="textAreaTop" r="textAreaRight" b="textAreaBottom"/>
                <a:pathLst>
                  <a:path w="76882" h="124813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1304" name="Google Shape;383;p9"/>
              <p:cNvGrpSpPr/>
              <p:nvPr/>
            </p:nvGrpSpPr>
            <p:grpSpPr>
              <a:xfrm>
                <a:off x="629280" y="217080"/>
                <a:ext cx="133560" cy="133560"/>
                <a:chOff x="629280" y="217080"/>
                <a:chExt cx="133560" cy="133560"/>
              </a:xfrm>
            </p:grpSpPr>
            <p:sp>
              <p:nvSpPr>
                <p:cNvPr id="1305" name="Google Shape;384;p9"/>
                <p:cNvSpPr/>
                <p:nvPr/>
              </p:nvSpPr>
              <p:spPr>
                <a:xfrm>
                  <a:off x="629280" y="21708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06" name="Google Shape;385;p9"/>
                <p:cNvSpPr/>
                <p:nvPr/>
              </p:nvSpPr>
              <p:spPr>
                <a:xfrm>
                  <a:off x="648360" y="23580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307" name="Google Shape;386;p9"/>
              <p:cNvGrpSpPr/>
              <p:nvPr/>
            </p:nvGrpSpPr>
            <p:grpSpPr>
              <a:xfrm>
                <a:off x="-363960" y="903240"/>
                <a:ext cx="133560" cy="133560"/>
                <a:chOff x="-363960" y="903240"/>
                <a:chExt cx="133560" cy="133560"/>
              </a:xfrm>
            </p:grpSpPr>
            <p:sp>
              <p:nvSpPr>
                <p:cNvPr id="1308" name="Google Shape;387;p9"/>
                <p:cNvSpPr/>
                <p:nvPr/>
              </p:nvSpPr>
              <p:spPr>
                <a:xfrm>
                  <a:off x="-363960" y="90324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09" name="Google Shape;388;p9"/>
                <p:cNvSpPr/>
                <p:nvPr/>
              </p:nvSpPr>
              <p:spPr>
                <a:xfrm>
                  <a:off x="-345240" y="92232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310" name="Google Shape;389;p9"/>
              <p:cNvGrpSpPr/>
              <p:nvPr/>
            </p:nvGrpSpPr>
            <p:grpSpPr>
              <a:xfrm>
                <a:off x="20160" y="1276920"/>
                <a:ext cx="133560" cy="133560"/>
                <a:chOff x="20160" y="1276920"/>
                <a:chExt cx="133560" cy="133560"/>
              </a:xfrm>
            </p:grpSpPr>
            <p:sp>
              <p:nvSpPr>
                <p:cNvPr id="1311" name="Google Shape;390;p9"/>
                <p:cNvSpPr/>
                <p:nvPr/>
              </p:nvSpPr>
              <p:spPr>
                <a:xfrm>
                  <a:off x="20160" y="127692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312" name="Google Shape;391;p9"/>
                <p:cNvSpPr/>
                <p:nvPr/>
              </p:nvSpPr>
              <p:spPr>
                <a:xfrm>
                  <a:off x="38880" y="129600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313" name="Google Shape;392;p9"/>
            <p:cNvGrpSpPr/>
            <p:nvPr/>
          </p:nvGrpSpPr>
          <p:grpSpPr>
            <a:xfrm>
              <a:off x="45360" y="-923040"/>
              <a:ext cx="87840" cy="2151360"/>
              <a:chOff x="45360" y="-923040"/>
              <a:chExt cx="87840" cy="2151360"/>
            </a:xfrm>
          </p:grpSpPr>
          <p:sp>
            <p:nvSpPr>
              <p:cNvPr id="1314" name="Google Shape;393;p9"/>
              <p:cNvSpPr/>
              <p:nvPr/>
            </p:nvSpPr>
            <p:spPr>
              <a:xfrm>
                <a:off x="45360" y="-923040"/>
                <a:ext cx="12240" cy="215136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2151360"/>
                  <a:gd name="textAreaBottom" fmla="*/ 2151720 h 2151360"/>
                </a:gdLst>
                <a:ahLst/>
                <a:cxnLst/>
                <a:rect l="textAreaLeft" t="textAreaTop" r="textAreaRight" b="textAreaBottom"/>
                <a:pathLst>
                  <a:path w="306" h="27731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40000">
                    <a:srgbClr val="FF9900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15" name="Google Shape;394;p9"/>
              <p:cNvSpPr/>
              <p:nvPr/>
            </p:nvSpPr>
            <p:spPr>
              <a:xfrm>
                <a:off x="120960" y="-923040"/>
                <a:ext cx="12240" cy="215136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2151360"/>
                  <a:gd name="textAreaBottom" fmla="*/ 2151720 h 2151360"/>
                </a:gdLst>
                <a:ahLst/>
                <a:cxnLst/>
                <a:rect l="textAreaLeft" t="textAreaTop" r="textAreaRight" b="textAreaBottom"/>
                <a:pathLst>
                  <a:path w="305" h="27731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40000">
                    <a:srgbClr val="FF9900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316" name="Google Shape;395;p9"/>
            <p:cNvGrpSpPr/>
            <p:nvPr/>
          </p:nvGrpSpPr>
          <p:grpSpPr>
            <a:xfrm>
              <a:off x="285120" y="-794880"/>
              <a:ext cx="87840" cy="2151360"/>
              <a:chOff x="285120" y="-794880"/>
              <a:chExt cx="87840" cy="2151360"/>
            </a:xfrm>
          </p:grpSpPr>
          <p:sp>
            <p:nvSpPr>
              <p:cNvPr id="1317" name="Google Shape;396;p9"/>
              <p:cNvSpPr/>
              <p:nvPr/>
            </p:nvSpPr>
            <p:spPr>
              <a:xfrm>
                <a:off x="285120" y="-794880"/>
                <a:ext cx="12240" cy="215136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2151360"/>
                  <a:gd name="textAreaBottom" fmla="*/ 2151720 h 2151360"/>
                </a:gdLst>
                <a:ahLst/>
                <a:cxnLst/>
                <a:rect l="textAreaLeft" t="textAreaTop" r="textAreaRight" b="textAreaBottom"/>
                <a:pathLst>
                  <a:path w="306" h="27731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18" name="Google Shape;397;p9"/>
              <p:cNvSpPr/>
              <p:nvPr/>
            </p:nvSpPr>
            <p:spPr>
              <a:xfrm>
                <a:off x="360720" y="-794880"/>
                <a:ext cx="12240" cy="215136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2151360"/>
                  <a:gd name="textAreaBottom" fmla="*/ 2151720 h 2151360"/>
                </a:gdLst>
                <a:ahLst/>
                <a:cxnLst/>
                <a:rect l="textAreaLeft" t="textAreaTop" r="textAreaRight" b="textAreaBottom"/>
                <a:pathLst>
                  <a:path w="305" h="27731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319" name="Google Shape;398;p9"/>
            <p:cNvSpPr/>
            <p:nvPr/>
          </p:nvSpPr>
          <p:spPr>
            <a:xfrm rot="5400000">
              <a:off x="425520" y="-1353240"/>
              <a:ext cx="1030680" cy="2751840"/>
            </a:xfrm>
            <a:custGeom>
              <a:avLst/>
              <a:gdLst>
                <a:gd name="textAreaLeft" fmla="*/ 0 w 1030680"/>
                <a:gd name="textAreaRight" fmla="*/ 1031040 w 1030680"/>
                <a:gd name="textAreaTop" fmla="*/ 0 h 2751840"/>
                <a:gd name="textAreaBottom" fmla="*/ 2752200 h 2751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08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320" name="Google Shape;399;p9"/>
            <p:cNvGrpSpPr/>
            <p:nvPr/>
          </p:nvGrpSpPr>
          <p:grpSpPr>
            <a:xfrm>
              <a:off x="-252000" y="261000"/>
              <a:ext cx="480240" cy="480960"/>
              <a:chOff x="-252000" y="261000"/>
              <a:chExt cx="480240" cy="480960"/>
            </a:xfrm>
          </p:grpSpPr>
          <p:sp>
            <p:nvSpPr>
              <p:cNvPr id="1321" name="Google Shape;400;p9"/>
              <p:cNvSpPr/>
              <p:nvPr/>
            </p:nvSpPr>
            <p:spPr>
              <a:xfrm>
                <a:off x="126720" y="261000"/>
                <a:ext cx="101520" cy="10188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880"/>
                  <a:gd name="textAreaBottom" fmla="*/ 102240 h 101880"/>
                </a:gdLst>
                <a:ahLst/>
                <a:cxnLst/>
                <a:rect l="textAreaLeft" t="textAreaTop" r="textAreaRight" b="textAreaBottom"/>
                <a:pathLst>
                  <a:path w="4937" h="4953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1120" bIns="511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22" name="Google Shape;401;p9"/>
              <p:cNvSpPr/>
              <p:nvPr/>
            </p:nvSpPr>
            <p:spPr>
              <a:xfrm>
                <a:off x="63360" y="324720"/>
                <a:ext cx="101520" cy="10152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38" h="4938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23" name="Google Shape;402;p9"/>
              <p:cNvSpPr/>
              <p:nvPr/>
            </p:nvSpPr>
            <p:spPr>
              <a:xfrm>
                <a:off x="720" y="388080"/>
                <a:ext cx="101520" cy="10152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37" h="4937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24" name="Google Shape;403;p9"/>
              <p:cNvSpPr/>
              <p:nvPr/>
            </p:nvSpPr>
            <p:spPr>
              <a:xfrm>
                <a:off x="-63000" y="450720"/>
                <a:ext cx="101880" cy="101520"/>
              </a:xfrm>
              <a:custGeom>
                <a:avLst/>
                <a:gdLst>
                  <a:gd name="textAreaLeft" fmla="*/ 0 w 101880"/>
                  <a:gd name="textAreaRight" fmla="*/ 102240 w 10188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53" h="4937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25" name="Google Shape;404;p9"/>
              <p:cNvSpPr/>
              <p:nvPr/>
            </p:nvSpPr>
            <p:spPr>
              <a:xfrm>
                <a:off x="-126000" y="514080"/>
                <a:ext cx="101880" cy="101520"/>
              </a:xfrm>
              <a:custGeom>
                <a:avLst/>
                <a:gdLst>
                  <a:gd name="textAreaLeft" fmla="*/ 0 w 101880"/>
                  <a:gd name="textAreaRight" fmla="*/ 102240 w 10188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53" h="4938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26" name="Google Shape;405;p9"/>
              <p:cNvSpPr/>
              <p:nvPr/>
            </p:nvSpPr>
            <p:spPr>
              <a:xfrm>
                <a:off x="-189360" y="577080"/>
                <a:ext cx="101520" cy="10188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880"/>
                  <a:gd name="textAreaBottom" fmla="*/ 102240 h 101880"/>
                </a:gdLst>
                <a:ahLst/>
                <a:cxnLst/>
                <a:rect l="textAreaLeft" t="textAreaTop" r="textAreaRight" b="textAreaBottom"/>
                <a:pathLst>
                  <a:path w="4937" h="4953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1120" bIns="511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27" name="Google Shape;406;p9"/>
              <p:cNvSpPr/>
              <p:nvPr/>
            </p:nvSpPr>
            <p:spPr>
              <a:xfrm>
                <a:off x="-252000" y="640440"/>
                <a:ext cx="101520" cy="101520"/>
              </a:xfrm>
              <a:custGeom>
                <a:avLst/>
                <a:gdLst>
                  <a:gd name="textAreaLeft" fmla="*/ 0 w 101520"/>
                  <a:gd name="textAreaRight" fmla="*/ 101880 w 101520"/>
                  <a:gd name="textAreaTop" fmla="*/ 0 h 101520"/>
                  <a:gd name="textAreaBottom" fmla="*/ 101880 h 101520"/>
                </a:gdLst>
                <a:ahLst/>
                <a:cxnLst/>
                <a:rect l="textAreaLeft" t="textAreaTop" r="textAreaRight" b="textAreaBottom"/>
                <a:pathLst>
                  <a:path w="4938" h="4937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37000"/>
                    </a:srgbClr>
                  </a:gs>
                  <a:gs pos="100000">
                    <a:srgbClr val="FFFFFF">
                      <a:alpha val="37000"/>
                    </a:srgbClr>
                  </a:gs>
                </a:gsLst>
                <a:lin ang="108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50760" bIns="5076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1328" name="Google Shape;407;p9"/>
          <p:cNvGrpSpPr/>
          <p:nvPr/>
        </p:nvGrpSpPr>
        <p:grpSpPr>
          <a:xfrm>
            <a:off x="6719760" y="2898360"/>
            <a:ext cx="3920040" cy="3213720"/>
            <a:chOff x="6719760" y="2898360"/>
            <a:chExt cx="3920040" cy="3213720"/>
          </a:xfrm>
        </p:grpSpPr>
        <p:sp>
          <p:nvSpPr>
            <p:cNvPr id="1329" name="Google Shape;408;p9"/>
            <p:cNvSpPr/>
            <p:nvPr/>
          </p:nvSpPr>
          <p:spPr>
            <a:xfrm>
              <a:off x="8841240" y="2898360"/>
              <a:ext cx="480600" cy="475560"/>
            </a:xfrm>
            <a:custGeom>
              <a:avLst/>
              <a:gdLst>
                <a:gd name="textAreaLeft" fmla="*/ 0 w 480600"/>
                <a:gd name="textAreaRight" fmla="*/ 480960 w 480600"/>
                <a:gd name="textAreaTop" fmla="*/ 0 h 475560"/>
                <a:gd name="textAreaBottom" fmla="*/ 475920 h 475560"/>
              </a:gdLst>
              <a:ahLst/>
              <a:cxnLst/>
              <a:rect l="textAreaLeft" t="textAreaTop" r="textAreaRight" b="textAreaBottom"/>
              <a:pathLst>
                <a:path w="36171" h="3579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 rotWithShape="0">
              <a:gsLst>
                <a:gs pos="0">
                  <a:srgbClr val="EB9109">
                    <a:alpha val="47000"/>
                  </a:srgbClr>
                </a:gs>
                <a:gs pos="78000">
                  <a:srgbClr val="F5F8FF">
                    <a:alpha val="47000"/>
                  </a:srgbClr>
                </a:gs>
                <a:gs pos="100000">
                  <a:srgbClr val="F5F8FF">
                    <a:alpha val="4700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pic>
          <p:nvPicPr>
            <p:cNvPr id="1330" name="Google Shape;409;p9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6719760" y="3120120"/>
              <a:ext cx="3920040" cy="299196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1331" name="Google Shape;410;p9"/>
            <p:cNvGrpSpPr/>
            <p:nvPr/>
          </p:nvGrpSpPr>
          <p:grpSpPr>
            <a:xfrm>
              <a:off x="8748360" y="3547800"/>
              <a:ext cx="699480" cy="1650960"/>
              <a:chOff x="8748360" y="3547800"/>
              <a:chExt cx="699480" cy="1650960"/>
            </a:xfrm>
          </p:grpSpPr>
          <p:sp>
            <p:nvSpPr>
              <p:cNvPr id="1332" name="Google Shape;411;p9"/>
              <p:cNvSpPr/>
              <p:nvPr/>
            </p:nvSpPr>
            <p:spPr>
              <a:xfrm>
                <a:off x="8748360" y="3547800"/>
                <a:ext cx="482760" cy="1013400"/>
              </a:xfrm>
              <a:custGeom>
                <a:avLst/>
                <a:gdLst>
                  <a:gd name="textAreaLeft" fmla="*/ 0 w 482760"/>
                  <a:gd name="textAreaRight" fmla="*/ 483120 w 482760"/>
                  <a:gd name="textAreaTop" fmla="*/ 0 h 1013400"/>
                  <a:gd name="textAreaBottom" fmla="*/ 1013760 h 1013400"/>
                </a:gdLst>
                <a:ahLst/>
                <a:cxnLst/>
                <a:rect l="textAreaLeft" t="textAreaTop" r="textAreaRight" b="textAreaBottom"/>
                <a:pathLst>
                  <a:path w="11779" h="24714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33" name="Google Shape;412;p9"/>
              <p:cNvSpPr/>
              <p:nvPr/>
            </p:nvSpPr>
            <p:spPr>
              <a:xfrm>
                <a:off x="9201240" y="387900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34" name="Google Shape;413;p9"/>
              <p:cNvSpPr/>
              <p:nvPr/>
            </p:nvSpPr>
            <p:spPr>
              <a:xfrm>
                <a:off x="9108720" y="397224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335" name="Google Shape;414;p9"/>
            <p:cNvGrpSpPr/>
            <p:nvPr/>
          </p:nvGrpSpPr>
          <p:grpSpPr>
            <a:xfrm>
              <a:off x="8355600" y="4357440"/>
              <a:ext cx="904320" cy="725400"/>
              <a:chOff x="8355600" y="4357440"/>
              <a:chExt cx="904320" cy="725400"/>
            </a:xfrm>
          </p:grpSpPr>
          <p:sp>
            <p:nvSpPr>
              <p:cNvPr id="1336" name="Google Shape;415;p9"/>
              <p:cNvSpPr/>
              <p:nvPr/>
            </p:nvSpPr>
            <p:spPr>
              <a:xfrm>
                <a:off x="8574840" y="435744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37" name="Google Shape;416;p9"/>
              <p:cNvSpPr/>
              <p:nvPr/>
            </p:nvSpPr>
            <p:spPr>
              <a:xfrm>
                <a:off x="8355600" y="450036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38" name="Google Shape;417;p9"/>
              <p:cNvSpPr/>
              <p:nvPr/>
            </p:nvSpPr>
            <p:spPr>
              <a:xfrm>
                <a:off x="8587080" y="4500360"/>
                <a:ext cx="672840" cy="582480"/>
              </a:xfrm>
              <a:custGeom>
                <a:avLst/>
                <a:gdLst>
                  <a:gd name="textAreaLeft" fmla="*/ 0 w 672840"/>
                  <a:gd name="textAreaRight" fmla="*/ 673200 w 672840"/>
                  <a:gd name="textAreaTop" fmla="*/ 0 h 582480"/>
                  <a:gd name="textAreaBottom" fmla="*/ 582840 h 5824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339" name="Google Shape;418;p9"/>
            <p:cNvSpPr/>
            <p:nvPr/>
          </p:nvSpPr>
          <p:spPr>
            <a:xfrm rot="10800000">
              <a:off x="7946280" y="299664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0" name="Google Shape;419;p9"/>
            <p:cNvSpPr/>
            <p:nvPr/>
          </p:nvSpPr>
          <p:spPr>
            <a:xfrm rot="10800000">
              <a:off x="8105760" y="299736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341" name="Google Shape;420;p9"/>
          <p:cNvGrpSpPr/>
          <p:nvPr/>
        </p:nvGrpSpPr>
        <p:grpSpPr>
          <a:xfrm>
            <a:off x="-1953000" y="4816440"/>
            <a:ext cx="4558680" cy="133920"/>
            <a:chOff x="-1953000" y="4816440"/>
            <a:chExt cx="4558680" cy="133920"/>
          </a:xfrm>
        </p:grpSpPr>
        <p:sp>
          <p:nvSpPr>
            <p:cNvPr id="1342" name="Google Shape;421;p9"/>
            <p:cNvSpPr/>
            <p:nvPr/>
          </p:nvSpPr>
          <p:spPr>
            <a:xfrm>
              <a:off x="2471760" y="4816440"/>
              <a:ext cx="133920" cy="133920"/>
            </a:xfrm>
            <a:prstGeom prst="ellipse">
              <a:avLst/>
            </a:prstGeom>
            <a:noFill/>
            <a:ln w="9525">
              <a:solidFill>
                <a:srgbClr val="0C0A9E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520" bIns="47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cxnSp>
          <p:nvCxnSpPr>
            <p:cNvPr id="1343" name="Google Shape;422;p9"/>
            <p:cNvCxnSpPr/>
            <p:nvPr/>
          </p:nvCxnSpPr>
          <p:spPr>
            <a:xfrm>
              <a:off x="-1953000" y="4883400"/>
              <a:ext cx="4462920" cy="360"/>
            </a:xfrm>
            <a:prstGeom prst="straightConnector1">
              <a:avLst/>
            </a:prstGeom>
            <a:ln w="9525">
              <a:solidFill>
                <a:srgbClr val="0C0A9E"/>
              </a:solidFill>
              <a:round/>
            </a:ln>
          </p:spPr>
        </p:cxnSp>
        <p:sp>
          <p:nvSpPr>
            <p:cNvPr id="1344" name="Google Shape;423;p9"/>
            <p:cNvSpPr/>
            <p:nvPr/>
          </p:nvSpPr>
          <p:spPr>
            <a:xfrm>
              <a:off x="2501640" y="4846680"/>
              <a:ext cx="73440" cy="734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5920" bIns="25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46" name="PlaceHolder 2"/>
          <p:cNvSpPr>
            <a:spLocks noGrp="1"/>
          </p:cNvSpPr>
          <p:nvPr>
            <p:ph type="title"/>
          </p:nvPr>
        </p:nvSpPr>
        <p:spPr>
          <a:xfrm>
            <a:off x="720000" y="539640"/>
            <a:ext cx="3671640" cy="93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PlaceHolder 1"/>
          <p:cNvSpPr>
            <a:spLocks noGrp="1"/>
          </p:cNvSpPr>
          <p:nvPr>
            <p:ph type="title"/>
          </p:nvPr>
        </p:nvSpPr>
        <p:spPr>
          <a:xfrm>
            <a:off x="716760" y="510840"/>
            <a:ext cx="77101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customXml" Target="../ink/ink2.xml"/><Relationship Id="rId10" Type="http://schemas.openxmlformats.org/officeDocument/2006/relationships/customXml" Target="../ink/ink5.xml"/><Relationship Id="rId4" Type="http://schemas.openxmlformats.org/officeDocument/2006/relationships/image" Target="../media/image10.png"/><Relationship Id="rId9" Type="http://schemas.openxmlformats.org/officeDocument/2006/relationships/customXml" Target="../ink/ink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4" name="Google Shape;1533;p39"/>
          <p:cNvGrpSpPr/>
          <p:nvPr/>
        </p:nvGrpSpPr>
        <p:grpSpPr>
          <a:xfrm>
            <a:off x="-109647" y="3853659"/>
            <a:ext cx="4558680" cy="1140480"/>
            <a:chOff x="-123840" y="4132440"/>
            <a:chExt cx="4558680" cy="1140480"/>
          </a:xfrm>
        </p:grpSpPr>
        <p:grpSp>
          <p:nvGrpSpPr>
            <p:cNvPr id="1375" name="Google Shape;1534;p39"/>
            <p:cNvGrpSpPr/>
            <p:nvPr/>
          </p:nvGrpSpPr>
          <p:grpSpPr>
            <a:xfrm>
              <a:off x="360" y="4132440"/>
              <a:ext cx="2307960" cy="1140480"/>
              <a:chOff x="360" y="4132440"/>
              <a:chExt cx="2307960" cy="1140480"/>
            </a:xfrm>
          </p:grpSpPr>
          <p:sp>
            <p:nvSpPr>
              <p:cNvPr id="1376" name="Google Shape;1535;p39"/>
              <p:cNvSpPr/>
              <p:nvPr/>
            </p:nvSpPr>
            <p:spPr>
              <a:xfrm rot="5400000">
                <a:off x="663480" y="3628440"/>
                <a:ext cx="981360" cy="2307600"/>
              </a:xfrm>
              <a:custGeom>
                <a:avLst/>
                <a:gdLst>
                  <a:gd name="textAreaLeft" fmla="*/ 0 w 981360"/>
                  <a:gd name="textAreaRight" fmla="*/ 981720 w 981360"/>
                  <a:gd name="textAreaTop" fmla="*/ 0 h 2307600"/>
                  <a:gd name="textAreaBottom" fmla="*/ 2307960 h 230760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77" name="Google Shape;1536;p39"/>
              <p:cNvSpPr/>
              <p:nvPr/>
            </p:nvSpPr>
            <p:spPr>
              <a:xfrm rot="5400000">
                <a:off x="663840" y="3469320"/>
                <a:ext cx="981360" cy="2307600"/>
              </a:xfrm>
              <a:custGeom>
                <a:avLst/>
                <a:gdLst>
                  <a:gd name="textAreaLeft" fmla="*/ 0 w 981360"/>
                  <a:gd name="textAreaRight" fmla="*/ 981720 w 981360"/>
                  <a:gd name="textAreaTop" fmla="*/ 0 h 2307600"/>
                  <a:gd name="textAreaBottom" fmla="*/ 2307960 h 230760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378" name="Google Shape;1537;p39"/>
            <p:cNvGrpSpPr/>
            <p:nvPr/>
          </p:nvGrpSpPr>
          <p:grpSpPr>
            <a:xfrm>
              <a:off x="-123840" y="4386240"/>
              <a:ext cx="4558680" cy="133920"/>
              <a:chOff x="-123840" y="4386240"/>
              <a:chExt cx="4558680" cy="133920"/>
            </a:xfrm>
          </p:grpSpPr>
          <p:sp>
            <p:nvSpPr>
              <p:cNvPr id="1379" name="Google Shape;1538;p39"/>
              <p:cNvSpPr/>
              <p:nvPr/>
            </p:nvSpPr>
            <p:spPr>
              <a:xfrm>
                <a:off x="4300920" y="438624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7520" bIns="475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cxnSp>
            <p:nvCxnSpPr>
              <p:cNvPr id="1380" name="Google Shape;1539;p39"/>
              <p:cNvCxnSpPr/>
              <p:nvPr/>
            </p:nvCxnSpPr>
            <p:spPr>
              <a:xfrm>
                <a:off x="-123840" y="4453200"/>
                <a:ext cx="446292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  <p:sp>
            <p:nvSpPr>
              <p:cNvPr id="1381" name="Google Shape;1540;p39"/>
              <p:cNvSpPr/>
              <p:nvPr/>
            </p:nvSpPr>
            <p:spPr>
              <a:xfrm>
                <a:off x="4331160" y="441648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25920" bIns="2592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360D02-67AA-F559-6218-0A8709FEC85A}"/>
              </a:ext>
            </a:extLst>
          </p:cNvPr>
          <p:cNvGrpSpPr/>
          <p:nvPr/>
        </p:nvGrpSpPr>
        <p:grpSpPr>
          <a:xfrm>
            <a:off x="7348340" y="2443348"/>
            <a:ext cx="1650819" cy="2554799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D68C13C-DCE0-49F4-EBAA-2411963FEAA2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24A13BF-039D-6048-BC8E-66495F0813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3398761-64B9-CA94-90B0-6B36928A71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CF5A0D3-203F-A148-556F-6B76AB6F3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8" name="Picture 2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DFEAF63-F554-77D8-13E0-A937CF4D94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760" y="4036415"/>
            <a:ext cx="2272479" cy="961732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99A42E79-BA61-CD32-15C0-B99AB5D3DE85}"/>
              </a:ext>
            </a:extLst>
          </p:cNvPr>
          <p:cNvGrpSpPr/>
          <p:nvPr/>
        </p:nvGrpSpPr>
        <p:grpSpPr>
          <a:xfrm flipH="1">
            <a:off x="176537" y="2419470"/>
            <a:ext cx="1945276" cy="2579931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E20F21-BAED-E97B-9B96-6F50FF6142FC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4CFDA3D-62A6-63F1-CC6F-DA47FC2E05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F612CE9-B447-A43B-EAF1-93E4E79252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D3E66CF-7B03-4CD5-E123-968DC47EB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50176A9-9771-EDA2-139B-138E499BAC78}"/>
              </a:ext>
            </a:extLst>
          </p:cNvPr>
          <p:cNvSpPr/>
          <p:nvPr/>
        </p:nvSpPr>
        <p:spPr>
          <a:xfrm rot="10800000">
            <a:off x="-18202" y="732766"/>
            <a:ext cx="3276594" cy="316140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5" name="Content Placeholder 55">
            <a:extLst>
              <a:ext uri="{FF2B5EF4-FFF2-40B4-BE49-F238E27FC236}">
                <a16:creationId xmlns:a16="http://schemas.microsoft.com/office/drawing/2014/main" id="{2614A890-4F39-7188-726F-E0B13258C8D4}"/>
              </a:ext>
            </a:extLst>
          </p:cNvPr>
          <p:cNvSpPr txBox="1">
            <a:spLocks/>
          </p:cNvSpPr>
          <p:nvPr/>
        </p:nvSpPr>
        <p:spPr>
          <a:xfrm>
            <a:off x="384691" y="1470569"/>
            <a:ext cx="8371244" cy="2313332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en-US" sz="5000" b="1">
                <a:solidFill>
                  <a:srgbClr val="004467"/>
                </a:solidFill>
              </a:rPr>
              <a:t>Embedded AVR  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5000" b="1">
                <a:solidFill>
                  <a:srgbClr val="004467"/>
                </a:solidFill>
              </a:rPr>
              <a:t>Workshop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5000" b="1">
                <a:solidFill>
                  <a:srgbClr val="004467"/>
                </a:solidFill>
              </a:rPr>
              <a:t>Session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6500" b="1">
                <a:solidFill>
                  <a:srgbClr val="004467"/>
                </a:solidFill>
              </a:rPr>
              <a:t> 2</a:t>
            </a: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013F48DF-77B7-6922-68A7-6AB0A81EFC13}"/>
              </a:ext>
            </a:extLst>
          </p:cNvPr>
          <p:cNvSpPr/>
          <p:nvPr/>
        </p:nvSpPr>
        <p:spPr>
          <a:xfrm>
            <a:off x="5867408" y="732766"/>
            <a:ext cx="3276594" cy="316140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7265A6D-6BCC-8BC6-CABC-CB5EC49E9FC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31574" y1="51944" x2="32037" y2="55926"/>
                        <a14:foregroundMark x1="35648" y1="55463" x2="34537" y2="56389"/>
                        <a14:foregroundMark x1="34537" y1="56389" x2="34537" y2="56389"/>
                        <a14:foregroundMark x1="36389" y1="54444" x2="35000" y2="56574"/>
                        <a14:foregroundMark x1="33056" y1="49815" x2="28519" y2="55833"/>
                        <a14:foregroundMark x1="30833" y1="49259" x2="35463" y2="57593"/>
                        <a14:foregroundMark x1="35463" y1="57593" x2="35463" y2="57593"/>
                        <a14:foregroundMark x1="29352" y1="50185" x2="27963" y2="56574"/>
                        <a14:foregroundMark x1="26389" y1="50370" x2="30648" y2="59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159" y="-720074"/>
            <a:ext cx="2905680" cy="2905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10;p2">
            <a:extLst>
              <a:ext uri="{FF2B5EF4-FFF2-40B4-BE49-F238E27FC236}">
                <a16:creationId xmlns:a16="http://schemas.microsoft.com/office/drawing/2014/main" id="{4F9BE77C-841E-E2E8-0A07-6EFDA88EC5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Google Shape;111;p2">
            <a:extLst>
              <a:ext uri="{FF2B5EF4-FFF2-40B4-BE49-F238E27FC236}">
                <a16:creationId xmlns:a16="http://schemas.microsoft.com/office/drawing/2014/main" id="{25A3F433-05D7-9A61-3215-9D5E80FB870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6200000">
            <a:off x="269502" y="5607470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2;p2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B5A196-6509-A548-1F49-523A3A2F61A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7427" y="196763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oogle Shape;113;p2">
            <a:extLst>
              <a:ext uri="{FF2B5EF4-FFF2-40B4-BE49-F238E27FC236}">
                <a16:creationId xmlns:a16="http://schemas.microsoft.com/office/drawing/2014/main" id="{68FD5ACF-9B04-A9A2-D774-A0488F3E282F}"/>
              </a:ext>
            </a:extLst>
          </p:cNvPr>
          <p:cNvGrpSpPr/>
          <p:nvPr/>
        </p:nvGrpSpPr>
        <p:grpSpPr>
          <a:xfrm rot="10800000" flipH="1">
            <a:off x="7565779" y="334978"/>
            <a:ext cx="1329559" cy="4025209"/>
            <a:chOff x="10607605" y="3602621"/>
            <a:chExt cx="1329559" cy="3009868"/>
          </a:xfrm>
        </p:grpSpPr>
        <p:cxnSp>
          <p:nvCxnSpPr>
            <p:cNvPr id="8" name="Google Shape;114;p2">
              <a:extLst>
                <a:ext uri="{FF2B5EF4-FFF2-40B4-BE49-F238E27FC236}">
                  <a16:creationId xmlns:a16="http://schemas.microsoft.com/office/drawing/2014/main" id="{1D71F7B3-79C5-4048-4DFF-461926EA430C}"/>
                </a:ext>
              </a:extLst>
            </p:cNvPr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115;p2">
              <a:extLst>
                <a:ext uri="{FF2B5EF4-FFF2-40B4-BE49-F238E27FC236}">
                  <a16:creationId xmlns:a16="http://schemas.microsoft.com/office/drawing/2014/main" id="{2645CC1A-F4F3-40FA-000F-842268D00966}"/>
                </a:ext>
              </a:extLst>
            </p:cNvPr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116;p2">
              <a:extLst>
                <a:ext uri="{FF2B5EF4-FFF2-40B4-BE49-F238E27FC236}">
                  <a16:creationId xmlns:a16="http://schemas.microsoft.com/office/drawing/2014/main" id="{2F4D3F97-8E04-8C51-ABA6-AB7EBDD02A0B}"/>
                </a:ext>
              </a:extLst>
            </p:cNvPr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117;p2">
              <a:extLst>
                <a:ext uri="{FF2B5EF4-FFF2-40B4-BE49-F238E27FC236}">
                  <a16:creationId xmlns:a16="http://schemas.microsoft.com/office/drawing/2014/main" id="{BBAF971A-86AA-5C64-7A73-264EB44BA5A9}"/>
                </a:ext>
              </a:extLst>
            </p:cNvPr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2" name="Google Shape;118;p2">
            <a:extLst>
              <a:ext uri="{FF2B5EF4-FFF2-40B4-BE49-F238E27FC236}">
                <a16:creationId xmlns:a16="http://schemas.microsoft.com/office/drawing/2014/main" id="{95295E77-507B-171D-ADF7-FDAE7C90DD91}"/>
              </a:ext>
            </a:extLst>
          </p:cNvPr>
          <p:cNvSpPr/>
          <p:nvPr/>
        </p:nvSpPr>
        <p:spPr>
          <a:xfrm rot="5400000">
            <a:off x="-1003331" y="1448756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21;p2">
            <a:extLst>
              <a:ext uri="{FF2B5EF4-FFF2-40B4-BE49-F238E27FC236}">
                <a16:creationId xmlns:a16="http://schemas.microsoft.com/office/drawing/2014/main" id="{85D77D6A-AFF7-0C82-5A28-DE1C6C48B6D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6200000">
            <a:off x="269755" y="3915858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2;p2">
            <a:extLst>
              <a:ext uri="{FF2B5EF4-FFF2-40B4-BE49-F238E27FC236}">
                <a16:creationId xmlns:a16="http://schemas.microsoft.com/office/drawing/2014/main" id="{905BC2A3-7B45-AB10-017F-3F6B7F14E5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17483" y="424320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23;p2">
            <a:extLst>
              <a:ext uri="{FF2B5EF4-FFF2-40B4-BE49-F238E27FC236}">
                <a16:creationId xmlns:a16="http://schemas.microsoft.com/office/drawing/2014/main" id="{F39FE763-1ADB-B982-E757-37AAD1329799}"/>
              </a:ext>
            </a:extLst>
          </p:cNvPr>
          <p:cNvSpPr txBox="1"/>
          <p:nvPr/>
        </p:nvSpPr>
        <p:spPr>
          <a:xfrm>
            <a:off x="3446490" y="659096"/>
            <a:ext cx="212220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Hello!</a:t>
            </a:r>
            <a:endParaRPr/>
          </a:p>
        </p:txBody>
      </p:sp>
      <p:sp>
        <p:nvSpPr>
          <p:cNvPr id="18" name="Google Shape;124;p2">
            <a:extLst>
              <a:ext uri="{FF2B5EF4-FFF2-40B4-BE49-F238E27FC236}">
                <a16:creationId xmlns:a16="http://schemas.microsoft.com/office/drawing/2014/main" id="{999EC9C4-75CE-C164-CA6A-B0AC15B6B432}"/>
              </a:ext>
            </a:extLst>
          </p:cNvPr>
          <p:cNvSpPr txBox="1"/>
          <p:nvPr/>
        </p:nvSpPr>
        <p:spPr>
          <a:xfrm>
            <a:off x="1854875" y="1833498"/>
            <a:ext cx="5816665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 Marwan Alaa.</a:t>
            </a:r>
            <a:endParaRPr/>
          </a:p>
        </p:txBody>
      </p:sp>
      <p:sp>
        <p:nvSpPr>
          <p:cNvPr id="19" name="Google Shape;125;p2">
            <a:extLst>
              <a:ext uri="{FF2B5EF4-FFF2-40B4-BE49-F238E27FC236}">
                <a16:creationId xmlns:a16="http://schemas.microsoft.com/office/drawing/2014/main" id="{B6C24250-1E31-188B-3DE7-C5D654634DC9}"/>
              </a:ext>
            </a:extLst>
          </p:cNvPr>
          <p:cNvSpPr txBox="1"/>
          <p:nvPr/>
        </p:nvSpPr>
        <p:spPr>
          <a:xfrm>
            <a:off x="1706880" y="2560496"/>
            <a:ext cx="573024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Cairo University</a:t>
            </a:r>
            <a:endParaRPr/>
          </a:p>
        </p:txBody>
      </p:sp>
      <p:sp>
        <p:nvSpPr>
          <p:cNvPr id="20" name="Google Shape;126;p2">
            <a:extLst>
              <a:ext uri="{FF2B5EF4-FFF2-40B4-BE49-F238E27FC236}">
                <a16:creationId xmlns:a16="http://schemas.microsoft.com/office/drawing/2014/main" id="{0FAE9EF8-22CC-7A5C-5D8B-D06993124FB1}"/>
              </a:ext>
            </a:extLst>
          </p:cNvPr>
          <p:cNvSpPr txBox="1"/>
          <p:nvPr/>
        </p:nvSpPr>
        <p:spPr>
          <a:xfrm>
            <a:off x="1499106" y="3022120"/>
            <a:ext cx="6268716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Contact me: marwan3laaosman@gmail.com </a:t>
            </a:r>
            <a:endParaRPr sz="2400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127;p2">
            <a:extLst>
              <a:ext uri="{FF2B5EF4-FFF2-40B4-BE49-F238E27FC236}">
                <a16:creationId xmlns:a16="http://schemas.microsoft.com/office/drawing/2014/main" id="{1AB139DE-BDA1-DD5F-D1EB-9041A897311D}"/>
              </a:ext>
            </a:extLst>
          </p:cNvPr>
          <p:cNvSpPr txBox="1"/>
          <p:nvPr/>
        </p:nvSpPr>
        <p:spPr>
          <a:xfrm>
            <a:off x="983075" y="3681297"/>
            <a:ext cx="8735690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LinkedIn: https://www.linkedin.com/in/Marwan-alaa-4a630b2a3</a:t>
            </a:r>
            <a:endParaRPr sz="2000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80559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10;p2">
            <a:extLst>
              <a:ext uri="{FF2B5EF4-FFF2-40B4-BE49-F238E27FC236}">
                <a16:creationId xmlns:a16="http://schemas.microsoft.com/office/drawing/2014/main" id="{B77791A7-7DBA-89F3-82D6-78823F0F28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Google Shape;112;p2" descr="A white sign with black text&#10;&#10;Description automatically generated">
            <a:extLst>
              <a:ext uri="{FF2B5EF4-FFF2-40B4-BE49-F238E27FC236}">
                <a16:creationId xmlns:a16="http://schemas.microsoft.com/office/drawing/2014/main" id="{C9DA3687-28EB-B442-3E97-E9151D2CBE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17427" y="196763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Google Shape;113;p2">
            <a:extLst>
              <a:ext uri="{FF2B5EF4-FFF2-40B4-BE49-F238E27FC236}">
                <a16:creationId xmlns:a16="http://schemas.microsoft.com/office/drawing/2014/main" id="{5798FC5E-893B-CA92-5083-CCBCE715C0A4}"/>
              </a:ext>
            </a:extLst>
          </p:cNvPr>
          <p:cNvGrpSpPr/>
          <p:nvPr/>
        </p:nvGrpSpPr>
        <p:grpSpPr>
          <a:xfrm rot="10800000" flipH="1">
            <a:off x="7565779" y="334978"/>
            <a:ext cx="1329559" cy="4025209"/>
            <a:chOff x="10607605" y="3602621"/>
            <a:chExt cx="1329559" cy="3009868"/>
          </a:xfrm>
        </p:grpSpPr>
        <p:cxnSp>
          <p:nvCxnSpPr>
            <p:cNvPr id="7" name="Google Shape;114;p2">
              <a:extLst>
                <a:ext uri="{FF2B5EF4-FFF2-40B4-BE49-F238E27FC236}">
                  <a16:creationId xmlns:a16="http://schemas.microsoft.com/office/drawing/2014/main" id="{9E9470D6-8D40-702F-CEE0-9CBE84796B1C}"/>
                </a:ext>
              </a:extLst>
            </p:cNvPr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115;p2">
              <a:extLst>
                <a:ext uri="{FF2B5EF4-FFF2-40B4-BE49-F238E27FC236}">
                  <a16:creationId xmlns:a16="http://schemas.microsoft.com/office/drawing/2014/main" id="{89D609AA-7AD7-36AD-5F25-5B6274DF677B}"/>
                </a:ext>
              </a:extLst>
            </p:cNvPr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116;p2">
              <a:extLst>
                <a:ext uri="{FF2B5EF4-FFF2-40B4-BE49-F238E27FC236}">
                  <a16:creationId xmlns:a16="http://schemas.microsoft.com/office/drawing/2014/main" id="{197C608E-13DD-988D-E2E7-690E6BC570AA}"/>
                </a:ext>
              </a:extLst>
            </p:cNvPr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117;p2">
              <a:extLst>
                <a:ext uri="{FF2B5EF4-FFF2-40B4-BE49-F238E27FC236}">
                  <a16:creationId xmlns:a16="http://schemas.microsoft.com/office/drawing/2014/main" id="{C24F8AD8-21FC-6CA3-9FC6-64F01E5C14DD}"/>
                </a:ext>
              </a:extLst>
            </p:cNvPr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" name="Google Shape;118;p2">
            <a:extLst>
              <a:ext uri="{FF2B5EF4-FFF2-40B4-BE49-F238E27FC236}">
                <a16:creationId xmlns:a16="http://schemas.microsoft.com/office/drawing/2014/main" id="{713655D0-E972-62C8-4418-A71BF4A13631}"/>
              </a:ext>
            </a:extLst>
          </p:cNvPr>
          <p:cNvSpPr/>
          <p:nvPr/>
        </p:nvSpPr>
        <p:spPr>
          <a:xfrm rot="5400000">
            <a:off x="-1003331" y="1448756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22;p2">
            <a:extLst>
              <a:ext uri="{FF2B5EF4-FFF2-40B4-BE49-F238E27FC236}">
                <a16:creationId xmlns:a16="http://schemas.microsoft.com/office/drawing/2014/main" id="{CC73D46E-D176-C6FF-7B9E-FDC91E4FF0D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17483" y="424320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Title 23">
            <a:extLst>
              <a:ext uri="{FF2B5EF4-FFF2-40B4-BE49-F238E27FC236}">
                <a16:creationId xmlns:a16="http://schemas.microsoft.com/office/drawing/2014/main" id="{3B06BF90-958A-10A6-261C-FB05605A6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662" y="1226776"/>
            <a:ext cx="2720161" cy="465624"/>
          </a:xfrm>
        </p:spPr>
        <p:txBody>
          <a:bodyPr/>
          <a:lstStyle/>
          <a:p>
            <a:pPr algn="ctr"/>
            <a:r>
              <a:rPr lang="en-US">
                <a:solidFill>
                  <a:schemeClr val="bg1"/>
                </a:solidFill>
              </a:rPr>
              <a:t>Content</a:t>
            </a:r>
          </a:p>
        </p:txBody>
      </p:sp>
      <p:sp>
        <p:nvSpPr>
          <p:cNvPr id="20" name="Content Placeholder 24">
            <a:extLst>
              <a:ext uri="{FF2B5EF4-FFF2-40B4-BE49-F238E27FC236}">
                <a16:creationId xmlns:a16="http://schemas.microsoft.com/office/drawing/2014/main" id="{E765C15C-2015-4A8E-D6BE-576A584D96CB}"/>
              </a:ext>
            </a:extLst>
          </p:cNvPr>
          <p:cNvSpPr txBox="1">
            <a:spLocks/>
          </p:cNvSpPr>
          <p:nvPr/>
        </p:nvSpPr>
        <p:spPr>
          <a:xfrm>
            <a:off x="617427" y="2071076"/>
            <a:ext cx="10515600" cy="2764144"/>
          </a:xfrm>
          <a:prstGeom prst="rect">
            <a:avLst/>
          </a:prstGeom>
        </p:spPr>
        <p:txBody>
          <a:bodyPr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bg1"/>
                </a:solidFill>
              </a:rPr>
              <a:t>C Programming Language</a:t>
            </a:r>
          </a:p>
          <a:p>
            <a:r>
              <a:rPr lang="en-US">
                <a:solidFill>
                  <a:schemeClr val="bg1"/>
                </a:solidFill>
              </a:rPr>
              <a:t>Memory</a:t>
            </a:r>
          </a:p>
          <a:p>
            <a:r>
              <a:rPr lang="en-US">
                <a:solidFill>
                  <a:schemeClr val="bg1"/>
                </a:solidFill>
              </a:rPr>
              <a:t>Variables &amp; Data Types</a:t>
            </a:r>
          </a:p>
          <a:p>
            <a:r>
              <a:rPr lang="en-US">
                <a:solidFill>
                  <a:schemeClr val="bg1"/>
                </a:solidFill>
              </a:rPr>
              <a:t>Operators</a:t>
            </a:r>
          </a:p>
          <a:p>
            <a:r>
              <a:rPr lang="en-US">
                <a:solidFill>
                  <a:schemeClr val="bg1"/>
                </a:solidFill>
              </a:rPr>
              <a:t>If / Switch</a:t>
            </a:r>
          </a:p>
          <a:p>
            <a:r>
              <a:rPr lang="en-US">
                <a:solidFill>
                  <a:schemeClr val="bg1"/>
                </a:solidFill>
              </a:rPr>
              <a:t>for / while loops</a:t>
            </a:r>
          </a:p>
          <a:p>
            <a:r>
              <a:rPr lang="en-US">
                <a:solidFill>
                  <a:schemeClr val="bg1"/>
                </a:solidFill>
              </a:rPr>
              <a:t>Bitwise operations </a:t>
            </a:r>
          </a:p>
          <a:p>
            <a:r>
              <a:rPr lang="en-US">
                <a:solidFill>
                  <a:schemeClr val="bg1"/>
                </a:solidFill>
              </a:rPr>
              <a:t>GitHub Intro</a:t>
            </a:r>
          </a:p>
          <a:p>
            <a:r>
              <a:rPr lang="en-US">
                <a:solidFill>
                  <a:schemeClr val="bg1"/>
                </a:solidFill>
              </a:rPr>
              <a:t>Assignment 2</a:t>
            </a:r>
          </a:p>
        </p:txBody>
      </p:sp>
    </p:spTree>
    <p:extLst>
      <p:ext uri="{BB962C8B-B14F-4D97-AF65-F5344CB8AC3E}">
        <p14:creationId xmlns:p14="http://schemas.microsoft.com/office/powerpoint/2010/main" val="1179583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Rectangle 1381"/>
          <p:cNvSpPr/>
          <p:nvPr/>
        </p:nvSpPr>
        <p:spPr>
          <a:xfrm>
            <a:off x="5048280" y="476280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1" u="none" strike="noStrike">
                <a:solidFill>
                  <a:srgbClr val="004567"/>
                </a:solidFill>
                <a:effectLst/>
                <a:uFillTx/>
                <a:latin typeface="Calibri"/>
              </a:rPr>
              <a:t>02</a:t>
            </a:r>
            <a:endParaRPr lang="en-US" sz="5000" b="0" u="none" strike="noStrike">
              <a:solidFill>
                <a:srgbClr val="004567"/>
              </a:solidFill>
              <a:effectLst/>
              <a:uFillTx/>
              <a:latin typeface="OpenSymbol"/>
            </a:endParaRPr>
          </a:p>
        </p:txBody>
      </p:sp>
      <p:sp>
        <p:nvSpPr>
          <p:cNvPr id="1383" name="Rectangle 1382"/>
          <p:cNvSpPr/>
          <p:nvPr/>
        </p:nvSpPr>
        <p:spPr>
          <a:xfrm>
            <a:off x="5048280" y="1428840"/>
            <a:ext cx="3619080" cy="166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0000"/>
          </a:bodyPr>
          <a:lstStyle/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04567"/>
                </a:solidFill>
                <a:effectLst/>
                <a:uFillTx/>
                <a:latin typeface="IBM Plex Mono"/>
              </a:rPr>
              <a:t>C Programming Language Basics</a:t>
            </a:r>
            <a:r>
              <a:rPr lang="en-US" sz="4000" b="1">
                <a:solidFill>
                  <a:srgbClr val="004567"/>
                </a:solidFill>
                <a:latin typeface="IBM Plex Mono"/>
              </a:rPr>
              <a:t>(Part1)</a:t>
            </a:r>
            <a:endParaRPr lang="en-US" sz="4000" b="0" u="none" strike="noStrike">
              <a:solidFill>
                <a:srgbClr val="004567"/>
              </a:solidFill>
              <a:effectLst/>
              <a:uFillTx/>
              <a:latin typeface="OpenSymbol"/>
            </a:endParaRPr>
          </a:p>
        </p:txBody>
      </p:sp>
      <p:pic>
        <p:nvPicPr>
          <p:cNvPr id="6" name="Picture 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96B9FA9-A82E-97C6-2FF9-CEBE32DC88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65908"/>
            <a:ext cx="2272479" cy="9617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65C5DB-9EFB-FC37-4103-5B22A27E0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85B5E8-FC4A-F50B-4F78-B20AA4836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880" t="94698" r="13690"/>
          <a:stretch>
            <a:fillRect/>
          </a:stretch>
        </p:blipFill>
        <p:spPr>
          <a:xfrm>
            <a:off x="4200525" y="4727575"/>
            <a:ext cx="228600" cy="2651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EE1F1744-7B0F-48F5-1C04-58BE6690DF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0FEED20-298C-29A8-D6DB-BB247FCC8645}"/>
              </a:ext>
            </a:extLst>
          </p:cNvPr>
          <p:cNvSpPr txBox="1"/>
          <p:nvPr/>
        </p:nvSpPr>
        <p:spPr>
          <a:xfrm>
            <a:off x="397933" y="403767"/>
            <a:ext cx="8746066" cy="433965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2.1- C Programming Language</a:t>
            </a:r>
            <a:br>
              <a:rPr lang="en-US" sz="2400" b="1" dirty="0">
                <a:latin typeface="IBM Plex Mono"/>
              </a:rPr>
            </a:br>
            <a:endParaRPr lang="en-US" sz="30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dirty="0">
                <a:solidFill>
                  <a:srgbClr val="026DA5"/>
                </a:solidFill>
              </a:rPr>
              <a:t>C is a </a:t>
            </a:r>
            <a:r>
              <a:rPr lang="en-US" b="1" dirty="0">
                <a:solidFill>
                  <a:srgbClr val="026DA5"/>
                </a:solidFill>
              </a:rPr>
              <a:t>middle-level</a:t>
            </a:r>
            <a:r>
              <a:rPr lang="en-US" dirty="0">
                <a:solidFill>
                  <a:srgbClr val="026DA5"/>
                </a:solidFill>
              </a:rPr>
              <a:t> programming </a:t>
            </a:r>
            <a:br>
              <a:rPr lang="en-US" dirty="0">
                <a:solidFill>
                  <a:srgbClr val="026DA5"/>
                </a:solidFill>
              </a:rPr>
            </a:br>
            <a:r>
              <a:rPr lang="en-US" dirty="0">
                <a:solidFill>
                  <a:srgbClr val="026DA5"/>
                </a:solidFill>
              </a:rPr>
              <a:t>language.</a:t>
            </a:r>
            <a:br>
              <a:rPr lang="en-US" dirty="0">
                <a:solidFill>
                  <a:srgbClr val="026DA5"/>
                </a:solidFill>
              </a:rPr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026DA5"/>
                </a:solidFill>
                <a:cs typeface="Arial"/>
              </a:rPr>
              <a:t>   </a:t>
            </a:r>
          </a:p>
          <a:p>
            <a:endParaRPr lang="en-US" dirty="0">
              <a:solidFill>
                <a:srgbClr val="026DA5"/>
              </a:solidFill>
            </a:endParaRPr>
          </a:p>
          <a:p>
            <a:endParaRPr lang="en-US" dirty="0">
              <a:solidFill>
                <a:srgbClr val="026DA5"/>
              </a:solidFill>
            </a:endParaRPr>
          </a:p>
          <a:p>
            <a:endParaRPr lang="en-US" dirty="0">
              <a:solidFill>
                <a:srgbClr val="026DA5"/>
              </a:solidFill>
            </a:endParaRPr>
          </a:p>
          <a:p>
            <a:endParaRPr lang="en-US" dirty="0">
              <a:solidFill>
                <a:srgbClr val="026DA5"/>
              </a:solidFill>
            </a:endParaRPr>
          </a:p>
          <a:p>
            <a:r>
              <a:rPr lang="en-US" dirty="0">
                <a:solidFill>
                  <a:srgbClr val="026DA5"/>
                </a:solidFill>
              </a:rPr>
              <a:t>	</a:t>
            </a:r>
            <a:br>
              <a:rPr lang="en-US" dirty="0">
                <a:solidFill>
                  <a:srgbClr val="026DA5"/>
                </a:solidFill>
              </a:rPr>
            </a:br>
            <a:r>
              <a:rPr lang="en-US" dirty="0">
                <a:solidFill>
                  <a:srgbClr val="026DA5"/>
                </a:solidFill>
              </a:rPr>
              <a:t>  </a:t>
            </a:r>
            <a:endParaRPr lang="en-US" sz="2400" dirty="0">
              <a:solidFill>
                <a:srgbClr val="026DA5"/>
              </a:solidFill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194E57-7A25-E7D8-6AD9-E3E516B46FB9}"/>
              </a:ext>
            </a:extLst>
          </p:cNvPr>
          <p:cNvSpPr txBox="1"/>
          <p:nvPr/>
        </p:nvSpPr>
        <p:spPr>
          <a:xfrm>
            <a:off x="756397" y="2647389"/>
            <a:ext cx="2689412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ar-EG" sz="1600" dirty="0"/>
              <a:t>🖥️ 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04567"/>
                </a:solidFill>
                <a:latin typeface="Arial"/>
                <a:cs typeface="Arial"/>
              </a:rPr>
              <a:t>Low-Level</a:t>
            </a:r>
            <a:br>
              <a:rPr lang="en-US" sz="1600" dirty="0">
                <a:latin typeface="Arial"/>
                <a:cs typeface="Arial"/>
              </a:rPr>
            </a:br>
            <a:r>
              <a:rPr lang="en-US" sz="1600" dirty="0">
                <a:solidFill>
                  <a:srgbClr val="004567"/>
                </a:solidFill>
                <a:latin typeface="Arial"/>
                <a:cs typeface="Arial"/>
              </a:rPr>
              <a:t>→ Direct CPU execution</a:t>
            </a:r>
            <a:br>
              <a:rPr lang="en-US" sz="1600" dirty="0">
                <a:latin typeface="Arial"/>
                <a:cs typeface="Arial"/>
              </a:rPr>
            </a:br>
            <a:br>
              <a:rPr lang="en-US" sz="1600" dirty="0">
                <a:latin typeface="Arial"/>
                <a:cs typeface="Arial"/>
              </a:rPr>
            </a:br>
            <a:r>
              <a:rPr lang="en-US" sz="1600" dirty="0">
                <a:solidFill>
                  <a:srgbClr val="004567"/>
                </a:solidFill>
                <a:latin typeface="Arial"/>
                <a:cs typeface="Arial"/>
              </a:rPr>
              <a:t>🌐 High-Level</a:t>
            </a:r>
            <a:br>
              <a:rPr lang="en-US" sz="1600" dirty="0">
                <a:latin typeface="Arial"/>
                <a:cs typeface="Arial"/>
              </a:rPr>
            </a:br>
            <a:r>
              <a:rPr lang="en-US" sz="1600" dirty="0">
                <a:solidFill>
                  <a:srgbClr val="004567"/>
                </a:solidFill>
                <a:latin typeface="Arial"/>
                <a:cs typeface="Arial"/>
              </a:rPr>
              <a:t>→ Needs interpreter/VM</a:t>
            </a:r>
            <a:br>
              <a:rPr lang="en-US" sz="1600" dirty="0">
                <a:latin typeface="Arial"/>
                <a:cs typeface="Arial"/>
              </a:rPr>
            </a:br>
            <a:endParaRPr lang="en-US" sz="1600">
              <a:solidFill>
                <a:srgbClr val="004567"/>
              </a:solidFill>
              <a:latin typeface="Arial"/>
              <a:cs typeface="Arial"/>
            </a:endParaRPr>
          </a:p>
          <a:p>
            <a:pPr algn="ctr"/>
            <a:endParaRPr lang="en-US"/>
          </a:p>
        </p:txBody>
      </p:sp>
      <p:sp>
        <p:nvSpPr>
          <p:cNvPr id="14" name="Double Brace 13">
            <a:extLst>
              <a:ext uri="{FF2B5EF4-FFF2-40B4-BE49-F238E27FC236}">
                <a16:creationId xmlns:a16="http://schemas.microsoft.com/office/drawing/2014/main" id="{A5C53221-D875-240B-0852-1019B485AD93}"/>
              </a:ext>
            </a:extLst>
          </p:cNvPr>
          <p:cNvSpPr/>
          <p:nvPr/>
        </p:nvSpPr>
        <p:spPr>
          <a:xfrm>
            <a:off x="497503" y="2571480"/>
            <a:ext cx="2950731" cy="1453153"/>
          </a:xfrm>
          <a:prstGeom prst="bracePair">
            <a:avLst/>
          </a:prstGeom>
          <a:ln>
            <a:solidFill>
              <a:srgbClr val="026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4567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DF87C5-B074-BDEE-493A-0B4BB3096802}"/>
              </a:ext>
            </a:extLst>
          </p:cNvPr>
          <p:cNvSpPr txBox="1"/>
          <p:nvPr/>
        </p:nvSpPr>
        <p:spPr>
          <a:xfrm>
            <a:off x="4300626" y="1289237"/>
            <a:ext cx="4844301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026DA5"/>
                </a:solidFill>
                <a:cs typeface="Arial"/>
              </a:rPr>
              <a:t>The level of programming language is determined by the degree of abstraction</a:t>
            </a:r>
            <a:endParaRPr lang="en-US">
              <a:solidFill>
                <a:srgbClr val="1D1D1D"/>
              </a:solidFill>
              <a:cs typeface="Arial"/>
            </a:endParaRPr>
          </a:p>
          <a:p>
            <a:r>
              <a:rPr lang="en-US">
                <a:solidFill>
                  <a:srgbClr val="026DA5"/>
                </a:solidFill>
                <a:cs typeface="Arial"/>
              </a:rPr>
              <a:t>from hardware.</a:t>
            </a:r>
            <a:endParaRPr lang="en-US">
              <a:cs typeface="Arial"/>
            </a:endParaRPr>
          </a:p>
        </p:txBody>
      </p:sp>
      <p:sp>
        <p:nvSpPr>
          <p:cNvPr id="16" name="Double Brace 15">
            <a:extLst>
              <a:ext uri="{FF2B5EF4-FFF2-40B4-BE49-F238E27FC236}">
                <a16:creationId xmlns:a16="http://schemas.microsoft.com/office/drawing/2014/main" id="{6C6C149A-54C9-2674-4877-C6E0CA3EF6A2}"/>
              </a:ext>
            </a:extLst>
          </p:cNvPr>
          <p:cNvSpPr/>
          <p:nvPr/>
        </p:nvSpPr>
        <p:spPr>
          <a:xfrm>
            <a:off x="4304702" y="2596692"/>
            <a:ext cx="2950731" cy="1453153"/>
          </a:xfrm>
          <a:prstGeom prst="bracePair">
            <a:avLst/>
          </a:prstGeom>
          <a:ln>
            <a:solidFill>
              <a:srgbClr val="026DA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614BE4-AE69-2484-4F8D-FD0B97459044}"/>
              </a:ext>
            </a:extLst>
          </p:cNvPr>
          <p:cNvSpPr txBox="1"/>
          <p:nvPr/>
        </p:nvSpPr>
        <p:spPr>
          <a:xfrm>
            <a:off x="4504765" y="2647389"/>
            <a:ext cx="2748243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004567"/>
                </a:solidFill>
                <a:ea typeface="+mn-lt"/>
                <a:cs typeface="+mn-lt"/>
              </a:rPr>
              <a:t>🎭 </a:t>
            </a:r>
            <a:r>
              <a:rPr lang="en-US" sz="1600">
                <a:solidFill>
                  <a:srgbClr val="004567"/>
                </a:solidFill>
                <a:latin typeface="Arial"/>
                <a:cs typeface="Arial"/>
              </a:rPr>
              <a:t>Abstraction </a:t>
            </a:r>
            <a:br>
              <a:rPr lang="en-US" sz="1600">
                <a:solidFill>
                  <a:srgbClr val="004567"/>
                </a:solidFill>
                <a:latin typeface="Arial"/>
                <a:cs typeface="Arial"/>
              </a:rPr>
            </a:br>
            <a:br>
              <a:rPr lang="en-US" sz="1600">
                <a:solidFill>
                  <a:srgbClr val="004567"/>
                </a:solidFill>
                <a:latin typeface="Arial"/>
                <a:cs typeface="Arial"/>
              </a:rPr>
            </a:br>
            <a:r>
              <a:rPr lang="en-US" sz="1600">
                <a:solidFill>
                  <a:srgbClr val="004567"/>
                </a:solidFill>
                <a:latin typeface="Arial"/>
                <a:cs typeface="Arial"/>
              </a:rPr>
              <a:t> → Hiding hardware details and complexity from the programmer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FB722-F393-F402-FB75-CC171CD0D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76F04D67-C9BA-9D84-EBD8-A4709CC6DB39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000981E-3BD0-7B44-60BF-B5F03E196FB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DED2F8-0EA8-723D-F03E-7730489E4F76}"/>
              </a:ext>
            </a:extLst>
          </p:cNvPr>
          <p:cNvSpPr txBox="1"/>
          <p:nvPr/>
        </p:nvSpPr>
        <p:spPr>
          <a:xfrm>
            <a:off x="397933" y="403767"/>
            <a:ext cx="8746066" cy="13849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2.1- C Programming Language</a:t>
            </a:r>
            <a:br>
              <a:rPr lang="en-US" sz="2400" b="1" dirty="0">
                <a:latin typeface="IBM Plex Mono"/>
              </a:rPr>
            </a:br>
            <a:endParaRPr lang="en-US" sz="2400" dirty="0">
              <a:solidFill>
                <a:srgbClr val="000000"/>
              </a:solidFill>
              <a:latin typeface="IBM Plex Mono"/>
            </a:endParaRPr>
          </a:p>
          <a:p>
            <a:r>
              <a:rPr lang="en-US" dirty="0">
                <a:solidFill>
                  <a:srgbClr val="026DA5"/>
                </a:solidFill>
              </a:rPr>
              <a:t>	Abstraction hides you from:</a:t>
            </a:r>
            <a:br>
              <a:rPr lang="en-US" dirty="0"/>
            </a:br>
            <a:r>
              <a:rPr lang="en-US" dirty="0">
                <a:solidFill>
                  <a:srgbClr val="026DA5"/>
                </a:solidFill>
              </a:rPr>
              <a:t>  </a:t>
            </a:r>
            <a:endParaRPr lang="en-US" sz="2400" dirty="0">
              <a:solidFill>
                <a:srgbClr val="026DA5"/>
              </a:solidFill>
              <a:cs typeface="Arial"/>
            </a:endParaRPr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0F45A9C8-724F-62B2-7F23-7EBACCCC73A5}"/>
              </a:ext>
            </a:extLst>
          </p:cNvPr>
          <p:cNvSpPr/>
          <p:nvPr/>
        </p:nvSpPr>
        <p:spPr>
          <a:xfrm>
            <a:off x="5376769" y="1613733"/>
            <a:ext cx="2713452" cy="997927"/>
          </a:xfrm>
          <a:prstGeom prst="cloud">
            <a:avLst/>
          </a:prstGeom>
          <a:solidFill>
            <a:srgbClr val="0045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br>
              <a:rPr lang="en-US" sz="1400" dirty="0">
                <a:solidFill>
                  <a:srgbClr val="00FF9C"/>
                </a:solidFill>
                <a:cs typeface="Arial"/>
              </a:rPr>
            </a:br>
            <a:r>
              <a:rPr lang="en-US" sz="1400" dirty="0">
                <a:solidFill>
                  <a:schemeClr val="bg1">
                    <a:lumMod val="90000"/>
                  </a:schemeClr>
                </a:solidFill>
                <a:cs typeface="Arial"/>
              </a:rPr>
              <a:t>Accessing Memory Addresses</a:t>
            </a:r>
          </a:p>
          <a:p>
            <a:pPr algn="ctr"/>
            <a:endParaRPr lang="en-US" sz="1600" dirty="0">
              <a:solidFill>
                <a:srgbClr val="00FF9C"/>
              </a:solidFill>
              <a:cs typeface="Arial"/>
            </a:endParaRPr>
          </a:p>
        </p:txBody>
      </p:sp>
      <p:sp>
        <p:nvSpPr>
          <p:cNvPr id="11" name="Cloud 10">
            <a:extLst>
              <a:ext uri="{FF2B5EF4-FFF2-40B4-BE49-F238E27FC236}">
                <a16:creationId xmlns:a16="http://schemas.microsoft.com/office/drawing/2014/main" id="{F5467420-F100-5BEE-C066-CBA484C1A319}"/>
              </a:ext>
            </a:extLst>
          </p:cNvPr>
          <p:cNvSpPr/>
          <p:nvPr/>
        </p:nvSpPr>
        <p:spPr>
          <a:xfrm>
            <a:off x="946065" y="1597507"/>
            <a:ext cx="2713452" cy="997927"/>
          </a:xfrm>
          <a:prstGeom prst="cloud">
            <a:avLst/>
          </a:prstGeom>
          <a:solidFill>
            <a:srgbClr val="0045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bg1">
                    <a:lumMod val="90000"/>
                  </a:schemeClr>
                </a:solidFill>
                <a:cs typeface="Arial"/>
              </a:rPr>
              <a:t>CPU Registers</a:t>
            </a: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6C27F6AF-7A83-8CB3-6D8F-9EFAE9A3EA82}"/>
              </a:ext>
            </a:extLst>
          </p:cNvPr>
          <p:cNvSpPr/>
          <p:nvPr/>
        </p:nvSpPr>
        <p:spPr>
          <a:xfrm>
            <a:off x="3900544" y="2196993"/>
            <a:ext cx="1503824" cy="1022130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50719186-E79B-8A1C-8FB9-62BF09011E75}"/>
              </a:ext>
            </a:extLst>
          </p:cNvPr>
          <p:cNvSpPr/>
          <p:nvPr/>
        </p:nvSpPr>
        <p:spPr>
          <a:xfrm>
            <a:off x="6628431" y="2660847"/>
            <a:ext cx="340710" cy="343716"/>
          </a:xfrm>
          <a:prstGeom prst="downArrow">
            <a:avLst/>
          </a:prstGeom>
          <a:solidFill>
            <a:srgbClr val="026DA5"/>
          </a:solidFill>
          <a:ln>
            <a:solidFill>
              <a:srgbClr val="00456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697A02F-A680-3F78-406E-3A179036E0E7}"/>
                  </a:ext>
                </a:extLst>
              </p14:cNvPr>
              <p14:cNvContentPartPr/>
              <p14:nvPr/>
            </p14:nvContentPartPr>
            <p14:xfrm>
              <a:off x="9222288" y="2775297"/>
              <a:ext cx="11743" cy="11743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697A02F-A680-3F78-406E-3A179036E0E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46881" y="2199890"/>
                <a:ext cx="1174300" cy="117430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Arrow: Down 4">
            <a:extLst>
              <a:ext uri="{FF2B5EF4-FFF2-40B4-BE49-F238E27FC236}">
                <a16:creationId xmlns:a16="http://schemas.microsoft.com/office/drawing/2014/main" id="{6463D4D2-BA7F-F717-26BF-0F7BC94F4815}"/>
              </a:ext>
            </a:extLst>
          </p:cNvPr>
          <p:cNvSpPr/>
          <p:nvPr/>
        </p:nvSpPr>
        <p:spPr>
          <a:xfrm>
            <a:off x="2132436" y="2660847"/>
            <a:ext cx="340710" cy="321655"/>
          </a:xfrm>
          <a:prstGeom prst="downArrow">
            <a:avLst/>
          </a:prstGeom>
          <a:solidFill>
            <a:srgbClr val="026DA5"/>
          </a:solidFill>
          <a:ln>
            <a:solidFill>
              <a:srgbClr val="00456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B974B41-1ABE-D66E-BFFE-D10EA8D50EB3}"/>
                  </a:ext>
                </a:extLst>
              </p14:cNvPr>
              <p14:cNvContentPartPr/>
              <p14:nvPr/>
            </p14:nvContentPartPr>
            <p14:xfrm>
              <a:off x="4453933" y="2122419"/>
              <a:ext cx="360" cy="26510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B974B41-1ABE-D66E-BFFE-D10EA8D50EB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35933" y="2104419"/>
                <a:ext cx="36000" cy="268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46DBB20-45AE-1A27-1464-F38A0FA443EF}"/>
              </a:ext>
            </a:extLst>
          </p:cNvPr>
          <p:cNvGrpSpPr/>
          <p:nvPr/>
        </p:nvGrpSpPr>
        <p:grpSpPr>
          <a:xfrm>
            <a:off x="3886213" y="1681779"/>
            <a:ext cx="360" cy="360"/>
            <a:chOff x="3886213" y="1681779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002282B-C4C2-61F6-E9BE-33344DDB9990}"/>
                    </a:ext>
                  </a:extLst>
                </p14:cNvPr>
                <p14:cNvContentPartPr/>
                <p14:nvPr/>
              </p14:nvContentPartPr>
              <p14:xfrm>
                <a:off x="3886213" y="1681779"/>
                <a:ext cx="36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002282B-C4C2-61F6-E9BE-33344DDB999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68213" y="1664139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1FC05DF-F8F7-C446-99B4-20A7FC84EB8F}"/>
                    </a:ext>
                  </a:extLst>
                </p14:cNvPr>
                <p14:cNvContentPartPr/>
                <p14:nvPr/>
              </p14:nvContentPartPr>
              <p14:xfrm>
                <a:off x="3886213" y="1681779"/>
                <a:ext cx="360" cy="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1FC05DF-F8F7-C446-99B4-20A7FC84EB8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68213" y="1664139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9C45E54-4876-B27F-8DFC-FAC39DEDA0CA}"/>
                    </a:ext>
                  </a:extLst>
                </p14:cNvPr>
                <p14:cNvContentPartPr/>
                <p14:nvPr/>
              </p14:nvContentPartPr>
              <p14:xfrm>
                <a:off x="3886213" y="1681779"/>
                <a:ext cx="36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9C45E54-4876-B27F-8DFC-FAC39DEDA0C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68213" y="1664139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3" name="Rectangle 1">
            <a:extLst>
              <a:ext uri="{FF2B5EF4-FFF2-40B4-BE49-F238E27FC236}">
                <a16:creationId xmlns:a16="http://schemas.microsoft.com/office/drawing/2014/main" id="{1CD473F4-B92E-ED6E-4E37-5D8C4A6B24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734" y="2940918"/>
            <a:ext cx="4099199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 Tiny storage locations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inside the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CPU.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26DA5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fastest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 storage available.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 Directly used by the CPU to execute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Instructions.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rgbClr val="026DA5"/>
                </a:solidFill>
              </a:rPr>
              <a:t>Purpose: Used for immediate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rgbClr val="026DA5"/>
                </a:solidFill>
              </a:rPr>
              <a:t>calculations</a:t>
            </a: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rgbClr val="026DA5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">
            <a:extLst>
              <a:ext uri="{FF2B5EF4-FFF2-40B4-BE49-F238E27FC236}">
                <a16:creationId xmlns:a16="http://schemas.microsoft.com/office/drawing/2014/main" id="{A9304E0D-F828-5AAA-BC83-3A12B4B16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966" y="2940918"/>
            <a:ext cx="413446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rgbClr val="026DA5"/>
                </a:solidFill>
              </a:rPr>
              <a:t>Memory (RAM)</a:t>
            </a:r>
            <a:r>
              <a:rPr lang="en-US" dirty="0">
                <a:solidFill>
                  <a:srgbClr val="026DA5"/>
                </a:solidFill>
              </a:rPr>
              <a:t>: </a:t>
            </a: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rgbClr val="026DA5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 Outside the CPU.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26DA5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 Much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larger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 than registers.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 Slower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26DA5"/>
                </a:solidFill>
                <a:effectLst/>
                <a:latin typeface="Arial" panose="020B0604020202020204" pitchFamily="34" charset="0"/>
              </a:rPr>
              <a:t> than registers.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rgbClr val="026DA5"/>
                </a:solidFill>
              </a:rPr>
              <a:t>Purpose: Storing data and variables</a:t>
            </a:r>
            <a:endParaRPr lang="en-US" altLang="en-US" b="1" dirty="0">
              <a:solidFill>
                <a:srgbClr val="026DA5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26DA5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921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CF3DB-B950-F90B-4326-0D97E2EC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09FE15F0-2CCC-1211-746C-B668B1ED285E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25A64FE-DC51-7504-C443-9472F945B5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00D7C69-51B5-4FD5-6364-517272EF7430}"/>
              </a:ext>
            </a:extLst>
          </p:cNvPr>
          <p:cNvSpPr txBox="1"/>
          <p:nvPr/>
        </p:nvSpPr>
        <p:spPr>
          <a:xfrm>
            <a:off x="497626" y="3094579"/>
            <a:ext cx="7753615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>
                <a:solidFill>
                  <a:srgbClr val="026DA5"/>
                </a:solidFill>
              </a:rPr>
              <a:t>Higher abstraction → Needs an interpreter → More hidden from the hardware → Highest level language</a:t>
            </a:r>
            <a:br>
              <a:rPr lang="en-US" sz="1600" b="1" dirty="0"/>
            </a:br>
            <a:endParaRPr lang="en-US" sz="1600" b="1" dirty="0">
              <a:solidFill>
                <a:srgbClr val="026DA5"/>
              </a:solidFill>
              <a:cs typeface="Arial"/>
            </a:endParaRPr>
          </a:p>
          <a:p>
            <a:r>
              <a:rPr lang="en-US" sz="1600" b="1" dirty="0">
                <a:solidFill>
                  <a:srgbClr val="026DA5"/>
                </a:solidFill>
              </a:rPr>
              <a:t>Abstraction does not mean slower by definition → You delegate work to the language/compiler/runtime.</a:t>
            </a:r>
            <a:endParaRPr lang="en-US" sz="1600" b="1" dirty="0">
              <a:solidFill>
                <a:srgbClr val="026DA5"/>
              </a:solidFill>
              <a:cs typeface="Arial"/>
            </a:endParaRPr>
          </a:p>
          <a:p>
            <a:endParaRPr lang="en-US" sz="1600" b="1" dirty="0">
              <a:solidFill>
                <a:srgbClr val="026DA5"/>
              </a:solidFill>
            </a:endParaRP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4EB8988C-DD33-F1BD-B481-11FD9752F2DD}"/>
              </a:ext>
            </a:extLst>
          </p:cNvPr>
          <p:cNvSpPr/>
          <p:nvPr/>
        </p:nvSpPr>
        <p:spPr>
          <a:xfrm>
            <a:off x="3900544" y="2196993"/>
            <a:ext cx="1503824" cy="1022130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6BA2A2B-07D1-2165-7F88-5D58788ED86E}"/>
                  </a:ext>
                </a:extLst>
              </p14:cNvPr>
              <p14:cNvContentPartPr/>
              <p14:nvPr/>
            </p14:nvContentPartPr>
            <p14:xfrm>
              <a:off x="9222288" y="2775297"/>
              <a:ext cx="11743" cy="11743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6BA2A2B-07D1-2165-7F88-5D58788ED86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35138" y="2188147"/>
                <a:ext cx="1174300" cy="117430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1D88EA-EA4F-07D1-0332-6B5827F89640}"/>
              </a:ext>
            </a:extLst>
          </p:cNvPr>
          <p:cNvSpPr txBox="1"/>
          <p:nvPr/>
        </p:nvSpPr>
        <p:spPr>
          <a:xfrm>
            <a:off x="497626" y="429794"/>
            <a:ext cx="800139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26DA5"/>
                </a:solidFill>
              </a:rPr>
              <a:t>C is Low-level: Because it gives </a:t>
            </a:r>
            <a:r>
              <a:rPr lang="en-US" b="1" dirty="0">
                <a:solidFill>
                  <a:srgbClr val="026DA5"/>
                </a:solidFill>
              </a:rPr>
              <a:t>direct control over memory and CPU operations</a:t>
            </a:r>
            <a:r>
              <a:rPr lang="en-US" dirty="0">
                <a:solidFill>
                  <a:srgbClr val="026DA5"/>
                </a:solidFill>
              </a:rPr>
              <a:t>.</a:t>
            </a:r>
          </a:p>
          <a:p>
            <a:endParaRPr lang="en-US" dirty="0">
              <a:solidFill>
                <a:srgbClr val="026DA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26DA5"/>
                </a:solidFill>
              </a:rPr>
              <a:t>C is High-level: Because it’s readable, you can write “x = a + b”; instead of dealing with CPU instructions directly, you still </a:t>
            </a:r>
            <a:r>
              <a:rPr lang="en-US" altLang="en-US" b="1" dirty="0">
                <a:solidFill>
                  <a:srgbClr val="026DA5"/>
                </a:solidFill>
                <a:latin typeface="Arial" panose="020B0604020202020204" pitchFamily="34" charset="0"/>
              </a:rPr>
              <a:t>don’t care about memory addresses </a:t>
            </a:r>
            <a:r>
              <a:rPr lang="en-US" altLang="en-US" dirty="0">
                <a:solidFill>
                  <a:srgbClr val="026DA5"/>
                </a:solidFill>
                <a:latin typeface="Arial" panose="020B0604020202020204" pitchFamily="34" charset="0"/>
              </a:rPr>
              <a:t>and</a:t>
            </a:r>
            <a:r>
              <a:rPr lang="en-US" altLang="en-US" b="1" dirty="0">
                <a:solidFill>
                  <a:srgbClr val="026DA5"/>
                </a:solidFill>
                <a:latin typeface="Arial" panose="020B0604020202020204" pitchFamily="34" charset="0"/>
              </a:rPr>
              <a:t> compiler / runtime</a:t>
            </a:r>
            <a:r>
              <a:rPr lang="en-US" altLang="en-US" dirty="0">
                <a:solidFill>
                  <a:srgbClr val="026DA5"/>
                </a:solidFill>
                <a:latin typeface="Arial" panose="020B0604020202020204" pitchFamily="34" charset="0"/>
              </a:rPr>
              <a:t> handles it for you</a:t>
            </a:r>
            <a:r>
              <a:rPr lang="en-US" dirty="0">
                <a:solidFill>
                  <a:srgbClr val="026DA5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533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4A3A8-9B8E-B6B6-DA52-BD32E32E8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67A1263-E5B6-9427-95C9-2EA6B84F75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413C7F-68B6-37A2-721D-043C4687ECC7}"/>
              </a:ext>
            </a:extLst>
          </p:cNvPr>
          <p:cNvSpPr txBox="1"/>
          <p:nvPr/>
        </p:nvSpPr>
        <p:spPr>
          <a:xfrm>
            <a:off x="1383716" y="1571017"/>
            <a:ext cx="6515100" cy="162480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atinLnBrk="1">
              <a:lnSpc>
                <a:spcPts val="1650"/>
              </a:lnSpc>
            </a:pP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        </a:t>
            </a:r>
            <a:r>
              <a:rPr lang="en-US" dirty="0">
                <a:solidFill>
                  <a:srgbClr val="026DA5"/>
                </a:solidFill>
                <a:latin typeface="Menlo"/>
              </a:rPr>
              <a:t>Lower Level </a:t>
            </a: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  </a:t>
            </a:r>
            <a:r>
              <a:rPr lang="en-US" dirty="0">
                <a:solidFill>
                  <a:srgbClr val="026DA5"/>
                </a:solidFill>
                <a:latin typeface="Menlo"/>
              </a:rPr>
              <a:t> </a:t>
            </a: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   </a:t>
            </a:r>
            <a:r>
              <a:rPr lang="en-US" dirty="0">
                <a:solidFill>
                  <a:srgbClr val="026DA5"/>
                </a:solidFill>
                <a:latin typeface="Menlo"/>
              </a:rPr>
              <a:t>                                               </a:t>
            </a: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Higher Level</a:t>
            </a:r>
          </a:p>
          <a:p>
            <a:pPr latinLnBrk="1">
              <a:lnSpc>
                <a:spcPts val="1650"/>
              </a:lnSpc>
            </a:pP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     </a:t>
            </a:r>
            <a:br>
              <a:rPr lang="en-US" b="0" dirty="0">
                <a:effectLst/>
                <a:latin typeface="Menlo"/>
              </a:rPr>
            </a:b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     (Less Abstraction)                                 </a:t>
            </a:r>
            <a:r>
              <a:rPr lang="en-US" dirty="0">
                <a:solidFill>
                  <a:srgbClr val="026DA5"/>
                </a:solidFill>
                <a:latin typeface="Menlo"/>
              </a:rPr>
              <a:t>            </a:t>
            </a: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(More Abstraction)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    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                                                                                </a:t>
            </a:r>
          </a:p>
          <a:p>
            <a:pPr latinLnBrk="1">
              <a:lnSpc>
                <a:spcPts val="1650"/>
              </a:lnSpc>
            </a:pP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          Less hidden                                            </a:t>
            </a:r>
            <a:r>
              <a:rPr lang="en-US" dirty="0">
                <a:solidFill>
                  <a:srgbClr val="026DA5"/>
                </a:solidFill>
                <a:latin typeface="Menlo"/>
              </a:rPr>
              <a:t>         </a:t>
            </a: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More hidden</a:t>
            </a:r>
          </a:p>
          <a:p>
            <a:pPr latinLnBrk="1">
              <a:lnSpc>
                <a:spcPts val="1650"/>
              </a:lnSpc>
            </a:pP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       </a:t>
            </a:r>
            <a:r>
              <a:rPr lang="en-US" dirty="0">
                <a:solidFill>
                  <a:srgbClr val="026DA5"/>
                </a:solidFill>
                <a:latin typeface="Menlo"/>
              </a:rPr>
              <a:t> </a:t>
            </a: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from hardware                                       </a:t>
            </a:r>
            <a:r>
              <a:rPr lang="en-US" dirty="0">
                <a:solidFill>
                  <a:srgbClr val="026DA5"/>
                </a:solidFill>
                <a:latin typeface="Menlo"/>
              </a:rPr>
              <a:t>         </a:t>
            </a:r>
            <a:r>
              <a:rPr lang="en-US" b="0" dirty="0">
                <a:solidFill>
                  <a:srgbClr val="026DA5"/>
                </a:solidFill>
                <a:effectLst/>
                <a:latin typeface="Menlo"/>
              </a:rPr>
              <a:t>from hardware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AE19AC2-D563-4EFE-AD36-225224340DF4}"/>
              </a:ext>
            </a:extLst>
          </p:cNvPr>
          <p:cNvCxnSpPr>
            <a:cxnSpLocks/>
          </p:cNvCxnSpPr>
          <p:nvPr/>
        </p:nvCxnSpPr>
        <p:spPr>
          <a:xfrm flipV="1">
            <a:off x="2559910" y="2383837"/>
            <a:ext cx="0" cy="240030"/>
          </a:xfrm>
          <a:prstGeom prst="straightConnector1">
            <a:avLst/>
          </a:prstGeom>
          <a:ln>
            <a:solidFill>
              <a:srgbClr val="026DA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E4607C1-A733-3830-9751-EFB292983ED2}"/>
              </a:ext>
            </a:extLst>
          </p:cNvPr>
          <p:cNvCxnSpPr>
            <a:cxnSpLocks/>
          </p:cNvCxnSpPr>
          <p:nvPr/>
        </p:nvCxnSpPr>
        <p:spPr>
          <a:xfrm flipV="1">
            <a:off x="6746212" y="2383837"/>
            <a:ext cx="0" cy="240030"/>
          </a:xfrm>
          <a:prstGeom prst="straightConnector1">
            <a:avLst/>
          </a:prstGeom>
          <a:ln>
            <a:solidFill>
              <a:srgbClr val="026DA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DA4897-92D6-D4E6-0231-3016F068E9E2}"/>
              </a:ext>
            </a:extLst>
          </p:cNvPr>
          <p:cNvCxnSpPr>
            <a:cxnSpLocks/>
          </p:cNvCxnSpPr>
          <p:nvPr/>
        </p:nvCxnSpPr>
        <p:spPr>
          <a:xfrm>
            <a:off x="3259887" y="1730115"/>
            <a:ext cx="2471441" cy="0"/>
          </a:xfrm>
          <a:prstGeom prst="straightConnector1">
            <a:avLst/>
          </a:prstGeom>
          <a:ln>
            <a:solidFill>
              <a:srgbClr val="026DA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1163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FFBC4-4176-B5BF-5383-D1BFCAA3B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CD8206DF-E9BE-79DB-F05B-3511CDF65173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BE6EF8A-C0B8-16D2-E98E-ED4E778067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D95D08-F966-3294-916C-830DFED6AC24}"/>
              </a:ext>
            </a:extLst>
          </p:cNvPr>
          <p:cNvSpPr txBox="1"/>
          <p:nvPr/>
        </p:nvSpPr>
        <p:spPr>
          <a:xfrm>
            <a:off x="397933" y="403767"/>
            <a:ext cx="8231717" cy="33239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2.2- Memory</a:t>
            </a:r>
          </a:p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	</a:t>
            </a:r>
            <a:r>
              <a:rPr lang="en-US" dirty="0">
                <a:solidFill>
                  <a:srgbClr val="026DA5"/>
                </a:solidFill>
              </a:rPr>
              <a:t>&gt;&gt;</a:t>
            </a:r>
            <a:r>
              <a:rPr lang="en-US" sz="2400" dirty="0">
                <a:solidFill>
                  <a:srgbClr val="026DA5"/>
                </a:solidFill>
              </a:rPr>
              <a:t> </a:t>
            </a:r>
            <a:r>
              <a:rPr lang="en-US" dirty="0">
                <a:solidFill>
                  <a:srgbClr val="026DA5"/>
                </a:solidFill>
              </a:rPr>
              <a:t>We need to access memory (RAM) to store a specific value of a variable in or data.</a:t>
            </a:r>
          </a:p>
          <a:p>
            <a:endParaRPr lang="en-US" dirty="0">
              <a:solidFill>
                <a:srgbClr val="026DA5"/>
              </a:solidFill>
            </a:endParaRPr>
          </a:p>
          <a:p>
            <a:endParaRPr lang="en-US" dirty="0">
              <a:solidFill>
                <a:srgbClr val="026DA5"/>
              </a:solidFill>
            </a:endParaRPr>
          </a:p>
          <a:p>
            <a:r>
              <a:rPr lang="en-US" dirty="0">
                <a:solidFill>
                  <a:srgbClr val="026DA5"/>
                </a:solidFill>
              </a:rPr>
              <a:t>&gt;&gt;         </a:t>
            </a:r>
            <a:r>
              <a:rPr lang="en-US" dirty="0">
                <a:solidFill>
                  <a:srgbClr val="0000FF"/>
                </a:solidFill>
              </a:rPr>
              <a:t>int</a:t>
            </a:r>
            <a:r>
              <a:rPr lang="en-US" dirty="0">
                <a:solidFill>
                  <a:srgbClr val="026DA5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X = 5;                                   </a:t>
            </a:r>
            <a:r>
              <a:rPr lang="en-US" dirty="0">
                <a:solidFill>
                  <a:srgbClr val="026DA5"/>
                </a:solidFill>
              </a:rPr>
              <a:t>----        </a:t>
            </a:r>
            <a:r>
              <a:rPr lang="en-US" dirty="0">
                <a:solidFill>
                  <a:srgbClr val="0000FF"/>
                </a:solidFill>
              </a:rPr>
              <a:t>bool</a:t>
            </a:r>
            <a:r>
              <a:rPr lang="en-US" dirty="0">
                <a:solidFill>
                  <a:srgbClr val="026DA5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flag = true;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>
                <a:solidFill>
                  <a:srgbClr val="5656B9"/>
                </a:solidFill>
              </a:rPr>
              <a:t>The compiler reserves 4 bytes                The compiler reserves 1 byte</a:t>
            </a:r>
          </a:p>
          <a:p>
            <a:r>
              <a:rPr lang="en-US" dirty="0">
                <a:solidFill>
                  <a:srgbClr val="5656B9"/>
                </a:solidFill>
              </a:rPr>
              <a:t>      (32 bits) for integers                                  (8 bits) for integers</a:t>
            </a:r>
          </a:p>
          <a:p>
            <a:endParaRPr lang="en-US" dirty="0">
              <a:solidFill>
                <a:srgbClr val="5656B9"/>
              </a:solidFill>
            </a:endParaRPr>
          </a:p>
          <a:p>
            <a:r>
              <a:rPr lang="en-US" dirty="0">
                <a:solidFill>
                  <a:srgbClr val="5656B9"/>
                </a:solidFill>
              </a:rPr>
              <a:t>	</a:t>
            </a:r>
            <a:r>
              <a:rPr lang="en-US" dirty="0">
                <a:solidFill>
                  <a:srgbClr val="026DA5"/>
                </a:solidFill>
              </a:rPr>
              <a:t>  </a:t>
            </a:r>
            <a:endParaRPr lang="en-US" sz="2400" dirty="0">
              <a:solidFill>
                <a:srgbClr val="026DA5"/>
              </a:solidFill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0E016-C8A6-8730-8B1E-E803946DC211}"/>
              </a:ext>
            </a:extLst>
          </p:cNvPr>
          <p:cNvSpPr txBox="1"/>
          <p:nvPr/>
        </p:nvSpPr>
        <p:spPr>
          <a:xfrm>
            <a:off x="1676400" y="1534558"/>
            <a:ext cx="6515100" cy="316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>
                <a:solidFill>
                  <a:srgbClr val="026DA5"/>
                </a:solidFill>
                <a:effectLst/>
                <a:latin typeface="Menlo"/>
              </a:rPr>
              <a:t>        </a:t>
            </a:r>
          </a:p>
        </p:txBody>
      </p:sp>
    </p:spTree>
    <p:extLst>
      <p:ext uri="{BB962C8B-B14F-4D97-AF65-F5344CB8AC3E}">
        <p14:creationId xmlns:p14="http://schemas.microsoft.com/office/powerpoint/2010/main" val="3207606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79D27-3A55-A774-2DAF-02582DBF489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20000" y="391885"/>
            <a:ext cx="7703640" cy="4425043"/>
          </a:xfrm>
        </p:spPr>
        <p:txBody>
          <a:bodyPr/>
          <a:lstStyle/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       Memory Add                         RAM                 Variable      Data Type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         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					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BC1447-F665-FE1D-F06B-95EA1C588AF7}"/>
              </a:ext>
            </a:extLst>
          </p:cNvPr>
          <p:cNvSpPr/>
          <p:nvPr/>
        </p:nvSpPr>
        <p:spPr>
          <a:xfrm>
            <a:off x="3233057" y="1412421"/>
            <a:ext cx="2269671" cy="563336"/>
          </a:xfrm>
          <a:prstGeom prst="rect">
            <a:avLst/>
          </a:prstGeom>
          <a:noFill/>
          <a:ln>
            <a:solidFill>
              <a:srgbClr val="026D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5656B9"/>
                </a:solidFill>
              </a:rPr>
              <a:t>8-bits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FDE0C0-1DD0-5AD1-9254-F30E327B8A8A}"/>
              </a:ext>
            </a:extLst>
          </p:cNvPr>
          <p:cNvSpPr/>
          <p:nvPr/>
        </p:nvSpPr>
        <p:spPr>
          <a:xfrm>
            <a:off x="3233057" y="1975757"/>
            <a:ext cx="2269671" cy="563336"/>
          </a:xfrm>
          <a:prstGeom prst="rect">
            <a:avLst/>
          </a:prstGeom>
          <a:noFill/>
          <a:ln>
            <a:solidFill>
              <a:srgbClr val="026D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5656B9"/>
                </a:solidFill>
              </a:rPr>
              <a:t>8-bits</a:t>
            </a: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1BD081-91A7-4991-071F-5DCCCF0F1F27}"/>
              </a:ext>
            </a:extLst>
          </p:cNvPr>
          <p:cNvSpPr/>
          <p:nvPr/>
        </p:nvSpPr>
        <p:spPr>
          <a:xfrm>
            <a:off x="3233056" y="3665763"/>
            <a:ext cx="2269671" cy="563336"/>
          </a:xfrm>
          <a:prstGeom prst="rect">
            <a:avLst/>
          </a:prstGeom>
          <a:noFill/>
          <a:ln>
            <a:solidFill>
              <a:srgbClr val="026D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5656B9"/>
                </a:solidFill>
              </a:rPr>
              <a:t>8-bits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26EB15-14C9-6C4A-6090-5F67B91BA9FE}"/>
              </a:ext>
            </a:extLst>
          </p:cNvPr>
          <p:cNvSpPr/>
          <p:nvPr/>
        </p:nvSpPr>
        <p:spPr>
          <a:xfrm>
            <a:off x="3233056" y="3102428"/>
            <a:ext cx="2269671" cy="563336"/>
          </a:xfrm>
          <a:prstGeom prst="rect">
            <a:avLst/>
          </a:prstGeom>
          <a:noFill/>
          <a:ln>
            <a:solidFill>
              <a:srgbClr val="026D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5656B9"/>
                </a:solidFill>
              </a:rPr>
              <a:t>8-bits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0261D-2C30-C4B7-A09D-0307C8CBD777}"/>
              </a:ext>
            </a:extLst>
          </p:cNvPr>
          <p:cNvSpPr/>
          <p:nvPr/>
        </p:nvSpPr>
        <p:spPr>
          <a:xfrm>
            <a:off x="3233057" y="2539092"/>
            <a:ext cx="2269671" cy="563336"/>
          </a:xfrm>
          <a:prstGeom prst="rect">
            <a:avLst/>
          </a:prstGeom>
          <a:noFill/>
          <a:ln>
            <a:solidFill>
              <a:srgbClr val="026D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5656B9"/>
                </a:solidFill>
              </a:rPr>
              <a:t>8-bits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DBE3E9-7DF2-4B2F-18ED-5796AC575DCF}"/>
              </a:ext>
            </a:extLst>
          </p:cNvPr>
          <p:cNvSpPr txBox="1"/>
          <p:nvPr/>
        </p:nvSpPr>
        <p:spPr>
          <a:xfrm>
            <a:off x="5617029" y="1499523"/>
            <a:ext cx="24574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sz="2400" dirty="0"/>
              <a:t>X          </a:t>
            </a:r>
            <a:r>
              <a:rPr lang="en-US" sz="2000" dirty="0"/>
              <a:t>int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FA1D85-30E0-F97C-6635-DA2FDA2EEE89}"/>
              </a:ext>
            </a:extLst>
          </p:cNvPr>
          <p:cNvSpPr txBox="1"/>
          <p:nvPr/>
        </p:nvSpPr>
        <p:spPr>
          <a:xfrm>
            <a:off x="5449660" y="3758275"/>
            <a:ext cx="29739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     flag           </a:t>
            </a:r>
            <a:r>
              <a:rPr lang="en-US" sz="2000" dirty="0"/>
              <a:t>bool</a:t>
            </a:r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BF4A2A28-BD48-2D17-BB15-0093EDFC1B5F}"/>
              </a:ext>
            </a:extLst>
          </p:cNvPr>
          <p:cNvSpPr/>
          <p:nvPr/>
        </p:nvSpPr>
        <p:spPr>
          <a:xfrm>
            <a:off x="5617029" y="1706336"/>
            <a:ext cx="579664" cy="653143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05B61399-04BA-87A3-B1DC-6B845D0AB143}"/>
              </a:ext>
            </a:extLst>
          </p:cNvPr>
          <p:cNvCxnSpPr/>
          <p:nvPr/>
        </p:nvCxnSpPr>
        <p:spPr>
          <a:xfrm rot="16200000" flipV="1">
            <a:off x="5694590" y="1792060"/>
            <a:ext cx="587828" cy="416379"/>
          </a:xfrm>
          <a:prstGeom prst="bentConnector3">
            <a:avLst>
              <a:gd name="adj1" fmla="val 101389"/>
            </a:avLst>
          </a:prstGeom>
          <a:ln>
            <a:solidFill>
              <a:srgbClr val="026DA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16C898B9-937A-07DA-9FAB-8BDC35744086}"/>
              </a:ext>
            </a:extLst>
          </p:cNvPr>
          <p:cNvCxnSpPr>
            <a:cxnSpLocks/>
          </p:cNvCxnSpPr>
          <p:nvPr/>
        </p:nvCxnSpPr>
        <p:spPr>
          <a:xfrm rot="5400000">
            <a:off x="5685952" y="2937292"/>
            <a:ext cx="605102" cy="416378"/>
          </a:xfrm>
          <a:prstGeom prst="bentConnector3">
            <a:avLst>
              <a:gd name="adj1" fmla="val 101271"/>
            </a:avLst>
          </a:prstGeom>
          <a:ln>
            <a:solidFill>
              <a:srgbClr val="026DA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96B843F-D13E-6D8B-6FE6-92D08DFB2EC5}"/>
              </a:ext>
            </a:extLst>
          </p:cNvPr>
          <p:cNvCxnSpPr/>
          <p:nvPr/>
        </p:nvCxnSpPr>
        <p:spPr>
          <a:xfrm flipH="1">
            <a:off x="5617029" y="3942941"/>
            <a:ext cx="289832" cy="0"/>
          </a:xfrm>
          <a:prstGeom prst="straightConnector1">
            <a:avLst/>
          </a:prstGeom>
          <a:ln>
            <a:solidFill>
              <a:srgbClr val="5656B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5B15506-A7F9-7137-DCB3-53E6F042E7E6}"/>
              </a:ext>
            </a:extLst>
          </p:cNvPr>
          <p:cNvSpPr txBox="1"/>
          <p:nvPr/>
        </p:nvSpPr>
        <p:spPr>
          <a:xfrm>
            <a:off x="1244101" y="1510394"/>
            <a:ext cx="2163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0x100000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0A1F2E-FFD0-04E9-A872-1D658240B5B0}"/>
              </a:ext>
            </a:extLst>
          </p:cNvPr>
          <p:cNvSpPr txBox="1"/>
          <p:nvPr/>
        </p:nvSpPr>
        <p:spPr>
          <a:xfrm>
            <a:off x="1226545" y="2076840"/>
            <a:ext cx="2163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0x100001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C13C00-B9F5-3A34-900A-A764539CE481}"/>
              </a:ext>
            </a:extLst>
          </p:cNvPr>
          <p:cNvSpPr txBox="1"/>
          <p:nvPr/>
        </p:nvSpPr>
        <p:spPr>
          <a:xfrm>
            <a:off x="1226546" y="2607519"/>
            <a:ext cx="2163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0x100002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682A13-CEA1-A814-3963-B81EE270B7C0}"/>
              </a:ext>
            </a:extLst>
          </p:cNvPr>
          <p:cNvSpPr txBox="1"/>
          <p:nvPr/>
        </p:nvSpPr>
        <p:spPr>
          <a:xfrm>
            <a:off x="1226545" y="3193986"/>
            <a:ext cx="2163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0x100003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F52D8B-5C7E-11DB-3595-C4A111C86430}"/>
              </a:ext>
            </a:extLst>
          </p:cNvPr>
          <p:cNvSpPr txBox="1"/>
          <p:nvPr/>
        </p:nvSpPr>
        <p:spPr>
          <a:xfrm>
            <a:off x="1226544" y="3773664"/>
            <a:ext cx="2163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0x100004</a:t>
            </a:r>
          </a:p>
        </p:txBody>
      </p:sp>
      <p:pic>
        <p:nvPicPr>
          <p:cNvPr id="30" name="Picture 29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388C958-D459-07D8-CC20-C03EF25762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44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76246-9D08-FCFF-D32A-F8234FCF5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Rectangle 1387">
            <a:extLst>
              <a:ext uri="{FF2B5EF4-FFF2-40B4-BE49-F238E27FC236}">
                <a16:creationId xmlns:a16="http://schemas.microsoft.com/office/drawing/2014/main" id="{26043140-FA30-54D8-0C78-58B14D011D6A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2.3- Data Types and Variables</a:t>
            </a:r>
            <a:endParaRPr lang="en-US" sz="3200" dirty="0">
              <a:solidFill>
                <a:srgbClr val="004567"/>
              </a:solidFill>
              <a:latin typeface="OpenSymbol"/>
            </a:endParaRPr>
          </a:p>
          <a:p>
            <a:pPr>
              <a:tabLst>
                <a:tab pos="0" algn="l"/>
              </a:tabLst>
            </a:pPr>
            <a:endParaRPr lang="en-US" sz="3000" b="0" u="none" strike="noStrike" dirty="0">
              <a:solidFill>
                <a:srgbClr val="004567"/>
              </a:solidFill>
              <a:effectLst/>
              <a:uFillTx/>
              <a:latin typeface="OpenSymbol"/>
            </a:endParaRPr>
          </a:p>
        </p:txBody>
      </p:sp>
      <p:sp>
        <p:nvSpPr>
          <p:cNvPr id="1389" name="Rectangle 1388">
            <a:extLst>
              <a:ext uri="{FF2B5EF4-FFF2-40B4-BE49-F238E27FC236}">
                <a16:creationId xmlns:a16="http://schemas.microsoft.com/office/drawing/2014/main" id="{96E9D6E5-FD5F-761D-330B-0DF388E030A2}"/>
              </a:ext>
            </a:extLst>
          </p:cNvPr>
          <p:cNvSpPr/>
          <p:nvPr/>
        </p:nvSpPr>
        <p:spPr>
          <a:xfrm>
            <a:off x="476280" y="1603988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356930A-764A-9F76-597F-990C9B57F8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65908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A11A69-B3BC-AFD2-BF20-41EE4F68E9D2}"/>
              </a:ext>
            </a:extLst>
          </p:cNvPr>
          <p:cNvSpPr txBox="1"/>
          <p:nvPr/>
        </p:nvSpPr>
        <p:spPr>
          <a:xfrm>
            <a:off x="370479" y="1280822"/>
            <a:ext cx="914400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dirty="0">
                <a:solidFill>
                  <a:srgbClr val="026DA5"/>
                </a:solidFill>
                <a:latin typeface="Cascadia Mono"/>
              </a:rPr>
              <a:t>	A </a:t>
            </a:r>
            <a:r>
              <a:rPr lang="en-US" b="1" dirty="0">
                <a:solidFill>
                  <a:srgbClr val="026DA5"/>
                </a:solidFill>
                <a:latin typeface="Cascadia Mono"/>
              </a:rPr>
              <a:t>variable</a:t>
            </a:r>
            <a:r>
              <a:rPr lang="en-US" dirty="0">
                <a:solidFill>
                  <a:srgbClr val="026DA5"/>
                </a:solidFill>
                <a:latin typeface="Cascadia Mono"/>
              </a:rPr>
              <a:t> is a named storage in memory that holds </a:t>
            </a:r>
          </a:p>
          <a:p>
            <a:r>
              <a:rPr lang="en-US" dirty="0">
                <a:solidFill>
                  <a:srgbClr val="026DA5"/>
                </a:solidFill>
                <a:latin typeface="Cascadia Mono"/>
              </a:rPr>
              <a:t> Data.</a:t>
            </a:r>
            <a:endParaRPr lang="ar-EG" dirty="0">
              <a:solidFill>
                <a:srgbClr val="026DA5"/>
              </a:solidFill>
              <a:latin typeface="Cascadia Mono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ABC71B-C761-E168-CD8B-F605D959A0A5}"/>
              </a:ext>
            </a:extLst>
          </p:cNvPr>
          <p:cNvSpPr txBox="1"/>
          <p:nvPr/>
        </p:nvSpPr>
        <p:spPr>
          <a:xfrm>
            <a:off x="370479" y="1927153"/>
            <a:ext cx="9144000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dirty="0">
                <a:solidFill>
                  <a:srgbClr val="026DA5"/>
                </a:solidFill>
                <a:latin typeface="Cascadia Mono"/>
              </a:rPr>
              <a:t>	A </a:t>
            </a:r>
            <a:r>
              <a:rPr lang="en-US" b="1" dirty="0">
                <a:solidFill>
                  <a:srgbClr val="026DA5"/>
                </a:solidFill>
                <a:latin typeface="Cascadia Mono"/>
              </a:rPr>
              <a:t>data type</a:t>
            </a:r>
            <a:r>
              <a:rPr lang="en-US" dirty="0">
                <a:solidFill>
                  <a:srgbClr val="026DA5"/>
                </a:solidFill>
                <a:latin typeface="Cascadia Mono"/>
              </a:rPr>
              <a:t> </a:t>
            </a:r>
            <a:r>
              <a:rPr lang="en-US" dirty="0">
                <a:solidFill>
                  <a:srgbClr val="026DA5"/>
                </a:solidFill>
              </a:rPr>
              <a:t>specifies </a:t>
            </a:r>
            <a:r>
              <a:rPr lang="en-US" b="1" dirty="0">
                <a:solidFill>
                  <a:srgbClr val="026DA5"/>
                </a:solidFill>
              </a:rPr>
              <a:t>what kind of value</a:t>
            </a:r>
            <a:r>
              <a:rPr lang="en-US" dirty="0">
                <a:solidFill>
                  <a:srgbClr val="026DA5"/>
                </a:solidFill>
              </a:rPr>
              <a:t> a variable can hold.</a:t>
            </a:r>
            <a:endParaRPr lang="ar-EG" dirty="0">
              <a:solidFill>
                <a:srgbClr val="026DA5"/>
              </a:solidFill>
              <a:latin typeface="Cascadia Mono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FE768E-10A1-8629-8B84-FD7350FDC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786894"/>
              </p:ext>
            </p:extLst>
          </p:nvPr>
        </p:nvGraphicFramePr>
        <p:xfrm>
          <a:off x="606218" y="2377894"/>
          <a:ext cx="6134912" cy="2468880"/>
        </p:xfrm>
        <a:graphic>
          <a:graphicData uri="http://schemas.openxmlformats.org/drawingml/2006/table">
            <a:tbl>
              <a:tblPr firstRow="1" bandRow="1">
                <a:tableStyleId>{18603FDC-E32A-4AB5-989C-0864C3EAD2B8}</a:tableStyleId>
              </a:tblPr>
              <a:tblGrid>
                <a:gridCol w="1568691">
                  <a:extLst>
                    <a:ext uri="{9D8B030D-6E8A-4147-A177-3AD203B41FA5}">
                      <a16:colId xmlns:a16="http://schemas.microsoft.com/office/drawing/2014/main" val="744564810"/>
                    </a:ext>
                  </a:extLst>
                </a:gridCol>
                <a:gridCol w="1512945">
                  <a:extLst>
                    <a:ext uri="{9D8B030D-6E8A-4147-A177-3AD203B41FA5}">
                      <a16:colId xmlns:a16="http://schemas.microsoft.com/office/drawing/2014/main" val="2190511649"/>
                    </a:ext>
                  </a:extLst>
                </a:gridCol>
                <a:gridCol w="1139300">
                  <a:extLst>
                    <a:ext uri="{9D8B030D-6E8A-4147-A177-3AD203B41FA5}">
                      <a16:colId xmlns:a16="http://schemas.microsoft.com/office/drawing/2014/main" val="790186036"/>
                    </a:ext>
                  </a:extLst>
                </a:gridCol>
                <a:gridCol w="1913976">
                  <a:extLst>
                    <a:ext uri="{9D8B030D-6E8A-4147-A177-3AD203B41FA5}">
                      <a16:colId xmlns:a16="http://schemas.microsoft.com/office/drawing/2014/main" val="2194252086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Data Types</a:t>
                      </a:r>
                    </a:p>
                  </a:txBody>
                  <a:tcPr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horzOverflow="overflow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horzOverflow="overflow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818238"/>
                  </a:ext>
                </a:extLst>
              </a:tr>
              <a:tr h="32369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Data Type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kern="1200" noProof="0" dirty="0">
                          <a:solidFill>
                            <a:srgbClr val="026DA5"/>
                          </a:solidFill>
                        </a:rPr>
                        <a:t>Example Value 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Memory Space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Notes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49741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int</a:t>
                      </a: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42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4 bytes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3766454"/>
                  </a:ext>
                </a:extLst>
              </a:tr>
              <a:tr h="27980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float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3.14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4 bytes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1782146"/>
                  </a:ext>
                </a:extLst>
              </a:tr>
              <a:tr h="3341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long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1000000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8 bytes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2617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double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3.141592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8 bytes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2013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8495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1335E-5A4C-963B-757B-A081D0F7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Rectangle 1388">
            <a:extLst>
              <a:ext uri="{FF2B5EF4-FFF2-40B4-BE49-F238E27FC236}">
                <a16:creationId xmlns:a16="http://schemas.microsoft.com/office/drawing/2014/main" id="{D2D27504-903B-7315-D482-6801991AB901}"/>
              </a:ext>
            </a:extLst>
          </p:cNvPr>
          <p:cNvSpPr/>
          <p:nvPr/>
        </p:nvSpPr>
        <p:spPr>
          <a:xfrm>
            <a:off x="476280" y="1603988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7BEFED3-3552-1D8F-8738-676D405239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65908"/>
            <a:ext cx="2272479" cy="96173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3FD1F9A-2A55-C33E-7251-F96F717E4A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92628"/>
              </p:ext>
            </p:extLst>
          </p:nvPr>
        </p:nvGraphicFramePr>
        <p:xfrm>
          <a:off x="476281" y="1239266"/>
          <a:ext cx="8191079" cy="3315856"/>
        </p:xfrm>
        <a:graphic>
          <a:graphicData uri="http://schemas.openxmlformats.org/drawingml/2006/table">
            <a:tbl>
              <a:tblPr firstRow="1" bandRow="1">
                <a:tableStyleId>{18603FDC-E32A-4AB5-989C-0864C3EAD2B8}</a:tableStyleId>
              </a:tblPr>
              <a:tblGrid>
                <a:gridCol w="2094451">
                  <a:extLst>
                    <a:ext uri="{9D8B030D-6E8A-4147-A177-3AD203B41FA5}">
                      <a16:colId xmlns:a16="http://schemas.microsoft.com/office/drawing/2014/main" val="744564810"/>
                    </a:ext>
                  </a:extLst>
                </a:gridCol>
                <a:gridCol w="2020021">
                  <a:extLst>
                    <a:ext uri="{9D8B030D-6E8A-4147-A177-3AD203B41FA5}">
                      <a16:colId xmlns:a16="http://schemas.microsoft.com/office/drawing/2014/main" val="2190511649"/>
                    </a:ext>
                  </a:extLst>
                </a:gridCol>
                <a:gridCol w="1521146">
                  <a:extLst>
                    <a:ext uri="{9D8B030D-6E8A-4147-A177-3AD203B41FA5}">
                      <a16:colId xmlns:a16="http://schemas.microsoft.com/office/drawing/2014/main" val="790186036"/>
                    </a:ext>
                  </a:extLst>
                </a:gridCol>
                <a:gridCol w="2555461">
                  <a:extLst>
                    <a:ext uri="{9D8B030D-6E8A-4147-A177-3AD203B41FA5}">
                      <a16:colId xmlns:a16="http://schemas.microsoft.com/office/drawing/2014/main" val="2194252086"/>
                    </a:ext>
                  </a:extLst>
                </a:gridCol>
              </a:tblGrid>
              <a:tr h="606368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026DA5"/>
                          </a:solidFill>
                        </a:rPr>
                        <a:t>short</a:t>
                      </a:r>
                      <a:endParaRPr lang="en-US" sz="1800" b="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0" dirty="0">
                          <a:solidFill>
                            <a:srgbClr val="026DA5"/>
                          </a:solidFill>
                        </a:rPr>
                        <a:t>32000</a:t>
                      </a:r>
                      <a:endParaRPr lang="en-US" sz="1800" b="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 dirty="0">
                          <a:solidFill>
                            <a:srgbClr val="026DA5"/>
                          </a:solidFill>
                        </a:rPr>
                        <a:t>2 bytes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9891169"/>
                  </a:ext>
                </a:extLst>
              </a:tr>
              <a:tr h="606368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026DA5"/>
                          </a:solidFill>
                        </a:rPr>
                        <a:t>char</a:t>
                      </a:r>
                      <a:endParaRPr lang="en-US" sz="1800" b="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kern="1200" dirty="0">
                          <a:solidFill>
                            <a:srgbClr val="026DA5"/>
                          </a:solidFill>
                        </a:rPr>
                        <a:t>‘A’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026DA5"/>
                          </a:solidFill>
                        </a:rPr>
                        <a:t>1 byte</a:t>
                      </a:r>
                      <a:endParaRPr lang="en-US" sz="1800" b="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Holds a single character</a:t>
                      </a: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3766454"/>
                  </a:ext>
                </a:extLst>
              </a:tr>
              <a:tr h="60636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bool</a:t>
                      </a:r>
                      <a:endParaRPr lang="en-US" sz="1800" b="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true / false</a:t>
                      </a:r>
                      <a:endParaRPr lang="en-US" sz="1800" b="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>
                          <a:solidFill>
                            <a:srgbClr val="026DA5"/>
                          </a:solidFill>
                        </a:rPr>
                        <a:t>1 byte</a:t>
                      </a:r>
                      <a:endParaRPr lang="en-US" sz="1800" b="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1782146"/>
                  </a:ext>
                </a:extLst>
              </a:tr>
              <a:tr h="606368"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rgbClr val="026DA5"/>
                          </a:solidFill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  <a:endParaRPr lang="en-US" sz="1800" b="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"Hello"</a:t>
                      </a:r>
                      <a:endParaRPr lang="en-US" sz="1800" b="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rgbClr val="026DA5"/>
                          </a:solidFill>
                        </a:rPr>
                        <a:t>Varies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rgbClr val="026DA5"/>
                          </a:solidFill>
                        </a:rPr>
                        <a:t>(6 bytes)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26DA5"/>
                          </a:solidFill>
                        </a:rPr>
                        <a:t>Null-terminated character array, always add 1 byte for </a:t>
                      </a:r>
                      <a:r>
                        <a:rPr lang="en-US" sz="1800" kern="1200" dirty="0">
                          <a:solidFill>
                            <a:srgbClr val="026DA5"/>
                          </a:solidFill>
                          <a:latin typeface="+mn-lt"/>
                          <a:ea typeface="+mn-ea"/>
                          <a:cs typeface="+mn-cs"/>
                        </a:rPr>
                        <a:t>\0.</a:t>
                      </a:r>
                      <a:br>
                        <a:rPr lang="en-US" sz="1800" kern="1200" dirty="0">
                          <a:solidFill>
                            <a:srgbClr val="026DA5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sz="1800" b="1" kern="1200" dirty="0">
                          <a:solidFill>
                            <a:srgbClr val="026DA5"/>
                          </a:solidFill>
                          <a:latin typeface="+mn-lt"/>
                          <a:ea typeface="+mn-ea"/>
                          <a:cs typeface="+mn-cs"/>
                        </a:rPr>
                        <a:t>This mean this string ended</a:t>
                      </a:r>
                      <a:endParaRPr lang="en-US" sz="1800" b="1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07312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AF5274F-53CF-5403-3D1B-60469209430C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2.3- Data Types and Variables</a:t>
            </a:r>
            <a:endParaRPr lang="en-US" sz="3200" dirty="0">
              <a:solidFill>
                <a:srgbClr val="004567"/>
              </a:solidFill>
              <a:latin typeface="OpenSymbol"/>
            </a:endParaRPr>
          </a:p>
          <a:p>
            <a:pPr>
              <a:tabLst>
                <a:tab pos="0" algn="l"/>
              </a:tabLst>
            </a:pPr>
            <a:endParaRPr lang="en-US" sz="3000" b="0" u="none" strike="noStrike" dirty="0">
              <a:solidFill>
                <a:srgbClr val="004567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219985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CB87A-EDEC-7DB1-C883-7AC66D22B1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5146" y="1343507"/>
            <a:ext cx="7703640" cy="3799993"/>
          </a:xfrm>
        </p:spPr>
        <p:txBody>
          <a:bodyPr/>
          <a:lstStyle/>
          <a:p>
            <a:r>
              <a:rPr lang="en-US" sz="1800" dirty="0">
                <a:solidFill>
                  <a:srgbClr val="026DA5"/>
                </a:solidFill>
              </a:rPr>
              <a:t>C provides only </a:t>
            </a:r>
            <a:r>
              <a:rPr lang="en-US" sz="1800" b="1" dirty="0">
                <a:solidFill>
                  <a:srgbClr val="026DA5"/>
                </a:solidFill>
              </a:rPr>
              <a:t>basic (primitive) data types. </a:t>
            </a:r>
            <a:r>
              <a:rPr lang="en-US" sz="1800" dirty="0">
                <a:solidFill>
                  <a:srgbClr val="026DA5"/>
                </a:solidFill>
              </a:rPr>
              <a:t>It doesn’t have </a:t>
            </a:r>
            <a:r>
              <a:rPr lang="en-US" sz="1800" b="1" dirty="0">
                <a:solidFill>
                  <a:srgbClr val="026DA5"/>
                </a:solidFill>
              </a:rPr>
              <a:t>“string” </a:t>
            </a:r>
            <a:r>
              <a:rPr lang="en-US" sz="1800" dirty="0">
                <a:solidFill>
                  <a:srgbClr val="026DA5"/>
                </a:solidFill>
              </a:rPr>
              <a:t>data type</a:t>
            </a:r>
          </a:p>
          <a:p>
            <a:endParaRPr lang="en-US" sz="1800" dirty="0">
              <a:solidFill>
                <a:srgbClr val="026DA5"/>
              </a:solidFill>
            </a:endParaRPr>
          </a:p>
          <a:p>
            <a:r>
              <a:rPr lang="en-US" sz="2000" b="1" dirty="0">
                <a:solidFill>
                  <a:srgbClr val="026DA5"/>
                </a:solidFill>
              </a:rPr>
              <a:t>Why?</a:t>
            </a:r>
          </a:p>
          <a:p>
            <a:r>
              <a:rPr lang="en-US" sz="1800" dirty="0">
                <a:solidFill>
                  <a:srgbClr val="026DA5"/>
                </a:solidFill>
              </a:rPr>
              <a:t>Because C wants </a:t>
            </a:r>
            <a:r>
              <a:rPr lang="en-US" sz="1800" b="1" dirty="0">
                <a:solidFill>
                  <a:srgbClr val="026DA5"/>
                </a:solidFill>
              </a:rPr>
              <a:t>Full control over memory </a:t>
            </a:r>
            <a:r>
              <a:rPr lang="en-US" sz="1800" dirty="0">
                <a:solidFill>
                  <a:srgbClr val="026DA5"/>
                </a:solidFill>
              </a:rPr>
              <a:t>and </a:t>
            </a:r>
            <a:r>
              <a:rPr lang="en-US" sz="1800" b="1" dirty="0">
                <a:solidFill>
                  <a:srgbClr val="026DA5"/>
                </a:solidFill>
              </a:rPr>
              <a:t>No hidden allocations </a:t>
            </a:r>
            <a:r>
              <a:rPr lang="en-US" sz="1800" dirty="0">
                <a:solidFill>
                  <a:srgbClr val="026DA5"/>
                </a:solidFill>
              </a:rPr>
              <a:t>as</a:t>
            </a:r>
            <a:r>
              <a:rPr lang="en-US" sz="1800" b="1" dirty="0">
                <a:solidFill>
                  <a:srgbClr val="026DA5"/>
                </a:solidFill>
              </a:rPr>
              <a:t> C is not a high-level language.</a:t>
            </a:r>
          </a:p>
          <a:p>
            <a:r>
              <a:rPr lang="en-US" sz="1800" dirty="0">
                <a:solidFill>
                  <a:srgbClr val="026DA5"/>
                </a:solidFill>
              </a:rPr>
              <a:t>So, strings are stored as an </a:t>
            </a:r>
            <a:r>
              <a:rPr lang="en-US" sz="1800" b="1" dirty="0">
                <a:solidFill>
                  <a:srgbClr val="026DA5"/>
                </a:solidFill>
              </a:rPr>
              <a:t>array of characters.</a:t>
            </a:r>
          </a:p>
          <a:p>
            <a:endParaRPr lang="en-US" sz="2000" b="1" dirty="0">
              <a:solidFill>
                <a:srgbClr val="026DA5"/>
              </a:solidFill>
            </a:endParaRPr>
          </a:p>
          <a:p>
            <a:endParaRPr lang="en-US" sz="2000" b="1" dirty="0">
              <a:solidFill>
                <a:srgbClr val="026DA5"/>
              </a:solidFill>
            </a:endParaRPr>
          </a:p>
        </p:txBody>
      </p:sp>
      <p:pic>
        <p:nvPicPr>
          <p:cNvPr id="4" name="Picture 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7B2EBC7-CEC3-5DDD-3AE8-604E7A1286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24CA11-BC6D-B540-F0F8-5FE45EBE58CE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2.3- Data Types and Variables</a:t>
            </a:r>
            <a:endParaRPr lang="en-US" sz="3200" dirty="0">
              <a:solidFill>
                <a:srgbClr val="004567"/>
              </a:solidFill>
              <a:latin typeface="OpenSymbol"/>
            </a:endParaRPr>
          </a:p>
          <a:p>
            <a:pPr>
              <a:tabLst>
                <a:tab pos="0" algn="l"/>
              </a:tabLst>
            </a:pPr>
            <a:endParaRPr lang="en-US" sz="3000" b="0" u="none" strike="noStrike" dirty="0">
              <a:solidFill>
                <a:srgbClr val="004567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193142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26092A4-446B-196A-D0E8-614B2FF284A0}"/>
              </a:ext>
            </a:extLst>
          </p:cNvPr>
          <p:cNvSpPr txBox="1"/>
          <p:nvPr/>
        </p:nvSpPr>
        <p:spPr>
          <a:xfrm>
            <a:off x="544965" y="1428480"/>
            <a:ext cx="793772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5656B9"/>
                </a:solidFill>
              </a:rPr>
              <a:t>   char</a:t>
            </a:r>
            <a:r>
              <a:rPr lang="en-US" sz="1800" dirty="0"/>
              <a:t> s[50] = "Hello";            &gt;&gt;      50 is number of characters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26DA5"/>
                </a:solidFill>
              </a:rPr>
              <a:t>So, there is unused storage we reserved here storage for 50 characters and the word is only 5 characters.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solidFill>
                <a:srgbClr val="026DA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26DA5"/>
                </a:solidFill>
              </a:rPr>
              <a:t>Some compilers may warn about </a:t>
            </a:r>
            <a:r>
              <a:rPr lang="en-US" sz="1800" b="1" dirty="0">
                <a:solidFill>
                  <a:srgbClr val="026DA5"/>
                </a:solidFill>
              </a:rPr>
              <a:t>unused storage.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b="1" dirty="0">
              <a:solidFill>
                <a:srgbClr val="026DA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26DA5"/>
                </a:solidFill>
              </a:rPr>
              <a:t>You can d</a:t>
            </a:r>
            <a:r>
              <a:rPr lang="en-US" sz="1800" dirty="0">
                <a:solidFill>
                  <a:srgbClr val="026DA5"/>
                </a:solidFill>
              </a:rPr>
              <a:t>isable it with &gt;&gt; 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#</a:t>
            </a:r>
            <a:r>
              <a:rPr lang="en-US" sz="1800" dirty="0">
                <a:solidFill>
                  <a:srgbClr val="0000FF"/>
                </a:solidFill>
              </a:rPr>
              <a:t>define</a:t>
            </a:r>
            <a:r>
              <a:rPr lang="en-US" sz="1800" dirty="0"/>
              <a:t> _CRT_SECURE_NO_WARNINGS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D5A411-93F5-F9BB-AE78-BBF19F0EECBD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2.3- Data Types and Variables</a:t>
            </a:r>
            <a:endParaRPr lang="en-US" sz="3200" dirty="0">
              <a:solidFill>
                <a:srgbClr val="004567"/>
              </a:solidFill>
              <a:latin typeface="OpenSymbol"/>
            </a:endParaRPr>
          </a:p>
          <a:p>
            <a:pPr>
              <a:tabLst>
                <a:tab pos="0" algn="l"/>
              </a:tabLst>
            </a:pPr>
            <a:endParaRPr lang="en-US" sz="3000" b="0" u="none" strike="noStrike" dirty="0">
              <a:solidFill>
                <a:srgbClr val="004567"/>
              </a:solidFill>
              <a:effectLst/>
              <a:uFillTx/>
              <a:latin typeface="OpenSymbol"/>
            </a:endParaRPr>
          </a:p>
        </p:txBody>
      </p:sp>
      <p:pic>
        <p:nvPicPr>
          <p:cNvPr id="7" name="Picture 6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3A71DC4-BB1F-C998-A997-BCF91D863C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744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1769-243C-1C81-3B26-005C98617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Rectangle 1388">
            <a:extLst>
              <a:ext uri="{FF2B5EF4-FFF2-40B4-BE49-F238E27FC236}">
                <a16:creationId xmlns:a16="http://schemas.microsoft.com/office/drawing/2014/main" id="{3A9E5603-39D7-DC8F-C58D-70A02484257F}"/>
              </a:ext>
            </a:extLst>
          </p:cNvPr>
          <p:cNvSpPr/>
          <p:nvPr/>
        </p:nvSpPr>
        <p:spPr>
          <a:xfrm>
            <a:off x="476280" y="1603988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4680E21-53A7-E014-09A4-B8D62FB23D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65908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43C565-6D1C-BEAF-338A-67240CF67D18}"/>
              </a:ext>
            </a:extLst>
          </p:cNvPr>
          <p:cNvSpPr txBox="1"/>
          <p:nvPr/>
        </p:nvSpPr>
        <p:spPr>
          <a:xfrm>
            <a:off x="476280" y="1340927"/>
            <a:ext cx="9144000" cy="264687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#</a:t>
            </a:r>
            <a:r>
              <a:rPr lang="en-US" sz="1600" dirty="0">
                <a:solidFill>
                  <a:srgbClr val="0000FF"/>
                </a:solidFill>
              </a:rPr>
              <a:t>define</a:t>
            </a:r>
            <a:r>
              <a:rPr lang="en-US" sz="1600" dirty="0"/>
              <a:t> _CRT_SECURE_NO_WARNINGS</a:t>
            </a:r>
            <a:endParaRPr lang="en-US" sz="1500" dirty="0">
              <a:solidFill>
                <a:srgbClr val="808080"/>
              </a:solidFill>
              <a:latin typeface="Cascadia Mono"/>
            </a:endParaRPr>
          </a:p>
          <a:p>
            <a:r>
              <a:rPr lang="en-US" sz="1500" dirty="0">
                <a:solidFill>
                  <a:srgbClr val="808080"/>
                </a:solidFill>
                <a:latin typeface="Cascadia Mono"/>
              </a:rPr>
              <a:t>#include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&lt;</a:t>
            </a:r>
            <a:r>
              <a:rPr lang="en-US" sz="1500" dirty="0" err="1">
                <a:solidFill>
                  <a:srgbClr val="A31515"/>
                </a:solidFill>
                <a:latin typeface="Cascadia Mono"/>
              </a:rPr>
              <a:t>stdio.h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&gt;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             </a:t>
            </a:r>
            <a:r>
              <a:rPr lang="en-US" sz="1400" dirty="0">
                <a:solidFill>
                  <a:srgbClr val="008000"/>
                </a:solidFill>
                <a:latin typeface="Cascadia Mono"/>
              </a:rPr>
              <a:t>// Include the standard I/O header</a:t>
            </a:r>
            <a:endParaRPr lang="en-US" dirty="0">
              <a:latin typeface="Cascadia Mono"/>
            </a:endParaRPr>
          </a:p>
          <a:p>
            <a:endParaRPr lang="ar-EG" sz="15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500" dirty="0">
                <a:solidFill>
                  <a:srgbClr val="5656B9"/>
                </a:solidFill>
                <a:latin typeface="Cascadia Mono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main() {    </a:t>
            </a:r>
          </a:p>
          <a:p>
            <a:endParaRPr lang="en-US" sz="1500" dirty="0">
              <a:solidFill>
                <a:srgbClr val="000000"/>
              </a:solidFill>
              <a:latin typeface="Cascadia Mono"/>
            </a:endParaRPr>
          </a:p>
          <a:p>
            <a:r>
              <a:rPr lang="en-US" sz="1500" dirty="0">
                <a:solidFill>
                  <a:srgbClr val="000000"/>
                </a:solidFill>
                <a:latin typeface="Cascadia Mono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ascadia Mono"/>
              </a:rPr>
              <a:t>/* STUDENT DATA */</a:t>
            </a:r>
            <a:endParaRPr lang="en-US" sz="1400" dirty="0">
              <a:solidFill>
                <a:srgbClr val="000000"/>
              </a:solidFill>
              <a:latin typeface="Cascadia Mono"/>
            </a:endParaRPr>
          </a:p>
          <a:p>
            <a:r>
              <a:rPr lang="en-US" sz="1500" dirty="0">
                <a:solidFill>
                  <a:srgbClr val="0000FF"/>
                </a:solidFill>
                <a:latin typeface="Cascadia Mono"/>
              </a:rPr>
              <a:t>    int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id = 101;</a:t>
            </a:r>
          </a:p>
          <a:p>
            <a:r>
              <a:rPr lang="en-US" sz="1500" dirty="0">
                <a:solidFill>
                  <a:srgbClr val="0000FF"/>
                </a:solidFill>
                <a:latin typeface="Cascadia Mono"/>
              </a:rPr>
              <a:t>    char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grade;</a:t>
            </a:r>
          </a:p>
          <a:p>
            <a:r>
              <a:rPr lang="en-US" sz="1500" dirty="0">
                <a:solidFill>
                  <a:srgbClr val="0000FF"/>
                </a:solidFill>
                <a:latin typeface="Cascadia Mono"/>
              </a:rPr>
              <a:t>    float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math = 85.5, physics = 78.0, chemistry = 90.0;</a:t>
            </a:r>
          </a:p>
          <a:p>
            <a:r>
              <a:rPr lang="en-US" sz="1500" dirty="0">
                <a:solidFill>
                  <a:srgbClr val="0000FF"/>
                </a:solidFill>
                <a:latin typeface="Cascadia Mono"/>
              </a:rPr>
              <a:t>    double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average;</a:t>
            </a:r>
          </a:p>
          <a:p>
            <a:r>
              <a:rPr lang="en-US" sz="1500" dirty="0">
                <a:solidFill>
                  <a:srgbClr val="0000FF"/>
                </a:solidFill>
                <a:latin typeface="Cascadia Mono"/>
              </a:rPr>
              <a:t>    int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passed;</a:t>
            </a:r>
            <a:endParaRPr lang="ar-EG" sz="1500" dirty="0">
              <a:latin typeface="Cascadia Mon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DFAB2E-058B-EDCB-02AD-B36985329004}"/>
              </a:ext>
            </a:extLst>
          </p:cNvPr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2.3- Data Types and Variables</a:t>
            </a:r>
            <a:endParaRPr lang="en-US" sz="3200" dirty="0">
              <a:solidFill>
                <a:srgbClr val="004567"/>
              </a:solidFill>
              <a:latin typeface="OpenSymbol"/>
            </a:endParaRPr>
          </a:p>
          <a:p>
            <a:pPr>
              <a:tabLst>
                <a:tab pos="0" algn="l"/>
              </a:tabLst>
            </a:pPr>
            <a:endParaRPr lang="en-US" sz="3000" b="0" u="none" strike="noStrike" dirty="0">
              <a:solidFill>
                <a:srgbClr val="004567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666102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C1442-1F06-BE08-4C72-05139A540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590DF0F9-419D-1F59-BF1A-00BDAC4F6BD5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A77E280-B53E-80FF-373C-2D36AA9EB0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E53A8B-7887-A03D-C863-2060126A252B}"/>
              </a:ext>
            </a:extLst>
          </p:cNvPr>
          <p:cNvSpPr txBox="1"/>
          <p:nvPr/>
        </p:nvSpPr>
        <p:spPr>
          <a:xfrm>
            <a:off x="397933" y="403767"/>
            <a:ext cx="8746066" cy="166199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2.4- Operators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endParaRPr lang="en-US" sz="24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dirty="0">
                <a:solidFill>
                  <a:srgbClr val="026DA5"/>
                </a:solidFill>
              </a:rPr>
              <a:t>We have 2 types of them:</a:t>
            </a:r>
            <a:br>
              <a:rPr lang="en-US" dirty="0">
                <a:solidFill>
                  <a:srgbClr val="026DA5"/>
                </a:solidFill>
              </a:rPr>
            </a:br>
            <a:br>
              <a:rPr lang="en-US" dirty="0"/>
            </a:br>
            <a:endParaRPr lang="en-US" dirty="0">
              <a:cs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47CBF15-15A8-5CC9-B958-F32B1EE3C9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852943"/>
              </p:ext>
            </p:extLst>
          </p:nvPr>
        </p:nvGraphicFramePr>
        <p:xfrm>
          <a:off x="398033" y="1789736"/>
          <a:ext cx="6476593" cy="3037840"/>
        </p:xfrm>
        <a:graphic>
          <a:graphicData uri="http://schemas.openxmlformats.org/drawingml/2006/table">
            <a:tbl>
              <a:tblPr firstRow="1" bandRow="1">
                <a:tableStyleId>{18603FDC-E32A-4AB5-989C-0864C3EAD2B8}</a:tableStyleId>
              </a:tblPr>
              <a:tblGrid>
                <a:gridCol w="1656410">
                  <a:extLst>
                    <a:ext uri="{9D8B030D-6E8A-4147-A177-3AD203B41FA5}">
                      <a16:colId xmlns:a16="http://schemas.microsoft.com/office/drawing/2014/main" val="744564810"/>
                    </a:ext>
                  </a:extLst>
                </a:gridCol>
                <a:gridCol w="885986">
                  <a:extLst>
                    <a:ext uri="{9D8B030D-6E8A-4147-A177-3AD203B41FA5}">
                      <a16:colId xmlns:a16="http://schemas.microsoft.com/office/drawing/2014/main" val="2190511649"/>
                    </a:ext>
                  </a:extLst>
                </a:gridCol>
                <a:gridCol w="3934197">
                  <a:extLst>
                    <a:ext uri="{9D8B030D-6E8A-4147-A177-3AD203B41FA5}">
                      <a16:colId xmlns:a16="http://schemas.microsoft.com/office/drawing/2014/main" val="790186036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marL="342900" indent="-342900">
                        <a:buAutoNum type="arabicParenR"/>
                      </a:pPr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Arithmetic operators </a:t>
                      </a:r>
                    </a:p>
                  </a:txBody>
                  <a:tcPr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horzOverflow="overflow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6018182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Addition</a:t>
                      </a: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kern="1200" noProof="0">
                          <a:solidFill>
                            <a:srgbClr val="026DA5"/>
                          </a:solidFill>
                        </a:rPr>
                        <a:t>a + b</a:t>
                      </a:r>
                      <a:endParaRPr lang="en-US" sz="1800" kern="120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800" kern="120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0">
                      <a:noFill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49741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Subtraction</a:t>
                      </a: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a - b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800" kern="120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0">
                      <a:noFill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3766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Multiplication</a:t>
                      </a: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a * b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800" kern="120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0">
                      <a:noFill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178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Division</a:t>
                      </a: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a / b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If a &amp; b are integers, there're no decimals.</a:t>
                      </a:r>
                      <a:br>
                        <a:rPr lang="en-US" sz="1800" kern="1200">
                          <a:solidFill>
                            <a:srgbClr val="026DA5"/>
                          </a:solidFill>
                        </a:rPr>
                      </a:br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5/2=2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0">
                      <a:noFill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2617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Modulus</a:t>
                      </a: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a % b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The remainder of the division. </a:t>
                      </a:r>
                      <a:br>
                        <a:rPr lang="en-US" sz="1800" kern="1200" dirty="0">
                          <a:solidFill>
                            <a:srgbClr val="026DA5"/>
                          </a:solidFill>
                        </a:rPr>
                      </a:br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5%2=1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0">
                      <a:noFill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2013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3757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A2E91-4BC4-981F-8377-D35408669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57AAF8E6-20B5-202F-BBF5-2C9840FAE385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2A482B2-9B42-4C88-1EAC-F06948C37AA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5FA3D1-5053-A8A4-8A67-44EAFCCAF670}"/>
              </a:ext>
            </a:extLst>
          </p:cNvPr>
          <p:cNvSpPr txBox="1"/>
          <p:nvPr/>
        </p:nvSpPr>
        <p:spPr>
          <a:xfrm>
            <a:off x="397933" y="403767"/>
            <a:ext cx="8746066" cy="166199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4567"/>
                </a:solidFill>
                <a:latin typeface="IBM Plex Mono"/>
              </a:rPr>
              <a:t>2.4- Operators</a:t>
            </a:r>
            <a:br>
              <a:rPr lang="en-US" sz="2400" b="1">
                <a:solidFill>
                  <a:srgbClr val="004567"/>
                </a:solidFill>
                <a:latin typeface="IBM Plex Mono"/>
              </a:rPr>
            </a:br>
            <a:endParaRPr lang="en-US" sz="2400" b="1">
              <a:solidFill>
                <a:srgbClr val="004567"/>
              </a:solidFill>
              <a:latin typeface="IBM Plex Mono"/>
            </a:endParaRPr>
          </a:p>
          <a:p>
            <a:r>
              <a:rPr lang="en-US">
                <a:solidFill>
                  <a:srgbClr val="026DA5"/>
                </a:solidFill>
              </a:rPr>
              <a:t>We have 4 types of them:</a:t>
            </a:r>
            <a:br>
              <a:rPr lang="en-US">
                <a:solidFill>
                  <a:srgbClr val="026DA5"/>
                </a:solidFill>
              </a:rPr>
            </a:br>
            <a:br>
              <a:rPr lang="en-US"/>
            </a:br>
            <a:endParaRPr lang="en-US">
              <a:cs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C7ECDC5-A360-C17C-F6CD-D515187298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377345"/>
              </p:ext>
            </p:extLst>
          </p:nvPr>
        </p:nvGraphicFramePr>
        <p:xfrm>
          <a:off x="398033" y="1789736"/>
          <a:ext cx="4615252" cy="2865120"/>
        </p:xfrm>
        <a:graphic>
          <a:graphicData uri="http://schemas.openxmlformats.org/drawingml/2006/table">
            <a:tbl>
              <a:tblPr firstRow="1" bandRow="1">
                <a:tableStyleId>{18603FDC-E32A-4AB5-989C-0864C3EAD2B8}</a:tableStyleId>
              </a:tblPr>
              <a:tblGrid>
                <a:gridCol w="3006908">
                  <a:extLst>
                    <a:ext uri="{9D8B030D-6E8A-4147-A177-3AD203B41FA5}">
                      <a16:colId xmlns:a16="http://schemas.microsoft.com/office/drawing/2014/main" val="744564810"/>
                    </a:ext>
                  </a:extLst>
                </a:gridCol>
                <a:gridCol w="1608344">
                  <a:extLst>
                    <a:ext uri="{9D8B030D-6E8A-4147-A177-3AD203B41FA5}">
                      <a16:colId xmlns:a16="http://schemas.microsoft.com/office/drawing/2014/main" val="2190511649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2)  Relational operators </a:t>
                      </a:r>
                      <a:endParaRPr lang="en-US"/>
                    </a:p>
                  </a:txBody>
                  <a:tcPr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6018182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026DA5"/>
                          </a:solidFill>
                        </a:rPr>
                        <a:t>Equal to</a:t>
                      </a: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kern="1200" noProof="0">
                          <a:solidFill>
                            <a:srgbClr val="026DA5"/>
                          </a:solidFill>
                        </a:rPr>
                        <a:t>a == b</a:t>
                      </a:r>
                      <a:endParaRPr lang="en-US" sz="1800" kern="120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49741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kern="1200" noProof="0">
                          <a:solidFill>
                            <a:srgbClr val="026DA5"/>
                          </a:solidFill>
                          <a:latin typeface="Arial"/>
                        </a:rPr>
                        <a:t>Not equal to</a:t>
                      </a:r>
                      <a:endParaRPr lang="en-US" sz="1800" kern="120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a != b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3766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Greater than</a:t>
                      </a: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a &gt; b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178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Less than</a:t>
                      </a: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a &lt; b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2617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kern="1200" noProof="0">
                          <a:solidFill>
                            <a:srgbClr val="026DA5"/>
                          </a:solidFill>
                          <a:latin typeface="Arial"/>
                        </a:rPr>
                        <a:t>Greater than or equal to</a:t>
                      </a:r>
                      <a:endParaRPr lang="en-US" sz="1800" b="0" i="0" u="none" strike="noStrike" kern="1200" noProof="0">
                        <a:solidFill>
                          <a:srgbClr val="F5F8FF"/>
                        </a:solidFill>
                        <a:latin typeface="Arial"/>
                      </a:endParaRP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>
                          <a:solidFill>
                            <a:srgbClr val="026DA5"/>
                          </a:solidFill>
                        </a:rPr>
                        <a:t>a &gt;= b</a:t>
                      </a: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201367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kern="1200" noProof="0">
                          <a:solidFill>
                            <a:srgbClr val="026DA5"/>
                          </a:solidFill>
                          <a:latin typeface="Arial"/>
                        </a:rPr>
                        <a:t>Less than or equal to</a:t>
                      </a:r>
                      <a:endParaRPr lang="en-US" sz="1800" b="0" i="0" u="none" strike="noStrike" kern="1200" noProof="0">
                        <a:solidFill>
                          <a:srgbClr val="F5F8FF"/>
                        </a:solidFill>
                        <a:latin typeface="Arial"/>
                      </a:endParaRPr>
                    </a:p>
                  </a:txBody>
                  <a:tcPr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kern="1200" noProof="0" dirty="0">
                          <a:solidFill>
                            <a:srgbClr val="026DA5"/>
                          </a:solidFill>
                          <a:latin typeface="Arial"/>
                        </a:rPr>
                        <a:t>a &lt;= b</a:t>
                      </a:r>
                      <a:endParaRPr lang="en-US" sz="1800" b="0" i="0" u="none" strike="noStrike" kern="1200" noProof="0" dirty="0">
                        <a:solidFill>
                          <a:srgbClr val="F5F8FF"/>
                        </a:solidFill>
                        <a:latin typeface="Arial"/>
                      </a:endParaRPr>
                    </a:p>
                    <a:p>
                      <a:pPr lvl="0" algn="ctr">
                        <a:buNone/>
                      </a:pPr>
                      <a:endParaRPr lang="en-US" sz="1800" kern="1200" dirty="0">
                        <a:solidFill>
                          <a:srgbClr val="026DA5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5970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53229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49A4C-264F-A80F-AF33-855325DB6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F286CA39-9460-7922-A21F-4D8E0233140F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EBBD8C5-E1D0-C4D9-A577-D3E4F73F1F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37DFDB-FABD-3294-3CA0-300A51032296}"/>
              </a:ext>
            </a:extLst>
          </p:cNvPr>
          <p:cNvSpPr txBox="1"/>
          <p:nvPr/>
        </p:nvSpPr>
        <p:spPr>
          <a:xfrm>
            <a:off x="397933" y="403767"/>
            <a:ext cx="8746066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4567"/>
                </a:solidFill>
                <a:latin typeface="IBM Plex Mono"/>
              </a:rPr>
              <a:t>2.4- Operators</a:t>
            </a:r>
            <a:br>
              <a:rPr lang="en-US" sz="2400" b="1">
                <a:solidFill>
                  <a:srgbClr val="004567"/>
                </a:solidFill>
                <a:latin typeface="IBM Plex Mono"/>
              </a:rPr>
            </a:br>
            <a:endParaRPr lang="en-US" sz="2400" b="1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935E4B-1D4C-7C8B-4841-287A28732987}"/>
              </a:ext>
            </a:extLst>
          </p:cNvPr>
          <p:cNvSpPr txBox="1"/>
          <p:nvPr/>
        </p:nvSpPr>
        <p:spPr>
          <a:xfrm>
            <a:off x="502920" y="1578277"/>
            <a:ext cx="6949440" cy="1677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008000"/>
                </a:solidFill>
                <a:latin typeface="Cascadia Mono" panose="020B0609020000020004" pitchFamily="49" charset="0"/>
              </a:rPr>
              <a:t>/* Calculations */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average = (math + physics + chemistry) / 3.0;</a:t>
            </a:r>
          </a:p>
          <a:p>
            <a:endParaRPr lang="ar-EG" sz="150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400">
                <a:solidFill>
                  <a:srgbClr val="008000"/>
                </a:solidFill>
                <a:latin typeface="Cascadia Mono" panose="020B0609020000020004" pitchFamily="49" charset="0"/>
              </a:rPr>
              <a:t>/*round up average*/</a:t>
            </a:r>
          </a:p>
          <a:p>
            <a:r>
              <a:rPr lang="fr-FR" sz="150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fr-FR" sz="1500">
                <a:solidFill>
                  <a:srgbClr val="000000"/>
                </a:solidFill>
                <a:latin typeface="Cascadia Mono" panose="020B0609020000020004" pitchFamily="49" charset="0"/>
              </a:rPr>
              <a:t> quotient = (</a:t>
            </a:r>
            <a:r>
              <a:rPr lang="fr-FR" sz="150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fr-FR" sz="1500">
                <a:solidFill>
                  <a:srgbClr val="000000"/>
                </a:solidFill>
                <a:latin typeface="Cascadia Mono" panose="020B0609020000020004" pitchFamily="49" charset="0"/>
              </a:rPr>
              <a:t>)(math + </a:t>
            </a:r>
            <a:r>
              <a:rPr lang="fr-FR" sz="1500" err="1">
                <a:solidFill>
                  <a:srgbClr val="000000"/>
                </a:solidFill>
                <a:latin typeface="Cascadia Mono" panose="020B0609020000020004" pitchFamily="49" charset="0"/>
              </a:rPr>
              <a:t>physics</a:t>
            </a:r>
            <a:r>
              <a:rPr lang="fr-FR" sz="1500">
                <a:solidFill>
                  <a:srgbClr val="000000"/>
                </a:solidFill>
                <a:latin typeface="Cascadia Mono" panose="020B0609020000020004" pitchFamily="49" charset="0"/>
              </a:rPr>
              <a:t> + </a:t>
            </a:r>
            <a:r>
              <a:rPr lang="fr-FR" sz="1500" err="1">
                <a:solidFill>
                  <a:srgbClr val="000000"/>
                </a:solidFill>
                <a:latin typeface="Cascadia Mono" panose="020B0609020000020004" pitchFamily="49" charset="0"/>
              </a:rPr>
              <a:t>chemistry</a:t>
            </a:r>
            <a:r>
              <a:rPr lang="fr-FR" sz="1500">
                <a:solidFill>
                  <a:srgbClr val="000000"/>
                </a:solidFill>
                <a:latin typeface="Cascadia Mono" panose="020B0609020000020004" pitchFamily="49" charset="0"/>
              </a:rPr>
              <a:t>) / 3;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remainder = (</a:t>
            </a:r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)(math + physics + chemistry) % 3;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RoundedAvg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= quotient + remainder;</a:t>
            </a:r>
            <a:endParaRPr lang="ar-EG" sz="1500"/>
          </a:p>
        </p:txBody>
      </p:sp>
    </p:spTree>
    <p:extLst>
      <p:ext uri="{BB962C8B-B14F-4D97-AF65-F5344CB8AC3E}">
        <p14:creationId xmlns:p14="http://schemas.microsoft.com/office/powerpoint/2010/main" val="3895072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AA5E5-520F-EB87-A989-39AA868D8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86855C5E-0A24-4FDE-DBA1-42F47D46BC3A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5438604-D34E-5924-04E0-1EE5622D34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D07A56-971E-381E-E345-4F6B58082796}"/>
              </a:ext>
            </a:extLst>
          </p:cNvPr>
          <p:cNvSpPr txBox="1"/>
          <p:nvPr/>
        </p:nvSpPr>
        <p:spPr>
          <a:xfrm>
            <a:off x="397933" y="403767"/>
            <a:ext cx="8746066" cy="33239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4567"/>
                </a:solidFill>
                <a:latin typeface="IBM Plex Mono"/>
              </a:rPr>
              <a:t>2.5- if/switch</a:t>
            </a:r>
            <a:br>
              <a:rPr lang="en-US" sz="2400" b="1">
                <a:solidFill>
                  <a:srgbClr val="004567"/>
                </a:solidFill>
                <a:latin typeface="IBM Plex Mono"/>
              </a:rPr>
            </a:br>
            <a:endParaRPr lang="en-US" sz="2400" b="1">
              <a:solidFill>
                <a:srgbClr val="004567"/>
              </a:solidFill>
              <a:latin typeface="IBM Plex Mono"/>
            </a:endParaRPr>
          </a:p>
          <a:p>
            <a:r>
              <a:rPr lang="en-US">
                <a:solidFill>
                  <a:srgbClr val="026DA5"/>
                </a:solidFill>
                <a:cs typeface="Arial"/>
              </a:rPr>
              <a:t>The </a:t>
            </a:r>
            <a:r>
              <a:rPr lang="en-US" b="1">
                <a:solidFill>
                  <a:srgbClr val="026DA5"/>
                </a:solidFill>
                <a:cs typeface="Arial"/>
              </a:rPr>
              <a:t>if</a:t>
            </a:r>
            <a:r>
              <a:rPr lang="en-US">
                <a:solidFill>
                  <a:srgbClr val="026DA5"/>
                </a:solidFill>
                <a:cs typeface="Arial"/>
              </a:rPr>
              <a:t> statement is used to </a:t>
            </a:r>
            <a:r>
              <a:rPr lang="en-US">
                <a:solidFill>
                  <a:srgbClr val="026DA5"/>
                </a:solidFill>
                <a:ea typeface="+mn-lt"/>
                <a:cs typeface="+mn-lt"/>
              </a:rPr>
              <a:t>execute code only when a condition is true.</a:t>
            </a:r>
            <a:r>
              <a:rPr lang="en-US">
                <a:solidFill>
                  <a:srgbClr val="026DA5"/>
                </a:solidFill>
                <a:cs typeface="Arial"/>
              </a:rPr>
              <a:t> </a:t>
            </a:r>
            <a:br>
              <a:rPr lang="en-US">
                <a:solidFill>
                  <a:srgbClr val="026DA5"/>
                </a:solidFill>
              </a:rPr>
            </a:br>
            <a:br>
              <a:rPr lang="en-US"/>
            </a:br>
            <a:br>
              <a:rPr lang="en-US"/>
            </a:br>
            <a:br>
              <a:rPr lang="en-US"/>
            </a:br>
            <a:r>
              <a:rPr lang="en-US" b="1">
                <a:solidFill>
                  <a:srgbClr val="E9AE7E"/>
                </a:solidFill>
                <a:latin typeface="Consolas"/>
                <a:cs typeface="Arial"/>
              </a:rPr>
              <a:t>if</a:t>
            </a:r>
            <a:r>
              <a:rPr lang="en-US" b="1">
                <a:solidFill>
                  <a:srgbClr val="F9FAFB"/>
                </a:solidFill>
                <a:latin typeface="Consolas"/>
                <a:cs typeface="Arial"/>
              </a:rPr>
              <a:t> </a:t>
            </a:r>
            <a:r>
              <a:rPr lang="en-US" b="1">
                <a:solidFill>
                  <a:srgbClr val="F8FA9D"/>
                </a:solidFill>
                <a:latin typeface="Consolas"/>
                <a:cs typeface="Arial"/>
              </a:rPr>
              <a:t>(</a:t>
            </a:r>
            <a:r>
              <a:rPr lang="en-US" b="1">
                <a:solidFill>
                  <a:srgbClr val="8DA1B9"/>
                </a:solidFill>
                <a:latin typeface="Consolas"/>
                <a:cs typeface="Arial"/>
              </a:rPr>
              <a:t>condition</a:t>
            </a:r>
            <a:r>
              <a:rPr lang="en-US" b="1">
                <a:solidFill>
                  <a:srgbClr val="F8FA9D"/>
                </a:solidFill>
                <a:latin typeface="Consolas"/>
                <a:cs typeface="Arial"/>
              </a:rPr>
              <a:t>) {
 </a:t>
            </a:r>
            <a:r>
              <a:rPr lang="en-US" b="1">
                <a:solidFill>
                  <a:srgbClr val="F9FAFB"/>
                </a:solidFill>
                <a:latin typeface="Consolas"/>
                <a:cs typeface="Arial"/>
              </a:rPr>
              <a:t>   </a:t>
            </a:r>
            <a:r>
              <a:rPr lang="en-US" b="1">
                <a:solidFill>
                  <a:srgbClr val="8DA1B9"/>
                </a:solidFill>
                <a:latin typeface="Consolas"/>
                <a:cs typeface="Arial"/>
              </a:rPr>
              <a:t>// Code to run if condition is true</a:t>
            </a:r>
            <a:r>
              <a:rPr lang="en-US" b="1">
                <a:solidFill>
                  <a:srgbClr val="F9FAFB"/>
                </a:solidFill>
                <a:latin typeface="Consolas"/>
                <a:cs typeface="Arial"/>
              </a:rPr>
              <a:t>
</a:t>
            </a:r>
            <a:r>
              <a:rPr lang="en-US" b="1">
                <a:solidFill>
                  <a:srgbClr val="F8FA9D"/>
                </a:solidFill>
                <a:latin typeface="Consolas"/>
                <a:cs typeface="Arial"/>
              </a:rPr>
              <a:t>} </a:t>
            </a:r>
            <a:r>
              <a:rPr lang="en-US" b="1">
                <a:solidFill>
                  <a:srgbClr val="E9AE7E"/>
                </a:solidFill>
                <a:latin typeface="Consolas"/>
                <a:cs typeface="Arial"/>
              </a:rPr>
              <a:t>else</a:t>
            </a:r>
            <a:r>
              <a:rPr lang="en-US" b="1">
                <a:solidFill>
                  <a:srgbClr val="F9FAFB"/>
                </a:solidFill>
                <a:latin typeface="Consolas"/>
                <a:cs typeface="Arial"/>
              </a:rPr>
              <a:t> </a:t>
            </a:r>
            <a:r>
              <a:rPr lang="en-US" b="1">
                <a:solidFill>
                  <a:srgbClr val="F8FA9D"/>
                </a:solidFill>
                <a:latin typeface="Consolas"/>
                <a:cs typeface="Arial"/>
              </a:rPr>
              <a:t>{
   </a:t>
            </a:r>
            <a:r>
              <a:rPr lang="en-US" b="1">
                <a:solidFill>
                  <a:srgbClr val="F9FAFB"/>
                </a:solidFill>
                <a:latin typeface="Consolas"/>
                <a:cs typeface="Arial"/>
              </a:rPr>
              <a:t> </a:t>
            </a:r>
            <a:r>
              <a:rPr lang="en-US" b="1">
                <a:solidFill>
                  <a:srgbClr val="8DA1B9"/>
                </a:solidFill>
                <a:latin typeface="Consolas"/>
                <a:cs typeface="Arial"/>
              </a:rPr>
              <a:t>// Default code to run if condition is false</a:t>
            </a:r>
            <a:r>
              <a:rPr lang="en-US" b="1">
                <a:solidFill>
                  <a:srgbClr val="F9FAFB"/>
                </a:solidFill>
                <a:latin typeface="Consolas"/>
                <a:cs typeface="Arial"/>
              </a:rPr>
              <a:t>
</a:t>
            </a:r>
            <a:r>
              <a:rPr lang="en-US" b="1">
                <a:solidFill>
                  <a:srgbClr val="F8FA9D"/>
                </a:solidFill>
                <a:latin typeface="Consolas"/>
                <a:cs typeface="Arial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6DF706-25B6-7730-408B-A23C1E04F0C3}"/>
              </a:ext>
            </a:extLst>
          </p:cNvPr>
          <p:cNvSpPr txBox="1"/>
          <p:nvPr/>
        </p:nvSpPr>
        <p:spPr>
          <a:xfrm>
            <a:off x="393983" y="3244654"/>
            <a:ext cx="793712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>
              <a:solidFill>
                <a:srgbClr val="026DA5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78345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9FEBF-DD12-14B4-8AC4-BCE247C5F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7C37846C-6052-A6ED-E1AC-00B75EB30C64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80F60C4-EA88-BB7F-E1EB-BFD18AAB569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B921B6-E629-E897-3274-5307C5F58CA8}"/>
              </a:ext>
            </a:extLst>
          </p:cNvPr>
          <p:cNvSpPr txBox="1"/>
          <p:nvPr/>
        </p:nvSpPr>
        <p:spPr>
          <a:xfrm>
            <a:off x="397933" y="403767"/>
            <a:ext cx="8746066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4567"/>
                </a:solidFill>
                <a:latin typeface="IBM Plex Mono"/>
              </a:rPr>
              <a:t>2.5- if/switch</a:t>
            </a:r>
            <a:br>
              <a:rPr lang="en-US" sz="2400" b="1">
                <a:solidFill>
                  <a:srgbClr val="004567"/>
                </a:solidFill>
                <a:latin typeface="IBM Plex Mono"/>
              </a:rPr>
            </a:br>
            <a:endParaRPr lang="en-US" sz="2400" b="1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59E6C2-1C5E-C59D-9014-CF996E52146A}"/>
              </a:ext>
            </a:extLst>
          </p:cNvPr>
          <p:cNvSpPr txBox="1"/>
          <p:nvPr/>
        </p:nvSpPr>
        <p:spPr>
          <a:xfrm>
            <a:off x="393983" y="3244654"/>
            <a:ext cx="793712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>
              <a:solidFill>
                <a:srgbClr val="026DA5"/>
              </a:solidFill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64DCE9-94B4-5718-C7F8-4F7A805444BB}"/>
              </a:ext>
            </a:extLst>
          </p:cNvPr>
          <p:cNvSpPr txBox="1"/>
          <p:nvPr/>
        </p:nvSpPr>
        <p:spPr>
          <a:xfrm>
            <a:off x="442806" y="1472154"/>
            <a:ext cx="8656320" cy="215443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rgbClr val="008000"/>
                </a:solidFill>
                <a:latin typeface="Cascadia Mono"/>
              </a:rPr>
              <a:t>/* Determine grade and pass/fail status */</a:t>
            </a:r>
          </a:p>
          <a:p>
            <a:endParaRPr lang="ar-EG" sz="150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ascadia Mono"/>
              </a:rPr>
              <a:t>if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(</a:t>
            </a:r>
            <a:r>
              <a:rPr lang="en-US" sz="1500" dirty="0" err="1">
                <a:solidFill>
                  <a:srgbClr val="000000"/>
                </a:solidFill>
                <a:latin typeface="Cascadia Mono"/>
              </a:rPr>
              <a:t>RoundedAvg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&gt;= 50) {</a:t>
            </a:r>
          </a:p>
          <a:p>
            <a:r>
              <a:rPr lang="en-US" sz="1500" dirty="0">
                <a:solidFill>
                  <a:srgbClr val="000000"/>
                </a:solidFill>
                <a:latin typeface="Cascadia Mono"/>
              </a:rPr>
              <a:t>    passed = 1;</a:t>
            </a:r>
          </a:p>
          <a:p>
            <a:r>
              <a:rPr lang="en-US" sz="1500" dirty="0">
                <a:solidFill>
                  <a:srgbClr val="000000"/>
                </a:solidFill>
                <a:latin typeface="Cascadia Mono"/>
              </a:rPr>
              <a:t>}</a:t>
            </a:r>
            <a:endParaRPr lang="ar-EG" sz="1500" dirty="0">
              <a:solidFill>
                <a:srgbClr val="000000"/>
              </a:solidFill>
              <a:latin typeface="Cascadia Mono"/>
            </a:endParaRPr>
          </a:p>
          <a:p>
            <a:r>
              <a:rPr lang="en-US" sz="1500" dirty="0">
                <a:solidFill>
                  <a:srgbClr val="0000FF"/>
                </a:solidFill>
                <a:latin typeface="Cascadia Mono"/>
              </a:rPr>
              <a:t>else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{</a:t>
            </a:r>
          </a:p>
          <a:p>
            <a:r>
              <a:rPr lang="en-US" sz="1500" dirty="0">
                <a:solidFill>
                  <a:srgbClr val="000000"/>
                </a:solidFill>
                <a:latin typeface="Cascadia Mono"/>
              </a:rPr>
              <a:t>    passed = 0;</a:t>
            </a:r>
          </a:p>
          <a:p>
            <a:r>
              <a:rPr lang="en-US" sz="1500" dirty="0">
                <a:solidFill>
                  <a:srgbClr val="000000"/>
                </a:solidFill>
                <a:latin typeface="Cascadia Mono"/>
              </a:rPr>
              <a:t>}</a:t>
            </a:r>
            <a:endParaRPr lang="ar-EG" sz="1500" dirty="0">
              <a:solidFill>
                <a:srgbClr val="000000"/>
              </a:solidFill>
              <a:latin typeface="Cascadia Mono"/>
            </a:endParaRPr>
          </a:p>
          <a:p>
            <a:endParaRPr lang="ar-EG" sz="150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6813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BE7ED-1BC2-9EA0-C4B4-702E60B1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131AD037-44FC-FA6A-F984-502B01FB51DD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4F340DA-26FB-8DF8-1370-7E4BB9D10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557C24-6D2C-6401-50A8-3430B29FA5AA}"/>
              </a:ext>
            </a:extLst>
          </p:cNvPr>
          <p:cNvSpPr txBox="1"/>
          <p:nvPr/>
        </p:nvSpPr>
        <p:spPr>
          <a:xfrm>
            <a:off x="397933" y="403767"/>
            <a:ext cx="8746066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4567"/>
                </a:solidFill>
                <a:latin typeface="IBM Plex Mono"/>
              </a:rPr>
              <a:t>2.5- if/switch</a:t>
            </a:r>
            <a:br>
              <a:rPr lang="en-US" sz="2400" b="1">
                <a:solidFill>
                  <a:srgbClr val="004567"/>
                </a:solidFill>
                <a:latin typeface="IBM Plex Mono"/>
              </a:rPr>
            </a:br>
            <a:endParaRPr lang="en-US" sz="2400" b="1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CA70C0-7BA9-83A9-235B-8E91C0D6B335}"/>
              </a:ext>
            </a:extLst>
          </p:cNvPr>
          <p:cNvSpPr txBox="1"/>
          <p:nvPr/>
        </p:nvSpPr>
        <p:spPr>
          <a:xfrm>
            <a:off x="393983" y="3244654"/>
            <a:ext cx="793712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>
              <a:solidFill>
                <a:srgbClr val="026DA5"/>
              </a:solidFill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4BE3A0-734E-52CF-8868-C250B24AF700}"/>
              </a:ext>
            </a:extLst>
          </p:cNvPr>
          <p:cNvSpPr txBox="1"/>
          <p:nvPr/>
        </p:nvSpPr>
        <p:spPr>
          <a:xfrm>
            <a:off x="456776" y="1234764"/>
            <a:ext cx="5806440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RoundedAvg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&gt;= 90) {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grade = 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'A’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ar-EG" sz="150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RoundedAvg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&gt;= 80) {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grade = 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'B’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ar-EG" sz="150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RoundedAvg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&gt;= 70) {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grade = 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'C’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ar-EG" sz="150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RoundedAvg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&gt;= 60) {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grade = 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'D’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ar-EG" sz="150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{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grade = 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'F’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ar-EG" sz="1500"/>
          </a:p>
        </p:txBody>
      </p:sp>
    </p:spTree>
    <p:extLst>
      <p:ext uri="{BB962C8B-B14F-4D97-AF65-F5344CB8AC3E}">
        <p14:creationId xmlns:p14="http://schemas.microsoft.com/office/powerpoint/2010/main" val="1114614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423AA-EF97-B9D3-390D-93E16D482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3212DEF8-6D35-C681-B240-60C5C90D1F5E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E57FE167-22F2-76BE-FF0D-968A501D29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99A1172-2E07-AD0D-8EB3-E41E36FE4030}"/>
              </a:ext>
            </a:extLst>
          </p:cNvPr>
          <p:cNvSpPr txBox="1"/>
          <p:nvPr/>
        </p:nvSpPr>
        <p:spPr>
          <a:xfrm>
            <a:off x="397933" y="403767"/>
            <a:ext cx="8746066" cy="483209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2.5- if/switch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endParaRPr lang="en-US" sz="24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dirty="0">
                <a:solidFill>
                  <a:srgbClr val="026DA5"/>
                </a:solidFill>
                <a:latin typeface="Arial"/>
                <a:cs typeface="Arial"/>
              </a:rPr>
              <a:t>The </a:t>
            </a:r>
            <a:r>
              <a:rPr lang="en-US" b="1" dirty="0">
                <a:solidFill>
                  <a:srgbClr val="026DA5"/>
                </a:solidFill>
                <a:latin typeface="Arial"/>
                <a:cs typeface="Arial"/>
              </a:rPr>
              <a:t>switch</a:t>
            </a:r>
            <a:r>
              <a:rPr lang="en-US" dirty="0">
                <a:solidFill>
                  <a:srgbClr val="026DA5"/>
                </a:solidFill>
                <a:latin typeface="Arial"/>
                <a:cs typeface="Arial"/>
              </a:rPr>
              <a:t> statement is used when you have one variable and many possible exact values to compare against.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br>
              <a:rPr lang="en-US" sz="1500" b="1" dirty="0">
                <a:solidFill>
                  <a:srgbClr val="F8FA9D"/>
                </a:solidFill>
                <a:latin typeface="Consolas"/>
                <a:cs typeface="Arial"/>
              </a:rPr>
            </a:br>
            <a:r>
              <a:rPr lang="en-US" sz="1600" b="1" dirty="0">
                <a:solidFill>
                  <a:srgbClr val="E9AE7E"/>
                </a:solidFill>
                <a:latin typeface="Consolas"/>
                <a:cs typeface="Arial"/>
              </a:rPr>
              <a:t>switch</a:t>
            </a: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(</a:t>
            </a:r>
            <a:r>
              <a:rPr lang="en-US" sz="1600" b="1" dirty="0">
                <a:solidFill>
                  <a:srgbClr val="8DA1B9"/>
                </a:solidFill>
                <a:latin typeface="Consolas"/>
                <a:cs typeface="Arial"/>
              </a:rPr>
              <a:t>value</a:t>
            </a: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) {</a:t>
            </a:r>
            <a:r>
              <a:rPr lang="en-US" sz="1600" b="1" dirty="0">
                <a:solidFill>
                  <a:srgbClr val="E9AE7E"/>
                </a:solidFill>
                <a:latin typeface="Consolas"/>
                <a:cs typeface="Arial"/>
              </a:rPr>
              <a:t>
    case</a:t>
            </a:r>
            <a:r>
              <a:rPr lang="en-US" sz="1600" b="1" dirty="0">
                <a:solidFill>
                  <a:srgbClr val="8DA1B9"/>
                </a:solidFill>
                <a:latin typeface="Consolas"/>
                <a:cs typeface="Arial"/>
              </a:rPr>
              <a:t> value1</a:t>
            </a: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:</a:t>
            </a:r>
            <a:r>
              <a:rPr lang="en-US" sz="1600" b="1" dirty="0">
                <a:solidFill>
                  <a:srgbClr val="8DA1B9"/>
                </a:solidFill>
                <a:latin typeface="Consolas"/>
                <a:cs typeface="Arial"/>
              </a:rPr>
              <a:t>
        // Executed code if value == value1
</a:t>
            </a:r>
            <a:r>
              <a:rPr lang="en-US" sz="1600" b="1" dirty="0">
                <a:solidFill>
                  <a:srgbClr val="E9AE7E"/>
                </a:solidFill>
                <a:latin typeface="Consolas"/>
                <a:cs typeface="Arial"/>
              </a:rPr>
              <a:t>        break</a:t>
            </a: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;</a:t>
            </a:r>
            <a:r>
              <a:rPr lang="en-US" sz="1600" b="1" dirty="0">
                <a:solidFill>
                  <a:srgbClr val="E9AE7E"/>
                </a:solidFill>
                <a:latin typeface="Consolas"/>
                <a:cs typeface="Arial"/>
              </a:rPr>
              <a:t>
    case</a:t>
            </a:r>
            <a:r>
              <a:rPr lang="en-US" sz="1600" b="1" dirty="0">
                <a:solidFill>
                  <a:srgbClr val="8DA1B9"/>
                </a:solidFill>
                <a:latin typeface="Consolas"/>
                <a:cs typeface="Arial"/>
              </a:rPr>
              <a:t> value2</a:t>
            </a: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:</a:t>
            </a:r>
            <a:r>
              <a:rPr lang="en-US" sz="1600" b="1" dirty="0">
                <a:solidFill>
                  <a:srgbClr val="8DA1B9"/>
                </a:solidFill>
                <a:latin typeface="Consolas"/>
                <a:cs typeface="Arial"/>
              </a:rPr>
              <a:t>
        // Executed code if value == value2
</a:t>
            </a:r>
            <a:r>
              <a:rPr lang="en-US" sz="1600" b="1" dirty="0">
                <a:solidFill>
                  <a:srgbClr val="E9AE7E"/>
                </a:solidFill>
                <a:latin typeface="Consolas"/>
                <a:cs typeface="Arial"/>
              </a:rPr>
              <a:t>        break</a:t>
            </a: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;</a:t>
            </a:r>
            <a:br>
              <a:rPr lang="en-US" sz="1600" b="1" dirty="0">
                <a:latin typeface="Consolas"/>
                <a:cs typeface="Arial"/>
              </a:rPr>
            </a:br>
            <a:r>
              <a:rPr lang="en-US" sz="1600" b="1" dirty="0">
                <a:solidFill>
                  <a:srgbClr val="E9AE7E"/>
                </a:solidFill>
                <a:latin typeface="Consolas"/>
                <a:cs typeface="Arial"/>
              </a:rPr>
              <a:t> </a:t>
            </a: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   </a:t>
            </a:r>
            <a:r>
              <a:rPr lang="en-US" sz="1600" b="1" dirty="0">
                <a:solidFill>
                  <a:srgbClr val="E9AE7E"/>
                </a:solidFill>
                <a:latin typeface="Consolas"/>
                <a:cs typeface="Arial"/>
              </a:rPr>
              <a:t>default</a:t>
            </a: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:</a:t>
            </a:r>
            <a:br>
              <a:rPr lang="en-US" sz="1600" b="1" dirty="0">
                <a:latin typeface="Consolas"/>
                <a:cs typeface="Arial"/>
              </a:rPr>
            </a:b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        </a:t>
            </a:r>
            <a:r>
              <a:rPr lang="en-US" sz="1600" b="1" dirty="0">
                <a:solidFill>
                  <a:srgbClr val="8DA1B9"/>
                </a:solidFill>
                <a:latin typeface="Consolas"/>
                <a:cs typeface="Arial"/>
              </a:rPr>
              <a:t>//Executed code if none of the cases matches </a:t>
            </a:r>
            <a:br>
              <a:rPr lang="en-US" sz="1600" b="1" dirty="0">
                <a:latin typeface="Consolas"/>
                <a:cs typeface="Arial"/>
              </a:rPr>
            </a:b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     </a:t>
            </a:r>
            <a:r>
              <a:rPr lang="en-US" sz="1600" b="1" dirty="0">
                <a:solidFill>
                  <a:srgbClr val="E9AE7E"/>
                </a:solidFill>
                <a:latin typeface="Consolas"/>
                <a:cs typeface="Arial"/>
              </a:rPr>
              <a:t>break</a:t>
            </a: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;</a:t>
            </a:r>
            <a:br>
              <a:rPr lang="en-US" sz="1600" b="1" dirty="0">
                <a:latin typeface="Consolas"/>
                <a:cs typeface="Arial"/>
              </a:rPr>
            </a:br>
            <a:r>
              <a:rPr lang="en-US" sz="1600" b="1" dirty="0">
                <a:solidFill>
                  <a:srgbClr val="F8FA9D"/>
                </a:solidFill>
                <a:latin typeface="Consolas"/>
                <a:cs typeface="Arial"/>
              </a:rPr>
              <a:t>}</a:t>
            </a:r>
            <a:br>
              <a:rPr lang="en-US" sz="1600" b="1" dirty="0">
                <a:latin typeface="Consolas"/>
                <a:cs typeface="Arial"/>
              </a:rPr>
            </a:br>
            <a:endParaRPr lang="en-US" b="1" dirty="0">
              <a:solidFill>
                <a:srgbClr val="E9AE7E"/>
              </a:solidFill>
              <a:latin typeface="Consolas"/>
              <a:cs typeface="Arial"/>
            </a:endParaRPr>
          </a:p>
          <a:p>
            <a:endParaRPr lang="en-US" sz="1500" b="1" dirty="0">
              <a:latin typeface="Consolas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D3A34D-FE78-D2EE-0517-5150826973EF}"/>
              </a:ext>
            </a:extLst>
          </p:cNvPr>
          <p:cNvSpPr txBox="1"/>
          <p:nvPr/>
        </p:nvSpPr>
        <p:spPr>
          <a:xfrm>
            <a:off x="393983" y="3244654"/>
            <a:ext cx="793712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>
              <a:solidFill>
                <a:srgbClr val="026DA5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56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E3E2C-A5CB-D9EB-89B5-905174336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E9F1A181-F997-D746-65E6-0EE3F9C51D2A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EA43CC3-491E-3EAD-2465-D042616549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842AC5-C3C0-3527-FE83-DC802E326135}"/>
              </a:ext>
            </a:extLst>
          </p:cNvPr>
          <p:cNvSpPr txBox="1"/>
          <p:nvPr/>
        </p:nvSpPr>
        <p:spPr>
          <a:xfrm>
            <a:off x="397933" y="403767"/>
            <a:ext cx="8746066" cy="96949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2.5- if/switch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endParaRPr lang="en-US" b="1" dirty="0">
              <a:solidFill>
                <a:srgbClr val="E9AE7E"/>
              </a:solidFill>
              <a:latin typeface="Consolas"/>
              <a:cs typeface="Arial"/>
            </a:endParaRPr>
          </a:p>
          <a:p>
            <a:endParaRPr lang="en-US" sz="1500" b="1" dirty="0">
              <a:latin typeface="Consolas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95731E-5D4A-7FB1-DDE7-4BB051A5FF02}"/>
              </a:ext>
            </a:extLst>
          </p:cNvPr>
          <p:cNvSpPr txBox="1"/>
          <p:nvPr/>
        </p:nvSpPr>
        <p:spPr>
          <a:xfrm>
            <a:off x="393983" y="3244654"/>
            <a:ext cx="793712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>
              <a:solidFill>
                <a:srgbClr val="026DA5"/>
              </a:solidFill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34F44F-C7D5-30B6-9D4D-55D54E0E00D1}"/>
              </a:ext>
            </a:extLst>
          </p:cNvPr>
          <p:cNvSpPr txBox="1"/>
          <p:nvPr/>
        </p:nvSpPr>
        <p:spPr>
          <a:xfrm>
            <a:off x="554853" y="1105453"/>
            <a:ext cx="580644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switch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(grade) {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case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'A’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: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printf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"Excellent student\n"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    break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case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'B’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: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printf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"Very good student\n"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    break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case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'C’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: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printf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"Good student\n"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    break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case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'D’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: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printf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"Average student\n"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    break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default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: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printf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"Failed student\n"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ar-EG" sz="1500"/>
          </a:p>
        </p:txBody>
      </p:sp>
    </p:spTree>
    <p:extLst>
      <p:ext uri="{BB962C8B-B14F-4D97-AF65-F5344CB8AC3E}">
        <p14:creationId xmlns:p14="http://schemas.microsoft.com/office/powerpoint/2010/main" val="2306259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7280D-F9D3-87FD-4B82-0DA32CC10EC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20180" y="1167703"/>
            <a:ext cx="7703640" cy="411120"/>
          </a:xfrm>
        </p:spPr>
        <p:txBody>
          <a:bodyPr/>
          <a:lstStyle/>
          <a:p>
            <a:r>
              <a:rPr lang="en-US" sz="1800" b="1" dirty="0">
                <a:solidFill>
                  <a:srgbClr val="004567"/>
                </a:solidFill>
              </a:rPr>
              <a:t>Ternary Operator </a:t>
            </a:r>
            <a:r>
              <a:rPr lang="en-US" sz="1800" dirty="0">
                <a:solidFill>
                  <a:srgbClr val="004567"/>
                </a:solidFill>
              </a:rPr>
              <a:t>is just like </a:t>
            </a:r>
            <a:r>
              <a:rPr lang="en-US" sz="1800" b="1" dirty="0">
                <a:solidFill>
                  <a:srgbClr val="004567"/>
                </a:solidFill>
              </a:rPr>
              <a:t>if conditions.</a:t>
            </a:r>
            <a:endParaRPr lang="en-US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B270B1-9A80-9596-E82B-8ED1A8D61496}"/>
              </a:ext>
            </a:extLst>
          </p:cNvPr>
          <p:cNvSpPr txBox="1"/>
          <p:nvPr/>
        </p:nvSpPr>
        <p:spPr>
          <a:xfrm>
            <a:off x="397933" y="403767"/>
            <a:ext cx="8746066" cy="96949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2.6- </a:t>
            </a:r>
            <a:r>
              <a:rPr lang="en-US" sz="2400" b="1" dirty="0">
                <a:solidFill>
                  <a:srgbClr val="004567"/>
                </a:solidFill>
              </a:rPr>
              <a:t>Ternary Operator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endParaRPr lang="en-US" b="1" dirty="0">
              <a:solidFill>
                <a:srgbClr val="E9AE7E"/>
              </a:solidFill>
              <a:latin typeface="Consolas"/>
              <a:cs typeface="Arial"/>
            </a:endParaRPr>
          </a:p>
          <a:p>
            <a:endParaRPr lang="en-US" sz="1500" b="1" dirty="0">
              <a:latin typeface="Consolas"/>
              <a:cs typeface="Arial"/>
            </a:endParaRPr>
          </a:p>
        </p:txBody>
      </p:sp>
      <p:pic>
        <p:nvPicPr>
          <p:cNvPr id="7" name="Picture 6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6592834-80D2-D43C-8959-8E00A7F7F7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468F29-F605-03D0-CB2D-24854A549402}"/>
              </a:ext>
            </a:extLst>
          </p:cNvPr>
          <p:cNvSpPr txBox="1"/>
          <p:nvPr/>
        </p:nvSpPr>
        <p:spPr>
          <a:xfrm>
            <a:off x="720180" y="1876816"/>
            <a:ext cx="5808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E9AE7E"/>
                </a:solidFill>
              </a:rPr>
              <a:t>condition</a:t>
            </a:r>
            <a:r>
              <a:rPr lang="en-US" dirty="0"/>
              <a:t> </a:t>
            </a:r>
            <a:r>
              <a:rPr lang="en-US" dirty="0">
                <a:solidFill>
                  <a:srgbClr val="F8FA9D"/>
                </a:solidFill>
              </a:rPr>
              <a:t>?</a:t>
            </a:r>
            <a:r>
              <a:rPr lang="en-US" dirty="0"/>
              <a:t> </a:t>
            </a:r>
            <a:r>
              <a:rPr lang="en-US" dirty="0" err="1">
                <a:solidFill>
                  <a:srgbClr val="8DA1B9"/>
                </a:solidFill>
              </a:rPr>
              <a:t>value_if_true</a:t>
            </a:r>
            <a:r>
              <a:rPr lang="en-US" dirty="0"/>
              <a:t> </a:t>
            </a:r>
            <a:r>
              <a:rPr lang="en-US" dirty="0">
                <a:solidFill>
                  <a:srgbClr val="F8FA9D"/>
                </a:solidFill>
              </a:rPr>
              <a:t>:</a:t>
            </a:r>
            <a:r>
              <a:rPr lang="en-US" dirty="0"/>
              <a:t> </a:t>
            </a:r>
            <a:r>
              <a:rPr lang="en-US" dirty="0" err="1">
                <a:solidFill>
                  <a:srgbClr val="8DA1B9"/>
                </a:solidFill>
              </a:rPr>
              <a:t>value_if_false</a:t>
            </a:r>
            <a:r>
              <a:rPr lang="en-US" dirty="0">
                <a:solidFill>
                  <a:srgbClr val="F8FA9D"/>
                </a:solidFill>
              </a:rPr>
              <a:t>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B4BED4-BD29-9888-9B49-E3FECE71088C}"/>
              </a:ext>
            </a:extLst>
          </p:cNvPr>
          <p:cNvSpPr txBox="1"/>
          <p:nvPr/>
        </p:nvSpPr>
        <p:spPr>
          <a:xfrm>
            <a:off x="720180" y="2661347"/>
            <a:ext cx="58088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= 10, b = 20;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max;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max = (a &gt; b) ? a : b;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1665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9CFE3-2A30-5CE3-F0B4-D2AB2464D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24B10F31-6888-D989-4B85-C16EF9AC7C55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8C4ACE6-7883-A1A2-BA38-6A5D1E66369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392067-FECD-C892-8FB7-1A636445FC8D}"/>
              </a:ext>
            </a:extLst>
          </p:cNvPr>
          <p:cNvSpPr txBox="1"/>
          <p:nvPr/>
        </p:nvSpPr>
        <p:spPr>
          <a:xfrm>
            <a:off x="397933" y="403767"/>
            <a:ext cx="8746066" cy="158504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2.7- Loops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endParaRPr lang="en-US" sz="24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dirty="0">
                <a:solidFill>
                  <a:srgbClr val="026DA5"/>
                </a:solidFill>
                <a:latin typeface="Arial"/>
                <a:cs typeface="Arial"/>
              </a:rPr>
              <a:t>Loops are used to repeat a block of code multiple times.</a:t>
            </a:r>
          </a:p>
          <a:p>
            <a:br>
              <a:rPr lang="en-US" sz="1500" b="1" dirty="0">
                <a:solidFill>
                  <a:srgbClr val="F8FA9D"/>
                </a:solidFill>
                <a:latin typeface="Consolas"/>
                <a:cs typeface="Arial"/>
              </a:rPr>
            </a:br>
            <a:endParaRPr lang="en-US" sz="1600" b="1" dirty="0">
              <a:latin typeface="Consolas"/>
              <a:cs typeface="Arial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226B758-B03E-0E62-7002-A5C775AA2446}"/>
              </a:ext>
            </a:extLst>
          </p:cNvPr>
          <p:cNvCxnSpPr/>
          <p:nvPr/>
        </p:nvCxnSpPr>
        <p:spPr>
          <a:xfrm>
            <a:off x="3851564" y="1669471"/>
            <a:ext cx="0" cy="256309"/>
          </a:xfrm>
          <a:prstGeom prst="straightConnector1">
            <a:avLst/>
          </a:prstGeom>
          <a:ln>
            <a:solidFill>
              <a:srgbClr val="00FF9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873A96-8BD2-428B-464A-98B550763E1C}"/>
              </a:ext>
            </a:extLst>
          </p:cNvPr>
          <p:cNvCxnSpPr>
            <a:cxnSpLocks/>
          </p:cNvCxnSpPr>
          <p:nvPr/>
        </p:nvCxnSpPr>
        <p:spPr>
          <a:xfrm>
            <a:off x="3851564" y="1669471"/>
            <a:ext cx="2542309" cy="0"/>
          </a:xfrm>
          <a:prstGeom prst="line">
            <a:avLst/>
          </a:prstGeom>
          <a:ln>
            <a:solidFill>
              <a:srgbClr val="00FF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51D441E-3CD5-68BE-81EA-25FB0A13F3D6}"/>
              </a:ext>
            </a:extLst>
          </p:cNvPr>
          <p:cNvCxnSpPr>
            <a:cxnSpLocks/>
          </p:cNvCxnSpPr>
          <p:nvPr/>
        </p:nvCxnSpPr>
        <p:spPr>
          <a:xfrm>
            <a:off x="1309255" y="1669471"/>
            <a:ext cx="2542309" cy="0"/>
          </a:xfrm>
          <a:prstGeom prst="line">
            <a:avLst/>
          </a:prstGeom>
          <a:ln>
            <a:solidFill>
              <a:srgbClr val="00FF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6622C73-24A3-389E-BD90-0F84FA225654}"/>
              </a:ext>
            </a:extLst>
          </p:cNvPr>
          <p:cNvCxnSpPr/>
          <p:nvPr/>
        </p:nvCxnSpPr>
        <p:spPr>
          <a:xfrm>
            <a:off x="6393873" y="1669471"/>
            <a:ext cx="0" cy="256309"/>
          </a:xfrm>
          <a:prstGeom prst="straightConnector1">
            <a:avLst/>
          </a:prstGeom>
          <a:ln>
            <a:solidFill>
              <a:srgbClr val="00FF9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7C4573-2476-BD40-E815-7CF7A4906F23}"/>
              </a:ext>
            </a:extLst>
          </p:cNvPr>
          <p:cNvCxnSpPr/>
          <p:nvPr/>
        </p:nvCxnSpPr>
        <p:spPr>
          <a:xfrm>
            <a:off x="1309255" y="1669471"/>
            <a:ext cx="0" cy="256309"/>
          </a:xfrm>
          <a:prstGeom prst="straightConnector1">
            <a:avLst/>
          </a:prstGeom>
          <a:ln>
            <a:solidFill>
              <a:srgbClr val="00FF9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0EDB4EC-074D-CA11-8067-CD2FC3B8441F}"/>
              </a:ext>
            </a:extLst>
          </p:cNvPr>
          <p:cNvSpPr txBox="1"/>
          <p:nvPr/>
        </p:nvSpPr>
        <p:spPr>
          <a:xfrm>
            <a:off x="749877" y="1988816"/>
            <a:ext cx="1307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26DA5"/>
                </a:solidFill>
                <a:latin typeface="Arial"/>
                <a:cs typeface="Arial"/>
              </a:rPr>
              <a:t>For Loop</a:t>
            </a:r>
            <a:endParaRPr lang="ar-EG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182946-6DCE-A85E-6604-A10D96FE579D}"/>
              </a:ext>
            </a:extLst>
          </p:cNvPr>
          <p:cNvSpPr txBox="1"/>
          <p:nvPr/>
        </p:nvSpPr>
        <p:spPr>
          <a:xfrm>
            <a:off x="3073112" y="1988816"/>
            <a:ext cx="1556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26DA5"/>
                </a:solidFill>
                <a:latin typeface="Arial"/>
                <a:cs typeface="Arial"/>
              </a:rPr>
              <a:t>While Loop</a:t>
            </a:r>
            <a:endParaRPr lang="ar-EG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CF6517-5C19-635E-1CFB-DED81CB54BC4}"/>
              </a:ext>
            </a:extLst>
          </p:cNvPr>
          <p:cNvSpPr txBox="1"/>
          <p:nvPr/>
        </p:nvSpPr>
        <p:spPr>
          <a:xfrm>
            <a:off x="5645729" y="1988816"/>
            <a:ext cx="20279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26DA5"/>
                </a:solidFill>
                <a:latin typeface="Arial"/>
                <a:cs typeface="Arial"/>
              </a:rPr>
              <a:t>Do-While Loop</a:t>
            </a:r>
            <a:endParaRPr lang="ar-E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F6AE69-BAA0-276C-9B06-871FA2D5B9DC}"/>
              </a:ext>
            </a:extLst>
          </p:cNvPr>
          <p:cNvSpPr txBox="1"/>
          <p:nvPr/>
        </p:nvSpPr>
        <p:spPr>
          <a:xfrm>
            <a:off x="58497" y="3446276"/>
            <a:ext cx="42446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E9AE7E"/>
                </a:solidFill>
                <a:latin typeface="Consolas"/>
                <a:cs typeface="Arial"/>
              </a:rPr>
              <a:t>for</a:t>
            </a:r>
            <a:r>
              <a:rPr lang="en-US" sz="1400">
                <a:solidFill>
                  <a:srgbClr val="F9FAFB"/>
                </a:solidFill>
                <a:latin typeface="Consolas"/>
                <a:cs typeface="Arial"/>
              </a:rPr>
              <a:t> 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(</a:t>
            </a:r>
            <a:r>
              <a:rPr lang="en-US" sz="1400" b="1">
                <a:solidFill>
                  <a:srgbClr val="8DA1B9"/>
                </a:solidFill>
                <a:latin typeface="Consolas"/>
                <a:cs typeface="Arial"/>
              </a:rPr>
              <a:t>initialization; condition; update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) {</a:t>
            </a:r>
            <a:r>
              <a:rPr lang="en-US" sz="1400">
                <a:solidFill>
                  <a:srgbClr val="F9FAFB"/>
                </a:solidFill>
                <a:latin typeface="Consolas"/>
                <a:cs typeface="Arial"/>
              </a:rPr>
              <a:t>
    </a:t>
            </a:r>
            <a:r>
              <a:rPr lang="en-US" sz="1400" b="1">
                <a:solidFill>
                  <a:srgbClr val="8DA1B9"/>
                </a:solidFill>
                <a:latin typeface="Consolas"/>
                <a:cs typeface="Arial"/>
              </a:rPr>
              <a:t>// Code to repeat</a:t>
            </a:r>
            <a:r>
              <a:rPr lang="en-US" sz="1400">
                <a:solidFill>
                  <a:srgbClr val="F9FAFB"/>
                </a:solidFill>
                <a:latin typeface="Consolas"/>
                <a:cs typeface="Arial"/>
              </a:rPr>
              <a:t>
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}</a:t>
            </a:r>
            <a:endParaRPr lang="ar-EG" sz="1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A923E4-B410-3300-1F68-90E0B92F82E5}"/>
              </a:ext>
            </a:extLst>
          </p:cNvPr>
          <p:cNvSpPr txBox="1"/>
          <p:nvPr/>
        </p:nvSpPr>
        <p:spPr>
          <a:xfrm>
            <a:off x="277092" y="2475593"/>
            <a:ext cx="3158836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Used when you know </a:t>
            </a:r>
          </a:p>
          <a:p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how many times you want</a:t>
            </a:r>
          </a:p>
          <a:p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to repeat the code.</a:t>
            </a:r>
            <a:br>
              <a:rPr lang="en-US">
                <a:solidFill>
                  <a:srgbClr val="026DA5"/>
                </a:solidFill>
                <a:latin typeface="Arial"/>
                <a:cs typeface="Arial"/>
              </a:rPr>
            </a:br>
            <a:endParaRPr lang="en-US">
              <a:solidFill>
                <a:srgbClr val="026DA5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65340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8C8C6-E335-333D-AD7D-E2C63C602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DE08A860-97F0-3769-213E-AF9364131247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AB3F917-4DEF-91B7-E7D6-7602CC38C3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4AA965-134D-7413-A773-34C73F369473}"/>
              </a:ext>
            </a:extLst>
          </p:cNvPr>
          <p:cNvSpPr txBox="1"/>
          <p:nvPr/>
        </p:nvSpPr>
        <p:spPr>
          <a:xfrm>
            <a:off x="397933" y="403767"/>
            <a:ext cx="8746066" cy="158504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2.7- Loops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endParaRPr lang="en-US" sz="24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dirty="0">
                <a:solidFill>
                  <a:srgbClr val="026DA5"/>
                </a:solidFill>
                <a:latin typeface="Arial"/>
                <a:cs typeface="Arial"/>
              </a:rPr>
              <a:t>Loops are used to repeat a block of code multiple times.</a:t>
            </a:r>
          </a:p>
          <a:p>
            <a:br>
              <a:rPr lang="en-US" sz="1500" b="1" dirty="0">
                <a:solidFill>
                  <a:srgbClr val="F8FA9D"/>
                </a:solidFill>
                <a:latin typeface="Consolas"/>
                <a:cs typeface="Arial"/>
              </a:rPr>
            </a:br>
            <a:endParaRPr lang="en-US" sz="1600" b="1" dirty="0">
              <a:latin typeface="Consolas"/>
              <a:cs typeface="Arial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0CD0A07-9799-4F6C-582F-9B0B21AFCC81}"/>
              </a:ext>
            </a:extLst>
          </p:cNvPr>
          <p:cNvCxnSpPr/>
          <p:nvPr/>
        </p:nvCxnSpPr>
        <p:spPr>
          <a:xfrm>
            <a:off x="3851564" y="1669471"/>
            <a:ext cx="0" cy="256309"/>
          </a:xfrm>
          <a:prstGeom prst="straightConnector1">
            <a:avLst/>
          </a:prstGeom>
          <a:ln>
            <a:solidFill>
              <a:srgbClr val="00FF9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48BDAA-655B-94F0-AAE9-FEF389ADA239}"/>
              </a:ext>
            </a:extLst>
          </p:cNvPr>
          <p:cNvCxnSpPr>
            <a:cxnSpLocks/>
          </p:cNvCxnSpPr>
          <p:nvPr/>
        </p:nvCxnSpPr>
        <p:spPr>
          <a:xfrm>
            <a:off x="3851564" y="1669471"/>
            <a:ext cx="2542309" cy="0"/>
          </a:xfrm>
          <a:prstGeom prst="line">
            <a:avLst/>
          </a:prstGeom>
          <a:ln>
            <a:solidFill>
              <a:srgbClr val="00FF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E70BAF-2E19-C7A4-45A6-E0C82D7FEDC0}"/>
              </a:ext>
            </a:extLst>
          </p:cNvPr>
          <p:cNvCxnSpPr>
            <a:cxnSpLocks/>
          </p:cNvCxnSpPr>
          <p:nvPr/>
        </p:nvCxnSpPr>
        <p:spPr>
          <a:xfrm>
            <a:off x="1309255" y="1669471"/>
            <a:ext cx="2542309" cy="0"/>
          </a:xfrm>
          <a:prstGeom prst="line">
            <a:avLst/>
          </a:prstGeom>
          <a:ln>
            <a:solidFill>
              <a:srgbClr val="00FF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F507C00-8878-3C89-EC3A-5FD4F48D83B2}"/>
              </a:ext>
            </a:extLst>
          </p:cNvPr>
          <p:cNvCxnSpPr/>
          <p:nvPr/>
        </p:nvCxnSpPr>
        <p:spPr>
          <a:xfrm>
            <a:off x="6393873" y="1669471"/>
            <a:ext cx="0" cy="256309"/>
          </a:xfrm>
          <a:prstGeom prst="straightConnector1">
            <a:avLst/>
          </a:prstGeom>
          <a:ln>
            <a:solidFill>
              <a:srgbClr val="00FF9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E7DDD89-17ED-F58D-4F37-7580D8C353A0}"/>
              </a:ext>
            </a:extLst>
          </p:cNvPr>
          <p:cNvCxnSpPr/>
          <p:nvPr/>
        </p:nvCxnSpPr>
        <p:spPr>
          <a:xfrm>
            <a:off x="1309255" y="1669471"/>
            <a:ext cx="0" cy="256309"/>
          </a:xfrm>
          <a:prstGeom prst="straightConnector1">
            <a:avLst/>
          </a:prstGeom>
          <a:ln>
            <a:solidFill>
              <a:srgbClr val="00FF9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AEF07D-55EA-21EC-495F-1CECFBB10A25}"/>
              </a:ext>
            </a:extLst>
          </p:cNvPr>
          <p:cNvSpPr txBox="1"/>
          <p:nvPr/>
        </p:nvSpPr>
        <p:spPr>
          <a:xfrm>
            <a:off x="749877" y="1988816"/>
            <a:ext cx="1307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26DA5"/>
                </a:solidFill>
                <a:latin typeface="Arial"/>
                <a:cs typeface="Arial"/>
              </a:rPr>
              <a:t>For Loop</a:t>
            </a:r>
            <a:endParaRPr lang="ar-EG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99D877-411D-2396-1B48-DB4838753BEB}"/>
              </a:ext>
            </a:extLst>
          </p:cNvPr>
          <p:cNvSpPr txBox="1"/>
          <p:nvPr/>
        </p:nvSpPr>
        <p:spPr>
          <a:xfrm>
            <a:off x="3073112" y="1988816"/>
            <a:ext cx="1556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26DA5"/>
                </a:solidFill>
                <a:latin typeface="Arial"/>
                <a:cs typeface="Arial"/>
              </a:rPr>
              <a:t>While Loop</a:t>
            </a:r>
            <a:endParaRPr lang="ar-EG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914A79-B154-1434-ABAB-0068653BAF71}"/>
              </a:ext>
            </a:extLst>
          </p:cNvPr>
          <p:cNvSpPr txBox="1"/>
          <p:nvPr/>
        </p:nvSpPr>
        <p:spPr>
          <a:xfrm>
            <a:off x="5645729" y="1988816"/>
            <a:ext cx="20279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26DA5"/>
                </a:solidFill>
                <a:latin typeface="Arial"/>
                <a:cs typeface="Arial"/>
              </a:rPr>
              <a:t>Do-While Loop</a:t>
            </a:r>
            <a:endParaRPr lang="ar-E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E84C96-FA3A-C1C6-5617-ADAAF2E76EBC}"/>
              </a:ext>
            </a:extLst>
          </p:cNvPr>
          <p:cNvSpPr txBox="1"/>
          <p:nvPr/>
        </p:nvSpPr>
        <p:spPr>
          <a:xfrm>
            <a:off x="2223654" y="2442522"/>
            <a:ext cx="396240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Used when you don't know how many times you'll repeat, </a:t>
            </a:r>
          </a:p>
          <a:p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but you know the condition. </a:t>
            </a:r>
          </a:p>
          <a:p>
            <a:endParaRPr lang="en-US" sz="1600">
              <a:solidFill>
                <a:srgbClr val="026DA5"/>
              </a:solidFill>
              <a:latin typeface="Arial"/>
              <a:cs typeface="Arial"/>
            </a:endParaRPr>
          </a:p>
          <a:p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The loop continues until the condition becomes false.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115063-7479-1318-BAD0-A884342C0DE0}"/>
              </a:ext>
            </a:extLst>
          </p:cNvPr>
          <p:cNvSpPr txBox="1"/>
          <p:nvPr/>
        </p:nvSpPr>
        <p:spPr>
          <a:xfrm>
            <a:off x="2524990" y="4012182"/>
            <a:ext cx="580851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>
                <a:solidFill>
                  <a:srgbClr val="E9AE7E"/>
                </a:solidFill>
                <a:latin typeface="Consolas"/>
                <a:cs typeface="Arial"/>
              </a:rPr>
              <a:t>while</a:t>
            </a:r>
            <a:r>
              <a:rPr lang="en-US" sz="1400">
                <a:solidFill>
                  <a:srgbClr val="F9FAFB"/>
                </a:solidFill>
                <a:latin typeface="Consolas"/>
                <a:cs typeface="Arial"/>
              </a:rPr>
              <a:t> 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(</a:t>
            </a:r>
            <a:r>
              <a:rPr lang="en-US" sz="1400" b="1">
                <a:solidFill>
                  <a:srgbClr val="8DA1B9"/>
                </a:solidFill>
                <a:latin typeface="Consolas"/>
                <a:cs typeface="Arial"/>
              </a:rPr>
              <a:t>condition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) {</a:t>
            </a:r>
            <a:r>
              <a:rPr lang="en-US" sz="1400">
                <a:solidFill>
                  <a:srgbClr val="F9FAFB"/>
                </a:solidFill>
                <a:latin typeface="Consolas"/>
                <a:cs typeface="Arial"/>
              </a:rPr>
              <a:t>
    </a:t>
            </a:r>
            <a:r>
              <a:rPr lang="en-US" sz="1400" b="1">
                <a:solidFill>
                  <a:srgbClr val="8DA1B9"/>
                </a:solidFill>
                <a:latin typeface="Consolas"/>
                <a:cs typeface="Arial"/>
              </a:rPr>
              <a:t>// Code to repeat</a:t>
            </a:r>
            <a:r>
              <a:rPr lang="en-US" sz="1400">
                <a:solidFill>
                  <a:srgbClr val="F9FAFB"/>
                </a:solidFill>
                <a:latin typeface="Consolas"/>
                <a:cs typeface="Arial"/>
              </a:rPr>
              <a:t>
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}</a:t>
            </a:r>
            <a:b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</a:br>
            <a:endParaRPr lang="ar-EG" sz="1400"/>
          </a:p>
        </p:txBody>
      </p:sp>
    </p:spTree>
    <p:extLst>
      <p:ext uri="{BB962C8B-B14F-4D97-AF65-F5344CB8AC3E}">
        <p14:creationId xmlns:p14="http://schemas.microsoft.com/office/powerpoint/2010/main" val="18653047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2A08A-72CB-992A-F5B0-61328BB39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65000BD6-256B-729F-4F0C-E54DDB501549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53F35F2-DB25-A447-DD1D-93791D40890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0A4E56-BBDD-33B2-0E28-2D9D38A3ED4C}"/>
              </a:ext>
            </a:extLst>
          </p:cNvPr>
          <p:cNvSpPr txBox="1"/>
          <p:nvPr/>
        </p:nvSpPr>
        <p:spPr>
          <a:xfrm>
            <a:off x="397933" y="403767"/>
            <a:ext cx="8746066" cy="158504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2.7- Loops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endParaRPr lang="en-US" sz="24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dirty="0">
                <a:solidFill>
                  <a:srgbClr val="026DA5"/>
                </a:solidFill>
                <a:latin typeface="Arial"/>
                <a:cs typeface="Arial"/>
              </a:rPr>
              <a:t>Loops are used to repeat a block of code multiple times.</a:t>
            </a:r>
          </a:p>
          <a:p>
            <a:br>
              <a:rPr lang="en-US" sz="1500" b="1" dirty="0">
                <a:solidFill>
                  <a:srgbClr val="F8FA9D"/>
                </a:solidFill>
                <a:latin typeface="Consolas"/>
                <a:cs typeface="Arial"/>
              </a:rPr>
            </a:br>
            <a:endParaRPr lang="en-US" sz="1600" b="1" dirty="0">
              <a:latin typeface="Consolas"/>
              <a:cs typeface="Arial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5DC7D54-C76F-6B6B-6078-71FF51830762}"/>
              </a:ext>
            </a:extLst>
          </p:cNvPr>
          <p:cNvCxnSpPr/>
          <p:nvPr/>
        </p:nvCxnSpPr>
        <p:spPr>
          <a:xfrm>
            <a:off x="3851564" y="1669471"/>
            <a:ext cx="0" cy="256309"/>
          </a:xfrm>
          <a:prstGeom prst="straightConnector1">
            <a:avLst/>
          </a:prstGeom>
          <a:ln>
            <a:solidFill>
              <a:srgbClr val="00FF9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F6D0BA-5DB0-A750-97CB-78A5BED7DFE8}"/>
              </a:ext>
            </a:extLst>
          </p:cNvPr>
          <p:cNvCxnSpPr>
            <a:cxnSpLocks/>
          </p:cNvCxnSpPr>
          <p:nvPr/>
        </p:nvCxnSpPr>
        <p:spPr>
          <a:xfrm>
            <a:off x="3851564" y="1669471"/>
            <a:ext cx="2542309" cy="0"/>
          </a:xfrm>
          <a:prstGeom prst="line">
            <a:avLst/>
          </a:prstGeom>
          <a:ln>
            <a:solidFill>
              <a:srgbClr val="00FF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C9CC285-870F-D79E-5AD0-423CDFCA4CF3}"/>
              </a:ext>
            </a:extLst>
          </p:cNvPr>
          <p:cNvCxnSpPr>
            <a:cxnSpLocks/>
          </p:cNvCxnSpPr>
          <p:nvPr/>
        </p:nvCxnSpPr>
        <p:spPr>
          <a:xfrm>
            <a:off x="1309255" y="1669471"/>
            <a:ext cx="2542309" cy="0"/>
          </a:xfrm>
          <a:prstGeom prst="line">
            <a:avLst/>
          </a:prstGeom>
          <a:ln>
            <a:solidFill>
              <a:srgbClr val="00FF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FB58F30-EA3E-46B0-B540-9847CECF1C1B}"/>
              </a:ext>
            </a:extLst>
          </p:cNvPr>
          <p:cNvCxnSpPr/>
          <p:nvPr/>
        </p:nvCxnSpPr>
        <p:spPr>
          <a:xfrm>
            <a:off x="6393873" y="1669471"/>
            <a:ext cx="0" cy="256309"/>
          </a:xfrm>
          <a:prstGeom prst="straightConnector1">
            <a:avLst/>
          </a:prstGeom>
          <a:ln>
            <a:solidFill>
              <a:srgbClr val="00FF9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FE37E4-1E7E-6DE6-631A-ABDB933259AC}"/>
              </a:ext>
            </a:extLst>
          </p:cNvPr>
          <p:cNvCxnSpPr/>
          <p:nvPr/>
        </p:nvCxnSpPr>
        <p:spPr>
          <a:xfrm>
            <a:off x="1309255" y="1669471"/>
            <a:ext cx="0" cy="256309"/>
          </a:xfrm>
          <a:prstGeom prst="straightConnector1">
            <a:avLst/>
          </a:prstGeom>
          <a:ln>
            <a:solidFill>
              <a:srgbClr val="00FF9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DDB86D-8C26-DFE4-429E-EE502BC1BBDA}"/>
              </a:ext>
            </a:extLst>
          </p:cNvPr>
          <p:cNvSpPr txBox="1"/>
          <p:nvPr/>
        </p:nvSpPr>
        <p:spPr>
          <a:xfrm>
            <a:off x="749877" y="1988816"/>
            <a:ext cx="1307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26DA5"/>
                </a:solidFill>
                <a:latin typeface="Arial"/>
                <a:cs typeface="Arial"/>
              </a:rPr>
              <a:t>For Loop</a:t>
            </a:r>
            <a:endParaRPr lang="ar-EG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BED72A-CB9C-2347-4A15-D2ABC4F56857}"/>
              </a:ext>
            </a:extLst>
          </p:cNvPr>
          <p:cNvSpPr txBox="1"/>
          <p:nvPr/>
        </p:nvSpPr>
        <p:spPr>
          <a:xfrm>
            <a:off x="3073112" y="1988816"/>
            <a:ext cx="1556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26DA5"/>
                </a:solidFill>
                <a:latin typeface="Arial"/>
                <a:cs typeface="Arial"/>
              </a:rPr>
              <a:t>While Loop</a:t>
            </a:r>
            <a:endParaRPr lang="ar-EG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4C5347-A503-8B8C-7710-A72AE335F863}"/>
              </a:ext>
            </a:extLst>
          </p:cNvPr>
          <p:cNvSpPr txBox="1"/>
          <p:nvPr/>
        </p:nvSpPr>
        <p:spPr>
          <a:xfrm>
            <a:off x="5645729" y="1988816"/>
            <a:ext cx="20279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26DA5"/>
                </a:solidFill>
                <a:latin typeface="Arial"/>
                <a:cs typeface="Arial"/>
              </a:rPr>
              <a:t>Do-While Loop</a:t>
            </a:r>
            <a:endParaRPr lang="ar-EG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30D124-68FB-E5F9-7BB1-DA4D262314CA}"/>
              </a:ext>
            </a:extLst>
          </p:cNvPr>
          <p:cNvSpPr txBox="1"/>
          <p:nvPr/>
        </p:nvSpPr>
        <p:spPr>
          <a:xfrm>
            <a:off x="5344527" y="3712340"/>
            <a:ext cx="580851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>
                <a:solidFill>
                  <a:srgbClr val="E9AE7E"/>
                </a:solidFill>
                <a:latin typeface="Consolas"/>
                <a:cs typeface="Arial"/>
              </a:rPr>
              <a:t>do</a:t>
            </a:r>
            <a:r>
              <a:rPr lang="en-US" sz="1400">
                <a:solidFill>
                  <a:srgbClr val="F9FAFB"/>
                </a:solidFill>
                <a:latin typeface="Consolas"/>
                <a:cs typeface="Arial"/>
              </a:rPr>
              <a:t> 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{</a:t>
            </a:r>
            <a:r>
              <a:rPr lang="en-US" sz="1400">
                <a:solidFill>
                  <a:srgbClr val="F9FAFB"/>
                </a:solidFill>
                <a:latin typeface="Consolas"/>
                <a:cs typeface="Arial"/>
              </a:rPr>
              <a:t>
    </a:t>
            </a:r>
            <a:r>
              <a:rPr lang="en-US" sz="1400" b="1">
                <a:solidFill>
                  <a:srgbClr val="8DA1B9"/>
                </a:solidFill>
                <a:latin typeface="Consolas"/>
                <a:cs typeface="Arial"/>
              </a:rPr>
              <a:t>// Code to repeat</a:t>
            </a:r>
            <a:r>
              <a:rPr lang="en-US" sz="1400">
                <a:solidFill>
                  <a:srgbClr val="F9FAFB"/>
                </a:solidFill>
                <a:latin typeface="Consolas"/>
                <a:cs typeface="Arial"/>
              </a:rPr>
              <a:t>
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} </a:t>
            </a:r>
            <a:r>
              <a:rPr lang="en-US" sz="1400" b="1">
                <a:solidFill>
                  <a:srgbClr val="E9AE7E"/>
                </a:solidFill>
                <a:latin typeface="Consolas"/>
                <a:cs typeface="Arial"/>
              </a:rPr>
              <a:t>while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 (</a:t>
            </a:r>
            <a:r>
              <a:rPr lang="en-US" sz="1400" b="1">
                <a:solidFill>
                  <a:srgbClr val="8DA1B9"/>
                </a:solidFill>
                <a:latin typeface="Consolas"/>
                <a:cs typeface="Arial"/>
              </a:rPr>
              <a:t>condition</a:t>
            </a:r>
            <a: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  <a:t>):</a:t>
            </a:r>
            <a:br>
              <a:rPr lang="en-US" sz="1400" b="1">
                <a:solidFill>
                  <a:srgbClr val="F8FA9D"/>
                </a:solidFill>
                <a:latin typeface="Consolas"/>
                <a:cs typeface="Arial"/>
              </a:rPr>
            </a:br>
            <a:endParaRPr lang="ar-EG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DB19CE-A504-28DE-61A4-8A9D8A95BB32}"/>
              </a:ext>
            </a:extLst>
          </p:cNvPr>
          <p:cNvSpPr txBox="1"/>
          <p:nvPr/>
        </p:nvSpPr>
        <p:spPr>
          <a:xfrm>
            <a:off x="5183331" y="2441411"/>
            <a:ext cx="3170959" cy="950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Executes the code at least once, then checks the condition for subsequent iterations.</a:t>
            </a:r>
          </a:p>
        </p:txBody>
      </p:sp>
    </p:spTree>
    <p:extLst>
      <p:ext uri="{BB962C8B-B14F-4D97-AF65-F5344CB8AC3E}">
        <p14:creationId xmlns:p14="http://schemas.microsoft.com/office/powerpoint/2010/main" val="19955429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BDCED-B417-B1A3-030C-2B97E6CC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61EF22AC-E969-CF9E-0704-BFF479A6FFE0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E6169543-7533-4549-0FFB-D13EE503DD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B91693-D8E1-7DD1-A137-0D97F7B2AB79}"/>
              </a:ext>
            </a:extLst>
          </p:cNvPr>
          <p:cNvSpPr txBox="1"/>
          <p:nvPr/>
        </p:nvSpPr>
        <p:spPr>
          <a:xfrm>
            <a:off x="397933" y="403767"/>
            <a:ext cx="8746066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2.7- Loops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endParaRPr lang="en-US" sz="2400" b="1" dirty="0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04CA02-3F5F-EA31-73D6-AD9272C86622}"/>
              </a:ext>
            </a:extLst>
          </p:cNvPr>
          <p:cNvSpPr txBox="1"/>
          <p:nvPr/>
        </p:nvSpPr>
        <p:spPr>
          <a:xfrm>
            <a:off x="554852" y="1358682"/>
            <a:ext cx="8421507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008000"/>
                </a:solidFill>
                <a:latin typeface="Cascadia Mono" panose="020B0609020000020004" pitchFamily="49" charset="0"/>
              </a:rPr>
              <a:t>/* Bonus Points */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total = 0;</a:t>
            </a:r>
          </a:p>
          <a:p>
            <a:r>
              <a:rPr lang="nn-NO" sz="150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150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150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nn-NO" sz="1500">
                <a:solidFill>
                  <a:srgbClr val="000000"/>
                </a:solidFill>
                <a:latin typeface="Cascadia Mono" panose="020B0609020000020004" pitchFamily="49" charset="0"/>
              </a:rPr>
              <a:t> i = 1; i &lt;= 3; i++) {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total += 1;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printf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"Bonus %d added, total = %d\n"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, total);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ar-EG" sz="150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ar-EG" sz="150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400">
                <a:solidFill>
                  <a:srgbClr val="008000"/>
                </a:solidFill>
                <a:latin typeface="Cascadia Mono" panose="020B0609020000020004" pitchFamily="49" charset="0"/>
              </a:rPr>
              <a:t>/*RETRY SYSTEM*/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attempts = 3;</a:t>
            </a:r>
          </a:p>
          <a:p>
            <a:r>
              <a:rPr lang="en-US" sz="1500">
                <a:solidFill>
                  <a:srgbClr val="0000FF"/>
                </a:solidFill>
                <a:latin typeface="Cascadia Mono" panose="020B0609020000020004" pitchFamily="49" charset="0"/>
              </a:rPr>
              <a:t>while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(attempts &gt; 0 &amp;&amp; !passed) {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1500" err="1">
                <a:solidFill>
                  <a:srgbClr val="000000"/>
                </a:solidFill>
                <a:latin typeface="Cascadia Mono" panose="020B0609020000020004" pitchFamily="49" charset="0"/>
              </a:rPr>
              <a:t>printf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500">
                <a:solidFill>
                  <a:srgbClr val="A31515"/>
                </a:solidFill>
                <a:latin typeface="Cascadia Mono" panose="020B0609020000020004" pitchFamily="49" charset="0"/>
              </a:rPr>
              <a:t>"Retry exam, attempts left: %d\n"</a:t>
            </a:r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, attempts);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    attempts--;</a:t>
            </a:r>
          </a:p>
          <a:p>
            <a:r>
              <a:rPr lang="en-US" sz="150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ar-EG" sz="1500"/>
          </a:p>
        </p:txBody>
      </p:sp>
    </p:spTree>
    <p:extLst>
      <p:ext uri="{BB962C8B-B14F-4D97-AF65-F5344CB8AC3E}">
        <p14:creationId xmlns:p14="http://schemas.microsoft.com/office/powerpoint/2010/main" val="13045297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767AF-4E4A-DEAD-B012-315697C5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EC59EC46-60B6-477C-9C46-D0581FAD3A70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4E3440F-68A0-EC0A-A3C4-AB8D2F0D089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EC4ACE-DCA4-8473-8DA0-E5A7B807EA7A}"/>
              </a:ext>
            </a:extLst>
          </p:cNvPr>
          <p:cNvSpPr txBox="1"/>
          <p:nvPr/>
        </p:nvSpPr>
        <p:spPr>
          <a:xfrm>
            <a:off x="397933" y="403767"/>
            <a:ext cx="8746066" cy="135421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2.8- Bitwise operations 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endParaRPr lang="en-US" sz="24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dirty="0">
                <a:solidFill>
                  <a:srgbClr val="026DA5"/>
                </a:solidFill>
                <a:latin typeface="Arial"/>
                <a:cs typeface="Arial"/>
              </a:rPr>
              <a:t>Bitwise operators work directly on the binary representation of integers (bits 0 &amp; 1).</a:t>
            </a:r>
            <a:br>
              <a:rPr lang="en-US" sz="1500" b="1" dirty="0">
                <a:solidFill>
                  <a:srgbClr val="F8FA9D"/>
                </a:solidFill>
                <a:latin typeface="Consolas"/>
                <a:cs typeface="Arial"/>
              </a:rPr>
            </a:br>
            <a:endParaRPr lang="en-US" sz="1600" b="1" dirty="0">
              <a:latin typeface="Consolas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0331DA-F7DC-4359-E11C-8EA747A0C880}"/>
              </a:ext>
            </a:extLst>
          </p:cNvPr>
          <p:cNvSpPr txBox="1"/>
          <p:nvPr/>
        </p:nvSpPr>
        <p:spPr>
          <a:xfrm>
            <a:off x="397933" y="1537657"/>
            <a:ext cx="4265498" cy="735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1650"/>
              </a:lnSpc>
            </a:pPr>
            <a:r>
              <a:rPr lang="en-US" sz="1400">
                <a:solidFill>
                  <a:srgbClr val="E9AE7E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</a:t>
            </a:r>
            <a:r>
              <a:rPr lang="en-US" sz="1400" b="0">
                <a:solidFill>
                  <a:srgbClr val="E9AE7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nt</a:t>
            </a:r>
            <a:r>
              <a:rPr lang="en-US" sz="1400">
                <a:solidFill>
                  <a:srgbClr val="F9FAF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b="0">
                <a:solidFill>
                  <a:srgbClr val="F9FAF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>
                <a:solidFill>
                  <a:srgbClr val="E9AE7E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r>
              <a:rPr lang="en-US" sz="14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400" b="0">
                <a:solidFill>
                  <a:srgbClr val="F9FAF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>
                <a:solidFill>
                  <a:srgbClr val="F9FAF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b="0">
                <a:solidFill>
                  <a:srgbClr val="8DA1B9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// </a:t>
            </a:r>
            <a:r>
              <a:rPr lang="en-US" sz="1400">
                <a:solidFill>
                  <a:srgbClr val="8DA1B9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lang="en-US" sz="1400" b="0">
                <a:solidFill>
                  <a:srgbClr val="8DA1B9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101 in binary</a:t>
            </a:r>
            <a:br>
              <a:rPr lang="en-US" sz="1400" b="0">
                <a:solidFill>
                  <a:srgbClr val="8DA1B9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1400">
                <a:solidFill>
                  <a:srgbClr val="E9AE7E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int</a:t>
            </a:r>
            <a:r>
              <a:rPr lang="en-US" sz="1400">
                <a:solidFill>
                  <a:srgbClr val="F9FAF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>
                <a:solidFill>
                  <a:srgbClr val="F9FAF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>
                <a:solidFill>
                  <a:srgbClr val="E9AE7E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  <a:r>
              <a:rPr lang="en-US" sz="14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400">
                <a:solidFill>
                  <a:srgbClr val="F9FAF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>
                <a:solidFill>
                  <a:srgbClr val="8DA1B9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 0011 in binary</a:t>
            </a:r>
            <a:endParaRPr lang="en-US" sz="1400">
              <a:solidFill>
                <a:srgbClr val="F9FAFB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atinLnBrk="1">
              <a:lnSpc>
                <a:spcPts val="1650"/>
              </a:lnSpc>
            </a:pPr>
            <a:endParaRPr lang="en-US" sz="1400" b="0">
              <a:solidFill>
                <a:srgbClr val="F9FAFB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8D875B-3F31-0054-3E57-7C6B0ED75382}"/>
              </a:ext>
            </a:extLst>
          </p:cNvPr>
          <p:cNvSpPr txBox="1"/>
          <p:nvPr/>
        </p:nvSpPr>
        <p:spPr>
          <a:xfrm>
            <a:off x="397933" y="2065600"/>
            <a:ext cx="3876194" cy="956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1600" b="1">
                <a:solidFill>
                  <a:srgbClr val="004567"/>
                </a:solidFill>
                <a:latin typeface="IBM Plex Mono"/>
              </a:rPr>
              <a:t>AND (&amp;)</a:t>
            </a:r>
            <a:br>
              <a:rPr lang="en-US" b="1">
                <a:solidFill>
                  <a:srgbClr val="004567"/>
                </a:solidFill>
                <a:effectLst/>
                <a:latin typeface="quote-cjk-patch"/>
              </a:rPr>
            </a:br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Sets each bit to 1 only if </a:t>
            </a:r>
            <a:r>
              <a:rPr lang="en-US" sz="1600" b="1">
                <a:solidFill>
                  <a:srgbClr val="026DA5"/>
                </a:solidFill>
                <a:latin typeface="Arial"/>
                <a:cs typeface="Arial"/>
              </a:rPr>
              <a:t>both</a:t>
            </a:r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 bits are 1.</a:t>
            </a:r>
            <a:br>
              <a:rPr lang="en-US" sz="160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en-US" sz="1600" b="0" i="0">
                <a:solidFill>
                  <a:srgbClr val="E9AE7E"/>
                </a:solidFill>
                <a:effectLst/>
                <a:latin typeface="Menlo"/>
              </a:rPr>
              <a:t>int</a:t>
            </a:r>
            <a:r>
              <a:rPr lang="en-US" sz="1600" b="0" i="0">
                <a:solidFill>
                  <a:srgbClr val="F9FAFB"/>
                </a:solidFill>
                <a:effectLst/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c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&amp;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b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 b="0" i="0">
                <a:solidFill>
                  <a:srgbClr val="8DA1B9"/>
                </a:solidFill>
                <a:effectLst/>
                <a:latin typeface="Menlo"/>
              </a:rPr>
              <a:t>// (0001)</a:t>
            </a:r>
            <a:r>
              <a:rPr lang="en-US" sz="1000">
                <a:solidFill>
                  <a:srgbClr val="8DA1B9"/>
                </a:solidFill>
                <a:latin typeface="Menlo"/>
              </a:rPr>
              <a:t>2</a:t>
            </a:r>
            <a:r>
              <a:rPr lang="en-US" sz="1600" b="0" i="0">
                <a:solidFill>
                  <a:srgbClr val="8DA1B9"/>
                </a:solidFill>
                <a:effectLst/>
                <a:latin typeface="Menlo"/>
              </a:rPr>
              <a:t> = (1)</a:t>
            </a:r>
            <a:r>
              <a:rPr lang="en-US" sz="1000" b="0" i="0">
                <a:solidFill>
                  <a:srgbClr val="8DA1B9"/>
                </a:solidFill>
                <a:effectLst/>
                <a:latin typeface="Menlo"/>
              </a:rPr>
              <a:t>10</a:t>
            </a:r>
            <a:endParaRPr lang="en-US" sz="1000" b="0" i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67222D-2967-D034-EA28-675E3B0A7045}"/>
              </a:ext>
            </a:extLst>
          </p:cNvPr>
          <p:cNvSpPr txBox="1"/>
          <p:nvPr/>
        </p:nvSpPr>
        <p:spPr>
          <a:xfrm>
            <a:off x="397933" y="3022209"/>
            <a:ext cx="5808518" cy="963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1800" b="1">
                <a:solidFill>
                  <a:srgbClr val="004567"/>
                </a:solidFill>
                <a:latin typeface="IBM Plex Mono"/>
              </a:rPr>
              <a:t>OR (|)</a:t>
            </a:r>
            <a:br>
              <a:rPr lang="en-US" b="1">
                <a:solidFill>
                  <a:srgbClr val="004567"/>
                </a:solidFill>
                <a:effectLst/>
                <a:latin typeface="quote-cjk-patch"/>
              </a:rPr>
            </a:br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Sets each bit to 1 only if </a:t>
            </a:r>
            <a:r>
              <a:rPr lang="en-US" sz="1600" b="1">
                <a:solidFill>
                  <a:srgbClr val="026DA5"/>
                </a:solidFill>
                <a:latin typeface="Arial"/>
                <a:cs typeface="Arial"/>
              </a:rPr>
              <a:t>either</a:t>
            </a:r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 bit is 1.</a:t>
            </a:r>
            <a:br>
              <a:rPr lang="en-US" sz="160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en-US" sz="1600" b="0" i="0">
                <a:solidFill>
                  <a:srgbClr val="E9AE7E"/>
                </a:solidFill>
                <a:effectLst/>
                <a:latin typeface="Menlo"/>
              </a:rPr>
              <a:t>int</a:t>
            </a:r>
            <a:r>
              <a:rPr lang="en-US" sz="1600" b="0" i="0">
                <a:solidFill>
                  <a:srgbClr val="F9FAFB"/>
                </a:solidFill>
                <a:effectLst/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c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|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b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 b="0" i="0">
                <a:solidFill>
                  <a:srgbClr val="8DA1B9"/>
                </a:solidFill>
                <a:effectLst/>
                <a:latin typeface="Menlo"/>
              </a:rPr>
              <a:t>// (0111)</a:t>
            </a:r>
            <a:r>
              <a:rPr lang="en-US" sz="1050">
                <a:solidFill>
                  <a:srgbClr val="8DA1B9"/>
                </a:solidFill>
                <a:latin typeface="Menlo"/>
              </a:rPr>
              <a:t>2</a:t>
            </a:r>
            <a:r>
              <a:rPr lang="en-US" sz="1800" b="0" i="0">
                <a:solidFill>
                  <a:srgbClr val="8DA1B9"/>
                </a:solidFill>
                <a:effectLst/>
                <a:latin typeface="Menlo"/>
              </a:rPr>
              <a:t> </a:t>
            </a:r>
            <a:r>
              <a:rPr lang="en-US" sz="1600" b="0" i="0">
                <a:solidFill>
                  <a:srgbClr val="8DA1B9"/>
                </a:solidFill>
                <a:effectLst/>
                <a:latin typeface="Menlo"/>
              </a:rPr>
              <a:t>= (7)</a:t>
            </a:r>
            <a:r>
              <a:rPr lang="en-US" sz="1050" b="0" i="0">
                <a:solidFill>
                  <a:srgbClr val="8DA1B9"/>
                </a:solidFill>
                <a:effectLst/>
                <a:latin typeface="Menlo"/>
              </a:rPr>
              <a:t>10</a:t>
            </a:r>
            <a:endParaRPr lang="en-US" sz="1050" b="0" i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849A15-D40F-44CC-2B97-BA2BF4EAE455}"/>
              </a:ext>
            </a:extLst>
          </p:cNvPr>
          <p:cNvSpPr txBox="1"/>
          <p:nvPr/>
        </p:nvSpPr>
        <p:spPr>
          <a:xfrm>
            <a:off x="397933" y="4041403"/>
            <a:ext cx="5808518" cy="963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>
                <a:solidFill>
                  <a:srgbClr val="004567"/>
                </a:solidFill>
                <a:latin typeface="IBM Plex Mono"/>
              </a:rPr>
              <a:t>XOR (^)</a:t>
            </a:r>
            <a:br>
              <a:rPr lang="en-US" b="1">
                <a:solidFill>
                  <a:srgbClr val="004567"/>
                </a:solidFill>
                <a:latin typeface="IBM Plex Mono"/>
              </a:rPr>
            </a:br>
            <a:r>
              <a:rPr lang="en-US" sz="1600">
                <a:solidFill>
                  <a:srgbClr val="026DA5"/>
                </a:solidFill>
                <a:latin typeface="Arial"/>
                <a:cs typeface="Arial"/>
              </a:rPr>
              <a:t>Sets each bit to 1 if the number of 1s is odd (bits are different).</a:t>
            </a:r>
            <a:br>
              <a:rPr lang="en-US" b="0" i="0">
                <a:solidFill>
                  <a:srgbClr val="004567"/>
                </a:solidFill>
                <a:effectLst/>
                <a:latin typeface="Menlo"/>
              </a:rPr>
            </a:br>
            <a:r>
              <a:rPr lang="en-US" sz="1600">
                <a:solidFill>
                  <a:srgbClr val="E9AE7E"/>
                </a:solidFill>
                <a:latin typeface="Menlo"/>
              </a:rPr>
              <a:t>int</a:t>
            </a:r>
            <a:r>
              <a:rPr lang="en-US" sz="1600">
                <a:solidFill>
                  <a:srgbClr val="F9FAFB"/>
                </a:solidFill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c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^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b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>
                <a:solidFill>
                  <a:srgbClr val="8DA1B9"/>
                </a:solidFill>
                <a:latin typeface="Menlo"/>
              </a:rPr>
              <a:t>// (0110)</a:t>
            </a:r>
            <a:r>
              <a:rPr lang="en-US" sz="1050">
                <a:solidFill>
                  <a:srgbClr val="8DA1B9"/>
                </a:solidFill>
                <a:latin typeface="Menlo"/>
              </a:rPr>
              <a:t>2</a:t>
            </a:r>
            <a:r>
              <a:rPr lang="en-US">
                <a:solidFill>
                  <a:srgbClr val="8DA1B9"/>
                </a:solidFill>
                <a:latin typeface="Menlo"/>
              </a:rPr>
              <a:t> </a:t>
            </a:r>
            <a:r>
              <a:rPr lang="en-US" sz="1600">
                <a:solidFill>
                  <a:srgbClr val="8DA1B9"/>
                </a:solidFill>
                <a:latin typeface="Menlo"/>
              </a:rPr>
              <a:t>= (6)</a:t>
            </a:r>
            <a:r>
              <a:rPr lang="en-US" sz="1050">
                <a:solidFill>
                  <a:srgbClr val="8DA1B9"/>
                </a:solidFill>
                <a:latin typeface="Menlo"/>
              </a:rPr>
              <a:t>10</a:t>
            </a:r>
            <a:endParaRPr lang="en-US" b="0" i="0">
              <a:solidFill>
                <a:srgbClr val="004567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045537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75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2" dur="75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7" dur="75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DB0D5-4C58-4CA5-6833-C04FCEEB7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FCAC41DA-DBDD-88F5-9D28-7E63FBD81EB6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C58E678-4DB2-5254-DDA1-87FFE5F8DD0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D0DD6F-7733-F9AE-C51D-7CD9B8C8B649}"/>
              </a:ext>
            </a:extLst>
          </p:cNvPr>
          <p:cNvSpPr txBox="1"/>
          <p:nvPr/>
        </p:nvSpPr>
        <p:spPr>
          <a:xfrm>
            <a:off x="397933" y="403767"/>
            <a:ext cx="8746066" cy="93871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2.8- Bitwise Shift Operators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br>
              <a:rPr lang="en-US" sz="1500" b="1" dirty="0">
                <a:solidFill>
                  <a:srgbClr val="F8FA9D"/>
                </a:solidFill>
                <a:latin typeface="Consolas"/>
                <a:cs typeface="Arial"/>
              </a:rPr>
            </a:br>
            <a:endParaRPr lang="en-US" sz="1600" b="1" dirty="0">
              <a:latin typeface="Consolas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928FD1-7C92-7504-16EE-EA7D360F12F1}"/>
              </a:ext>
            </a:extLst>
          </p:cNvPr>
          <p:cNvSpPr txBox="1"/>
          <p:nvPr/>
        </p:nvSpPr>
        <p:spPr>
          <a:xfrm>
            <a:off x="397933" y="1088169"/>
            <a:ext cx="5808517" cy="956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sz="1600" b="1">
                <a:solidFill>
                  <a:srgbClr val="004567"/>
                </a:solidFill>
                <a:latin typeface="IBM Plex Mono"/>
              </a:rPr>
              <a:t>NOT (~)</a:t>
            </a:r>
            <a:br>
              <a:rPr lang="en-US" sz="1600" b="1">
                <a:solidFill>
                  <a:srgbClr val="004567"/>
                </a:solidFill>
                <a:latin typeface="IBM Plex Mono"/>
              </a:rPr>
            </a:br>
            <a:r>
              <a:rPr lang="en-US" sz="1600">
                <a:solidFill>
                  <a:srgbClr val="026DA5"/>
                </a:solidFill>
                <a:cs typeface="Arial"/>
              </a:rPr>
              <a:t>Inverts all bits (flips 0 to 1 and 1 to 0).</a:t>
            </a:r>
            <a:br>
              <a:rPr lang="en-US" sz="1600">
                <a:solidFill>
                  <a:srgbClr val="004567"/>
                </a:solidFill>
                <a:latin typeface="quote-cjk-patch"/>
                <a:cs typeface="Arial"/>
              </a:rPr>
            </a:br>
            <a:r>
              <a:rPr lang="en-US" sz="1600">
                <a:solidFill>
                  <a:srgbClr val="E9AE7E"/>
                </a:solidFill>
                <a:latin typeface="Menlo"/>
              </a:rPr>
              <a:t>int</a:t>
            </a:r>
            <a:r>
              <a:rPr lang="en-US" sz="1600">
                <a:solidFill>
                  <a:srgbClr val="F9FAFB"/>
                </a:solidFill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c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~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>
                <a:solidFill>
                  <a:srgbClr val="8DA1B9"/>
                </a:solidFill>
                <a:latin typeface="Menlo"/>
              </a:rPr>
              <a:t>// inverts 0101 to 1010 (in binary, depends on bit size)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3ADE88-4204-CC88-5F28-95A0DE612887}"/>
              </a:ext>
            </a:extLst>
          </p:cNvPr>
          <p:cNvSpPr txBox="1"/>
          <p:nvPr/>
        </p:nvSpPr>
        <p:spPr>
          <a:xfrm>
            <a:off x="397933" y="2286746"/>
            <a:ext cx="4639541" cy="2136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1600" b="1">
                <a:solidFill>
                  <a:srgbClr val="004567"/>
                </a:solidFill>
                <a:latin typeface="IBM Plex Mono"/>
              </a:rPr>
              <a:t>Left Shift (&lt;&lt;)</a:t>
            </a:r>
            <a:br>
              <a:rPr lang="en-US" sz="1600" b="1">
                <a:solidFill>
                  <a:srgbClr val="004567"/>
                </a:solidFill>
                <a:latin typeface="IBM Plex Mono"/>
              </a:rPr>
            </a:br>
            <a:r>
              <a:rPr lang="en-US" sz="1600">
                <a:solidFill>
                  <a:srgbClr val="026DA5"/>
                </a:solidFill>
                <a:cs typeface="Arial"/>
              </a:rPr>
              <a:t>Shifts bits to the left.</a:t>
            </a:r>
            <a:br>
              <a:rPr lang="en-US" sz="1600">
                <a:solidFill>
                  <a:srgbClr val="026DA5"/>
                </a:solidFill>
                <a:cs typeface="Arial"/>
              </a:rPr>
            </a:br>
            <a:r>
              <a:rPr lang="en-US" sz="1400" b="1">
                <a:solidFill>
                  <a:srgbClr val="026DA5"/>
                </a:solidFill>
                <a:cs typeface="Arial"/>
              </a:rPr>
              <a:t>Each left shift = multiply by 2</a:t>
            </a:r>
            <a:br>
              <a:rPr lang="en-US" sz="1400" b="1">
                <a:solidFill>
                  <a:srgbClr val="026DA5"/>
                </a:solidFill>
                <a:cs typeface="Arial"/>
              </a:rPr>
            </a:br>
            <a:br>
              <a:rPr lang="en-US" sz="1400" b="1">
                <a:solidFill>
                  <a:srgbClr val="026DA5"/>
                </a:solidFill>
                <a:cs typeface="Arial"/>
              </a:rPr>
            </a:br>
            <a:r>
              <a:rPr lang="en-US" sz="1600">
                <a:solidFill>
                  <a:srgbClr val="E9AE7E"/>
                </a:solidFill>
                <a:latin typeface="Menlo"/>
              </a:rPr>
              <a:t>int</a:t>
            </a:r>
            <a:r>
              <a:rPr lang="en-US" sz="1600">
                <a:solidFill>
                  <a:srgbClr val="F9FAFB"/>
                </a:solidFill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1600">
                <a:solidFill>
                  <a:srgbClr val="E9AE7E"/>
                </a:solidFill>
                <a:latin typeface="Menlo"/>
                <a:cs typeface="Cascadia Mono" panose="020B0609020000020004" pitchFamily="49" charset="0"/>
              </a:rPr>
              <a:t>5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>
                <a:solidFill>
                  <a:srgbClr val="8DA1B9"/>
                </a:solidFill>
                <a:latin typeface="Menlo"/>
              </a:rPr>
              <a:t>// 0101 in binary</a:t>
            </a:r>
            <a:br>
              <a:rPr lang="en-US" sz="1600">
                <a:solidFill>
                  <a:srgbClr val="8DA1B9"/>
                </a:solidFill>
                <a:latin typeface="Menlo"/>
              </a:rPr>
            </a:br>
            <a:r>
              <a:rPr lang="en-US" sz="1600">
                <a:solidFill>
                  <a:srgbClr val="E9AE7E"/>
                </a:solidFill>
                <a:latin typeface="Menlo"/>
              </a:rPr>
              <a:t>int</a:t>
            </a:r>
            <a:r>
              <a:rPr lang="en-US" sz="1600">
                <a:solidFill>
                  <a:srgbClr val="F9FAFB"/>
                </a:solidFill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c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&lt;&lt;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1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>
                <a:solidFill>
                  <a:srgbClr val="8DA1B9"/>
                </a:solidFill>
                <a:latin typeface="Menlo"/>
              </a:rPr>
              <a:t>// 1010 in binary = 10 (5 * 2 = 10)</a:t>
            </a:r>
            <a:br>
              <a:rPr lang="en-US" sz="1600">
                <a:solidFill>
                  <a:srgbClr val="8DA1B9"/>
                </a:solidFill>
                <a:latin typeface="Menlo"/>
              </a:rPr>
            </a:br>
            <a:r>
              <a:rPr lang="en-US" sz="1600">
                <a:solidFill>
                  <a:srgbClr val="E9AE7E"/>
                </a:solidFill>
                <a:latin typeface="Menlo"/>
              </a:rPr>
              <a:t>int</a:t>
            </a:r>
            <a:r>
              <a:rPr lang="en-US" sz="1600">
                <a:solidFill>
                  <a:srgbClr val="F9FAFB"/>
                </a:solidFill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c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&lt;&lt; </a:t>
            </a:r>
            <a:r>
              <a:rPr lang="en-US" sz="1600">
                <a:solidFill>
                  <a:srgbClr val="E9AE7E"/>
                </a:solidFill>
                <a:latin typeface="Menlo"/>
                <a:cs typeface="Cascadia Mono" panose="020B0609020000020004" pitchFamily="49" charset="0"/>
              </a:rPr>
              <a:t>2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>
                <a:solidFill>
                  <a:srgbClr val="8DA1B9"/>
                </a:solidFill>
                <a:latin typeface="Menlo"/>
              </a:rPr>
              <a:t>// 010100 in binary = 20 (5 * 4 = 20)</a:t>
            </a:r>
            <a:endParaRPr lang="en-US" sz="1600" b="0" i="0">
              <a:solidFill>
                <a:srgbClr val="004567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62090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4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750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75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BE9AC-8A7E-4BA2-CEED-E9EF6F643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3D314A7B-052C-03C5-515F-5BBB35B82F65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F104B30-D37E-D784-4609-FDFBE9AD1A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A1F763-E4C4-E4F0-9AF5-D594D34E13A3}"/>
              </a:ext>
            </a:extLst>
          </p:cNvPr>
          <p:cNvSpPr txBox="1"/>
          <p:nvPr/>
        </p:nvSpPr>
        <p:spPr>
          <a:xfrm>
            <a:off x="397933" y="403767"/>
            <a:ext cx="8746066" cy="93871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2.8- Bitwise Shift Operators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br>
              <a:rPr lang="en-US" sz="1500" b="1" dirty="0">
                <a:solidFill>
                  <a:srgbClr val="F8FA9D"/>
                </a:solidFill>
                <a:latin typeface="Consolas"/>
                <a:cs typeface="Arial"/>
              </a:rPr>
            </a:br>
            <a:endParaRPr lang="en-US" sz="1600" b="1" dirty="0">
              <a:latin typeface="Consolas"/>
              <a:cs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C8DCB1-4DBD-4A98-B5CE-6A7AF79878F7}"/>
              </a:ext>
            </a:extLst>
          </p:cNvPr>
          <p:cNvSpPr txBox="1"/>
          <p:nvPr/>
        </p:nvSpPr>
        <p:spPr>
          <a:xfrm>
            <a:off x="543406" y="1265646"/>
            <a:ext cx="6037503" cy="2136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sz="1600" b="1">
                <a:solidFill>
                  <a:srgbClr val="004567"/>
                </a:solidFill>
                <a:latin typeface="IBM Plex Mono"/>
              </a:rPr>
              <a:t>Right Shift (&gt;&gt;)</a:t>
            </a:r>
            <a:br>
              <a:rPr lang="en-US" sz="1600" b="1">
                <a:solidFill>
                  <a:srgbClr val="004567"/>
                </a:solidFill>
                <a:latin typeface="IBM Plex Mono"/>
              </a:rPr>
            </a:br>
            <a:r>
              <a:rPr lang="en-US" sz="1600">
                <a:solidFill>
                  <a:srgbClr val="026DA5"/>
                </a:solidFill>
                <a:cs typeface="Arial"/>
              </a:rPr>
              <a:t>Shifts bits to the right.</a:t>
            </a:r>
            <a:br>
              <a:rPr lang="en-US" sz="1600">
                <a:solidFill>
                  <a:srgbClr val="026DA5"/>
                </a:solidFill>
                <a:cs typeface="Arial"/>
              </a:rPr>
            </a:br>
            <a:r>
              <a:rPr lang="en-US" sz="1400" b="1">
                <a:solidFill>
                  <a:srgbClr val="026DA5"/>
                </a:solidFill>
                <a:cs typeface="Arial"/>
              </a:rPr>
              <a:t>Each left shift = divide by 2 (integer division)</a:t>
            </a:r>
            <a:br>
              <a:rPr lang="en-US" sz="1400" b="1">
                <a:solidFill>
                  <a:srgbClr val="026DA5"/>
                </a:solidFill>
                <a:cs typeface="Arial"/>
              </a:rPr>
            </a:br>
            <a:br>
              <a:rPr lang="en-US" sz="1400" b="1">
                <a:solidFill>
                  <a:srgbClr val="026DA5"/>
                </a:solidFill>
                <a:cs typeface="Arial"/>
              </a:rPr>
            </a:br>
            <a:r>
              <a:rPr lang="en-US" sz="1600">
                <a:solidFill>
                  <a:srgbClr val="E9AE7E"/>
                </a:solidFill>
                <a:latin typeface="Menlo"/>
              </a:rPr>
              <a:t>int</a:t>
            </a:r>
            <a:r>
              <a:rPr lang="en-US" sz="1600">
                <a:solidFill>
                  <a:srgbClr val="F9FAFB"/>
                </a:solidFill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1600">
                <a:solidFill>
                  <a:srgbClr val="E9AE7E"/>
                </a:solidFill>
                <a:latin typeface="Menlo"/>
                <a:cs typeface="Cascadia Mono" panose="020B0609020000020004" pitchFamily="49" charset="0"/>
              </a:rPr>
              <a:t>5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>
                <a:solidFill>
                  <a:srgbClr val="8DA1B9"/>
                </a:solidFill>
                <a:latin typeface="Menlo"/>
              </a:rPr>
              <a:t>// 0101 in binary</a:t>
            </a:r>
            <a:br>
              <a:rPr lang="en-US" sz="1600">
                <a:solidFill>
                  <a:srgbClr val="8DA1B9"/>
                </a:solidFill>
                <a:latin typeface="Menlo"/>
              </a:rPr>
            </a:br>
            <a:r>
              <a:rPr lang="en-US" sz="1600">
                <a:solidFill>
                  <a:srgbClr val="E9AE7E"/>
                </a:solidFill>
                <a:latin typeface="Menlo"/>
              </a:rPr>
              <a:t>int</a:t>
            </a:r>
            <a:r>
              <a:rPr lang="en-US" sz="1600">
                <a:solidFill>
                  <a:srgbClr val="F9FAFB"/>
                </a:solidFill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c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&gt;&gt;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1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>
                <a:solidFill>
                  <a:srgbClr val="8DA1B9"/>
                </a:solidFill>
                <a:latin typeface="Menlo"/>
              </a:rPr>
              <a:t>// 0010 in binary = 1 (5 / 2 = 2.5, truncated to 2)</a:t>
            </a:r>
            <a:br>
              <a:rPr lang="en-US" sz="1600">
                <a:solidFill>
                  <a:srgbClr val="8DA1B9"/>
                </a:solidFill>
                <a:latin typeface="Menlo"/>
              </a:rPr>
            </a:br>
            <a:r>
              <a:rPr lang="en-US" sz="1600">
                <a:solidFill>
                  <a:srgbClr val="E9AE7E"/>
                </a:solidFill>
                <a:latin typeface="Menlo"/>
              </a:rPr>
              <a:t>int</a:t>
            </a:r>
            <a:r>
              <a:rPr lang="en-US" sz="1600">
                <a:solidFill>
                  <a:srgbClr val="F9FAFB"/>
                </a:solidFill>
                <a:latin typeface="Menlo"/>
              </a:rPr>
              <a:t>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c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a 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&gt;&gt; </a:t>
            </a:r>
            <a:r>
              <a:rPr lang="en-US" sz="1600">
                <a:solidFill>
                  <a:srgbClr val="E9AE7E"/>
                </a:solidFill>
                <a:latin typeface="Menlo"/>
                <a:cs typeface="Cascadia Mono" panose="020B0609020000020004" pitchFamily="49" charset="0"/>
              </a:rPr>
              <a:t>2</a:t>
            </a:r>
            <a:r>
              <a:rPr lang="en-US" sz="160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1600">
                <a:solidFill>
                  <a:srgbClr val="E9AE7E"/>
                </a:solidFill>
                <a:latin typeface="Menlo"/>
              </a:rPr>
              <a:t> </a:t>
            </a:r>
            <a:r>
              <a:rPr lang="en-US" sz="1600">
                <a:solidFill>
                  <a:srgbClr val="8DA1B9"/>
                </a:solidFill>
                <a:latin typeface="Menlo"/>
              </a:rPr>
              <a:t>// 0001 in binary = 2 (5 / 4 = 1.25, truncated to 2)</a:t>
            </a:r>
            <a:endParaRPr lang="en-US" sz="1600" b="0" i="0">
              <a:solidFill>
                <a:srgbClr val="004567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304809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750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822F1-E359-FE20-5A73-86A751A6A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FD7D03EB-DC0C-0DEB-9388-1A2120111DEC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65ABD83-B997-BCA7-AA10-86EA3D34EB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E4D5ADE-1FF9-CDEA-00B9-D1A366C89372}"/>
              </a:ext>
            </a:extLst>
          </p:cNvPr>
          <p:cNvSpPr txBox="1"/>
          <p:nvPr/>
        </p:nvSpPr>
        <p:spPr>
          <a:xfrm>
            <a:off x="397933" y="403767"/>
            <a:ext cx="8746066" cy="93871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2.8- Bitwise Shift Operators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br>
              <a:rPr lang="en-US" sz="1500" b="1" dirty="0">
                <a:solidFill>
                  <a:srgbClr val="F8FA9D"/>
                </a:solidFill>
                <a:latin typeface="Consolas"/>
                <a:cs typeface="Arial"/>
              </a:rPr>
            </a:br>
            <a:endParaRPr lang="en-US" sz="1600" b="1" dirty="0">
              <a:latin typeface="Consolas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00472-FFA7-5E93-B870-00181F06AAD0}"/>
              </a:ext>
            </a:extLst>
          </p:cNvPr>
          <p:cNvSpPr txBox="1"/>
          <p:nvPr/>
        </p:nvSpPr>
        <p:spPr>
          <a:xfrm>
            <a:off x="101774" y="1663195"/>
            <a:ext cx="9283426" cy="210826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>
                <a:solidFill>
                  <a:srgbClr val="008000"/>
                </a:solidFill>
                <a:latin typeface="Cascadia Mono"/>
              </a:rPr>
              <a:t>    /*SUBJECT PASS STATUS*/</a:t>
            </a:r>
            <a:br>
              <a:rPr lang="en-US" sz="1400">
                <a:solidFill>
                  <a:srgbClr val="008000"/>
                </a:solidFill>
                <a:latin typeface="Cascadia Mono" panose="020B0609020000020004" pitchFamily="49" charset="0"/>
              </a:rPr>
            </a:br>
            <a:br>
              <a:rPr lang="en-US" sz="1400">
                <a:latin typeface="Cascadia Mono"/>
              </a:rPr>
            </a:br>
            <a:r>
              <a:rPr lang="en-US" sz="1400">
                <a:solidFill>
                  <a:srgbClr val="008000"/>
                </a:solidFill>
                <a:latin typeface="Cascadia Mono"/>
              </a:rPr>
              <a:t>    </a:t>
            </a:r>
            <a:r>
              <a:rPr lang="en-US" sz="1500">
                <a:solidFill>
                  <a:srgbClr val="0000FF"/>
                </a:solidFill>
                <a:latin typeface="Cascadia Mono"/>
              </a:rPr>
              <a:t>int</a:t>
            </a:r>
            <a:r>
              <a:rPr lang="en-US" sz="1500">
                <a:solidFill>
                  <a:srgbClr val="000000"/>
                </a:solidFill>
                <a:latin typeface="Cascadia Mono"/>
              </a:rPr>
              <a:t> </a:t>
            </a:r>
            <a:r>
              <a:rPr lang="en-US" sz="1500" err="1">
                <a:solidFill>
                  <a:srgbClr val="000000"/>
                </a:solidFill>
                <a:latin typeface="Cascadia Mono"/>
              </a:rPr>
              <a:t>subjectsPassed</a:t>
            </a:r>
            <a:r>
              <a:rPr lang="en-US" sz="1500">
                <a:solidFill>
                  <a:srgbClr val="000000"/>
                </a:solidFill>
                <a:latin typeface="Cascadia Mono"/>
              </a:rPr>
              <a:t> = 0; </a:t>
            </a:r>
            <a:r>
              <a:rPr lang="en-US" sz="1400">
                <a:solidFill>
                  <a:srgbClr val="008000"/>
                </a:solidFill>
                <a:latin typeface="Cascadia Mono"/>
              </a:rPr>
              <a:t>// Bitmask to track passed subjects</a:t>
            </a:r>
          </a:p>
          <a:p>
            <a:br>
              <a:rPr lang="en-US" sz="1500">
                <a:latin typeface="Cascadia Mono" panose="020B0609020000020004" pitchFamily="49" charset="0"/>
              </a:rPr>
            </a:br>
            <a:r>
              <a:rPr lang="en-US" sz="1500">
                <a:solidFill>
                  <a:srgbClr val="008000"/>
                </a:solidFill>
                <a:latin typeface="Cascadia Mono"/>
              </a:rPr>
              <a:t>    </a:t>
            </a:r>
            <a:r>
              <a:rPr lang="en-US" sz="1500">
                <a:solidFill>
                  <a:srgbClr val="0000FF"/>
                </a:solidFill>
                <a:latin typeface="Cascadia Mono"/>
              </a:rPr>
              <a:t>if</a:t>
            </a:r>
            <a:r>
              <a:rPr lang="en-US" sz="1500">
                <a:solidFill>
                  <a:srgbClr val="000000"/>
                </a:solidFill>
                <a:latin typeface="Cascadia Mono"/>
              </a:rPr>
              <a:t> (math &gt;= 50) </a:t>
            </a:r>
            <a:r>
              <a:rPr lang="en-US" sz="1500" err="1">
                <a:solidFill>
                  <a:srgbClr val="000000"/>
                </a:solidFill>
                <a:latin typeface="Cascadia Mono"/>
              </a:rPr>
              <a:t>subjectsPassed</a:t>
            </a:r>
            <a:r>
              <a:rPr lang="en-US" sz="1500">
                <a:solidFill>
                  <a:srgbClr val="000000"/>
                </a:solidFill>
                <a:latin typeface="Cascadia Mono"/>
              </a:rPr>
              <a:t> |= 1 &lt;&lt; 0;      </a:t>
            </a:r>
            <a:r>
              <a:rPr lang="en-US" sz="1400">
                <a:solidFill>
                  <a:srgbClr val="008000"/>
                </a:solidFill>
                <a:latin typeface="Cascadia Mono"/>
              </a:rPr>
              <a:t>// math passed → set bit 0</a:t>
            </a:r>
            <a:br>
              <a:rPr lang="en-US" sz="1400">
                <a:latin typeface="Cascadia Mono" panose="020B0609020000020004" pitchFamily="49" charset="0"/>
              </a:rPr>
            </a:br>
            <a:r>
              <a:rPr lang="en-US" sz="1400">
                <a:solidFill>
                  <a:srgbClr val="008000"/>
                </a:solidFill>
                <a:latin typeface="Cascadia Mono"/>
              </a:rPr>
              <a:t>    </a:t>
            </a:r>
            <a:r>
              <a:rPr lang="en-US" sz="1500">
                <a:solidFill>
                  <a:srgbClr val="0000FF"/>
                </a:solidFill>
                <a:latin typeface="Cascadia Mono"/>
              </a:rPr>
              <a:t>if</a:t>
            </a:r>
            <a:r>
              <a:rPr lang="en-US" sz="1500">
                <a:solidFill>
                  <a:srgbClr val="000000"/>
                </a:solidFill>
                <a:latin typeface="Cascadia Mono"/>
              </a:rPr>
              <a:t> (physics &gt;= 50) </a:t>
            </a:r>
            <a:r>
              <a:rPr lang="en-US" sz="1500" err="1">
                <a:solidFill>
                  <a:srgbClr val="000000"/>
                </a:solidFill>
                <a:latin typeface="Cascadia Mono"/>
              </a:rPr>
              <a:t>subjectsPassed</a:t>
            </a:r>
            <a:r>
              <a:rPr lang="en-US" sz="1500">
                <a:solidFill>
                  <a:srgbClr val="000000"/>
                </a:solidFill>
                <a:latin typeface="Cascadia Mono"/>
              </a:rPr>
              <a:t> |= 1 &lt;&lt; 1;   </a:t>
            </a:r>
            <a:r>
              <a:rPr lang="en-US" sz="1400">
                <a:solidFill>
                  <a:srgbClr val="008000"/>
                </a:solidFill>
                <a:latin typeface="Cascadia Mono"/>
              </a:rPr>
              <a:t>// physics passed → set bit 1</a:t>
            </a:r>
          </a:p>
          <a:p>
            <a:r>
              <a:rPr lang="en-US" sz="1500">
                <a:solidFill>
                  <a:srgbClr val="0000FF"/>
                </a:solidFill>
                <a:latin typeface="Cascadia Mono"/>
              </a:rPr>
              <a:t>    if</a:t>
            </a:r>
            <a:r>
              <a:rPr lang="en-US" sz="1500">
                <a:solidFill>
                  <a:srgbClr val="000000"/>
                </a:solidFill>
                <a:latin typeface="Cascadia Mono"/>
              </a:rPr>
              <a:t> (chemistry &gt;= 50) </a:t>
            </a:r>
            <a:r>
              <a:rPr lang="en-US" sz="1500" err="1">
                <a:solidFill>
                  <a:srgbClr val="000000"/>
                </a:solidFill>
                <a:latin typeface="Cascadia Mono"/>
              </a:rPr>
              <a:t>subjectsPassed</a:t>
            </a:r>
            <a:r>
              <a:rPr lang="en-US" sz="1500">
                <a:solidFill>
                  <a:srgbClr val="000000"/>
                </a:solidFill>
                <a:latin typeface="Cascadia Mono"/>
              </a:rPr>
              <a:t> |= 1 &lt;&lt; 2; </a:t>
            </a:r>
            <a:r>
              <a:rPr lang="en-US" sz="1400">
                <a:solidFill>
                  <a:srgbClr val="008000"/>
                </a:solidFill>
                <a:latin typeface="Cascadia Mono"/>
              </a:rPr>
              <a:t>// chemistry passed → set bit 2</a:t>
            </a:r>
          </a:p>
          <a:p>
            <a:br>
              <a:rPr lang="en-US" sz="1400">
                <a:latin typeface="Cascadia Mono" panose="020B0609020000020004" pitchFamily="49" charset="0"/>
              </a:rPr>
            </a:br>
            <a:r>
              <a:rPr lang="en-US" sz="1400">
                <a:solidFill>
                  <a:srgbClr val="008000"/>
                </a:solidFill>
                <a:latin typeface="Cascadia Mono"/>
              </a:rPr>
              <a:t>    </a:t>
            </a:r>
            <a:endParaRPr lang="en-US" sz="1500">
              <a:solidFill>
                <a:srgbClr val="000000"/>
              </a:solidFill>
              <a:latin typeface="Cascadia Mono"/>
            </a:endParaRPr>
          </a:p>
        </p:txBody>
      </p:sp>
    </p:spTree>
    <p:extLst>
      <p:ext uri="{BB962C8B-B14F-4D97-AF65-F5344CB8AC3E}">
        <p14:creationId xmlns:p14="http://schemas.microsoft.com/office/powerpoint/2010/main" val="26584193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B042C-270E-35F5-4909-A9E6EC5CD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4E531344-A961-D324-8CD6-E693D0BD78AB}"/>
              </a:ext>
            </a:extLst>
          </p:cNvPr>
          <p:cNvSpPr/>
          <p:nvPr/>
        </p:nvSpPr>
        <p:spPr>
          <a:xfrm>
            <a:off x="0" y="0"/>
            <a:ext cx="9143999" cy="5143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6527CB6-1A72-979D-5B08-7763B6DCC0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47" y="4348974"/>
            <a:ext cx="2272479" cy="9617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58DE9C0-5430-FEC3-729F-F17B02BE368B}"/>
              </a:ext>
            </a:extLst>
          </p:cNvPr>
          <p:cNvSpPr txBox="1"/>
          <p:nvPr/>
        </p:nvSpPr>
        <p:spPr>
          <a:xfrm>
            <a:off x="397933" y="403767"/>
            <a:ext cx="8746066" cy="93871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2.8- Bitwise Shift Operators</a:t>
            </a:r>
            <a:br>
              <a:rPr lang="en-US" sz="2400" b="1" dirty="0">
                <a:solidFill>
                  <a:srgbClr val="004567"/>
                </a:solidFill>
                <a:latin typeface="IBM Plex Mono"/>
              </a:rPr>
            </a:br>
            <a:br>
              <a:rPr lang="en-US" sz="1500" b="1" dirty="0">
                <a:solidFill>
                  <a:srgbClr val="F8FA9D"/>
                </a:solidFill>
                <a:latin typeface="Consolas"/>
                <a:cs typeface="Arial"/>
              </a:rPr>
            </a:br>
            <a:endParaRPr lang="en-US" sz="1600" b="1" dirty="0">
              <a:latin typeface="Consolas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6715D3-C738-A966-841E-B8F9EB1C3578}"/>
              </a:ext>
            </a:extLst>
          </p:cNvPr>
          <p:cNvSpPr txBox="1"/>
          <p:nvPr/>
        </p:nvSpPr>
        <p:spPr>
          <a:xfrm>
            <a:off x="0" y="1342486"/>
            <a:ext cx="9283426" cy="235449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rgbClr val="008000"/>
                </a:solidFill>
                <a:latin typeface="Cascadia Mono"/>
              </a:rPr>
              <a:t> </a:t>
            </a:r>
            <a:br>
              <a:rPr lang="en-US" sz="1400" dirty="0">
                <a:latin typeface="Cascadia Mono" panose="020B0609020000020004" pitchFamily="49" charset="0"/>
              </a:rPr>
            </a:br>
            <a:r>
              <a:rPr lang="en-US" sz="1400" dirty="0">
                <a:solidFill>
                  <a:srgbClr val="008000"/>
                </a:solidFill>
                <a:latin typeface="Cascadia Mono"/>
              </a:rPr>
              <a:t>    // Check if student passed each subject using AND</a:t>
            </a:r>
            <a:br>
              <a:rPr lang="en-US" sz="1400" dirty="0">
                <a:latin typeface="Cascadia Mono" panose="020B0609020000020004" pitchFamily="49" charset="0"/>
              </a:rPr>
            </a:br>
            <a:br>
              <a:rPr lang="en-US" sz="1400" dirty="0">
                <a:latin typeface="Cascadia Mono"/>
              </a:rPr>
            </a:br>
            <a:r>
              <a:rPr lang="en-US" sz="1400" dirty="0">
                <a:solidFill>
                  <a:srgbClr val="008000"/>
                </a:solidFill>
                <a:latin typeface="Cascadia Mono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ascadia Mono"/>
              </a:rPr>
              <a:t>printf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(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"\</a:t>
            </a:r>
            <a:r>
              <a:rPr lang="en-US" sz="1500" dirty="0" err="1">
                <a:solidFill>
                  <a:srgbClr val="A31515"/>
                </a:solidFill>
                <a:latin typeface="Cascadia Mono"/>
              </a:rPr>
              <a:t>nSubject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 Pass Status:\n"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);</a:t>
            </a:r>
            <a:endParaRPr lang="en-US" dirty="0">
              <a:latin typeface="Cascadia Mono"/>
            </a:endParaRPr>
          </a:p>
          <a:p>
            <a:r>
              <a:rPr lang="en-US" sz="1500" dirty="0">
                <a:solidFill>
                  <a:srgbClr val="000000"/>
                </a:solidFill>
                <a:latin typeface="Cascadia Mono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ascadia Mono"/>
              </a:rPr>
              <a:t>printf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(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"Math: %s\n"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, (</a:t>
            </a:r>
            <a:r>
              <a:rPr lang="en-US" sz="1500" dirty="0" err="1">
                <a:solidFill>
                  <a:srgbClr val="000000"/>
                </a:solidFill>
                <a:latin typeface="Cascadia Mono"/>
              </a:rPr>
              <a:t>subjectsPassed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&amp; (1 &lt;&lt; 0)) ? 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"Passed"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: 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"Failed"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);</a:t>
            </a:r>
          </a:p>
          <a:p>
            <a:r>
              <a:rPr lang="en-US" sz="1500" dirty="0">
                <a:solidFill>
                  <a:srgbClr val="000000"/>
                </a:solidFill>
                <a:latin typeface="Cascadia Mono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ascadia Mono"/>
              </a:rPr>
              <a:t>printf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(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"Physics: %s\n"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, (</a:t>
            </a:r>
            <a:r>
              <a:rPr lang="en-US" sz="1500" dirty="0" err="1">
                <a:solidFill>
                  <a:srgbClr val="000000"/>
                </a:solidFill>
                <a:latin typeface="Cascadia Mono"/>
              </a:rPr>
              <a:t>subjectsPassed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&amp; (1 &lt;&lt; 1)) ? 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"Passed"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: 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"Failed"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);</a:t>
            </a:r>
          </a:p>
          <a:p>
            <a:r>
              <a:rPr lang="en-US" sz="1500" dirty="0">
                <a:solidFill>
                  <a:srgbClr val="000000"/>
                </a:solidFill>
                <a:latin typeface="Cascadia Mono"/>
              </a:rPr>
              <a:t>    </a:t>
            </a:r>
            <a:r>
              <a:rPr lang="en-US" sz="1500" dirty="0" err="1">
                <a:solidFill>
                  <a:srgbClr val="000000"/>
                </a:solidFill>
                <a:latin typeface="Cascadia Mono"/>
              </a:rPr>
              <a:t>printf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(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"Chemistry: %s\n"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, (</a:t>
            </a:r>
            <a:r>
              <a:rPr lang="en-US" sz="1500" dirty="0" err="1">
                <a:solidFill>
                  <a:srgbClr val="000000"/>
                </a:solidFill>
                <a:latin typeface="Cascadia Mono"/>
              </a:rPr>
              <a:t>subjectsPassed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&amp; (1 &lt;&lt; 2)) ? 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"Passed"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: </a:t>
            </a:r>
            <a:r>
              <a:rPr lang="en-US" sz="1500" dirty="0">
                <a:solidFill>
                  <a:srgbClr val="A31515"/>
                </a:solidFill>
                <a:latin typeface="Cascadia Mono"/>
              </a:rPr>
              <a:t>"Failed"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);</a:t>
            </a:r>
          </a:p>
          <a:p>
            <a:br>
              <a:rPr lang="en-US" sz="1500" dirty="0">
                <a:latin typeface="Cascadia Mono" panose="020B0609020000020004" pitchFamily="49" charset="0"/>
              </a:rPr>
            </a:br>
            <a:r>
              <a:rPr lang="en-US" sz="1500" dirty="0">
                <a:solidFill>
                  <a:srgbClr val="000000"/>
                </a:solidFill>
                <a:latin typeface="Cascadia Mono"/>
              </a:rPr>
              <a:t>    </a:t>
            </a:r>
            <a:r>
              <a:rPr lang="en-US" sz="1500" dirty="0">
                <a:solidFill>
                  <a:srgbClr val="0000FF"/>
                </a:solidFill>
                <a:latin typeface="Cascadia Mono"/>
              </a:rPr>
              <a:t>return</a:t>
            </a:r>
            <a:r>
              <a:rPr lang="en-US" sz="1500" dirty="0">
                <a:solidFill>
                  <a:srgbClr val="000000"/>
                </a:solidFill>
                <a:latin typeface="Cascadia Mono"/>
              </a:rPr>
              <a:t> 0;</a:t>
            </a:r>
          </a:p>
          <a:p>
            <a:r>
              <a:rPr lang="en-US" sz="1500" dirty="0">
                <a:solidFill>
                  <a:srgbClr val="000000"/>
                </a:solidFill>
                <a:latin typeface="Cascadia Mono"/>
              </a:rPr>
              <a:t>}</a:t>
            </a:r>
            <a:endParaRPr lang="ar-EG" sz="1500" dirty="0">
              <a:latin typeface="Cascadia Mono"/>
            </a:endParaRPr>
          </a:p>
        </p:txBody>
      </p:sp>
    </p:spTree>
    <p:extLst>
      <p:ext uri="{BB962C8B-B14F-4D97-AF65-F5344CB8AC3E}">
        <p14:creationId xmlns:p14="http://schemas.microsoft.com/office/powerpoint/2010/main" val="28656036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10;p2">
            <a:extLst>
              <a:ext uri="{FF2B5EF4-FFF2-40B4-BE49-F238E27FC236}">
                <a16:creationId xmlns:a16="http://schemas.microsoft.com/office/drawing/2014/main" id="{A76DA458-EDC1-D967-22E2-5F5A6D5033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Google Shape;112;p2" descr="A white sign with black text&#10;&#10;Description automatically generated">
            <a:extLst>
              <a:ext uri="{FF2B5EF4-FFF2-40B4-BE49-F238E27FC236}">
                <a16:creationId xmlns:a16="http://schemas.microsoft.com/office/drawing/2014/main" id="{3A6386E5-42CB-5383-2FC4-BA2BF724B73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17427" y="196763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oogle Shape;113;p2">
            <a:extLst>
              <a:ext uri="{FF2B5EF4-FFF2-40B4-BE49-F238E27FC236}">
                <a16:creationId xmlns:a16="http://schemas.microsoft.com/office/drawing/2014/main" id="{2A481AEF-8D94-BD42-8605-216186A05561}"/>
              </a:ext>
            </a:extLst>
          </p:cNvPr>
          <p:cNvGrpSpPr/>
          <p:nvPr/>
        </p:nvGrpSpPr>
        <p:grpSpPr>
          <a:xfrm rot="10800000" flipH="1">
            <a:off x="7565779" y="334978"/>
            <a:ext cx="1329559" cy="4025209"/>
            <a:chOff x="10607605" y="3602621"/>
            <a:chExt cx="1329559" cy="3009868"/>
          </a:xfrm>
        </p:grpSpPr>
        <p:cxnSp>
          <p:nvCxnSpPr>
            <p:cNvPr id="10" name="Google Shape;114;p2">
              <a:extLst>
                <a:ext uri="{FF2B5EF4-FFF2-40B4-BE49-F238E27FC236}">
                  <a16:creationId xmlns:a16="http://schemas.microsoft.com/office/drawing/2014/main" id="{71915415-2929-172A-E0AA-4B427648B7F1}"/>
                </a:ext>
              </a:extLst>
            </p:cNvPr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115;p2">
              <a:extLst>
                <a:ext uri="{FF2B5EF4-FFF2-40B4-BE49-F238E27FC236}">
                  <a16:creationId xmlns:a16="http://schemas.microsoft.com/office/drawing/2014/main" id="{50573A1B-0449-D8E8-A1BC-0104E7EBDE62}"/>
                </a:ext>
              </a:extLst>
            </p:cNvPr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116;p2">
              <a:extLst>
                <a:ext uri="{FF2B5EF4-FFF2-40B4-BE49-F238E27FC236}">
                  <a16:creationId xmlns:a16="http://schemas.microsoft.com/office/drawing/2014/main" id="{5B91ADF1-E096-E145-F11C-56196F784548}"/>
                </a:ext>
              </a:extLst>
            </p:cNvPr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117;p2">
              <a:extLst>
                <a:ext uri="{FF2B5EF4-FFF2-40B4-BE49-F238E27FC236}">
                  <a16:creationId xmlns:a16="http://schemas.microsoft.com/office/drawing/2014/main" id="{C15EAA6E-BFB8-9D7C-E039-4692B98B5BA4}"/>
                </a:ext>
              </a:extLst>
            </p:cNvPr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" name="Google Shape;118;p2">
            <a:extLst>
              <a:ext uri="{FF2B5EF4-FFF2-40B4-BE49-F238E27FC236}">
                <a16:creationId xmlns:a16="http://schemas.microsoft.com/office/drawing/2014/main" id="{754C1F0D-5A1B-0050-E608-F2AC9BC2ED7B}"/>
              </a:ext>
            </a:extLst>
          </p:cNvPr>
          <p:cNvSpPr/>
          <p:nvPr/>
        </p:nvSpPr>
        <p:spPr>
          <a:xfrm rot="5400000">
            <a:off x="-1003331" y="1448756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21;p2">
            <a:extLst>
              <a:ext uri="{FF2B5EF4-FFF2-40B4-BE49-F238E27FC236}">
                <a16:creationId xmlns:a16="http://schemas.microsoft.com/office/drawing/2014/main" id="{15C37E0B-4DDF-1FEB-695A-11E23B8ED6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6200000">
            <a:off x="269755" y="3915858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2;p2">
            <a:extLst>
              <a:ext uri="{FF2B5EF4-FFF2-40B4-BE49-F238E27FC236}">
                <a16:creationId xmlns:a16="http://schemas.microsoft.com/office/drawing/2014/main" id="{98F05AEA-8B8B-61A8-95F6-4F90978521D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17483" y="424320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laceHolder 2">
            <a:extLst>
              <a:ext uri="{FF2B5EF4-FFF2-40B4-BE49-F238E27FC236}">
                <a16:creationId xmlns:a16="http://schemas.microsoft.com/office/drawing/2014/main" id="{D2A874E2-9528-97E3-4548-9FB1A1370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5158" y="1162642"/>
            <a:ext cx="5124240" cy="11849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6500" b="1" u="none" strike="noStrike">
                <a:solidFill>
                  <a:schemeClr val="bg1"/>
                </a:solidFill>
                <a:effectLst/>
                <a:uFillTx/>
                <a:latin typeface="IBM Plex Mono"/>
                <a:ea typeface="IBM Plex Mono"/>
              </a:rPr>
              <a:t>Thanks</a:t>
            </a:r>
            <a:r>
              <a:rPr lang="en" sz="6500" b="1">
                <a:solidFill>
                  <a:schemeClr val="bg1"/>
                </a:solidFill>
                <a:latin typeface="IBM Plex Mono"/>
                <a:ea typeface="IBM Plex Mono"/>
              </a:rPr>
              <a:t>!</a:t>
            </a:r>
            <a:endParaRPr lang="fr-FR" sz="6500" b="0" u="none" strike="noStrike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>
            <a:extLst>
              <a:ext uri="{FF2B5EF4-FFF2-40B4-BE49-F238E27FC236}">
                <a16:creationId xmlns:a16="http://schemas.microsoft.com/office/drawing/2014/main" id="{9856116E-CB4D-4517-4FA9-ECFC82BC49DF}"/>
              </a:ext>
            </a:extLst>
          </p:cNvPr>
          <p:cNvSpPr txBox="1">
            <a:spLocks/>
          </p:cNvSpPr>
          <p:nvPr/>
        </p:nvSpPr>
        <p:spPr>
          <a:xfrm>
            <a:off x="2009880" y="2571750"/>
            <a:ext cx="5124240" cy="861774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b="1">
                <a:solidFill>
                  <a:schemeClr val="bg1"/>
                </a:solidFill>
                <a:latin typeface="IBM Plex Mono"/>
                <a:ea typeface="IBM Plex Mono"/>
              </a:rPr>
              <a:t>Any Questions</a:t>
            </a:r>
            <a:r>
              <a:rPr lang="en-US" b="1">
                <a:solidFill>
                  <a:srgbClr val="FFFFFF"/>
                </a:solidFill>
              </a:rPr>
              <a:t>?</a:t>
            </a:r>
            <a:endParaRPr lang="fr-FR">
              <a:solidFill>
                <a:schemeClr val="bg1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1558446"/>
      </p:ext>
    </p:extLst>
  </p:cSld>
  <p:clrMapOvr>
    <a:masterClrMapping/>
  </p:clrMapOvr>
</p:sld>
</file>

<file path=ppt/theme/theme1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1E2F3D2668A4541964358990654C153" ma:contentTypeVersion="5" ma:contentTypeDescription="Create a new document." ma:contentTypeScope="" ma:versionID="45374f24112a40cb4903035de2c0197c">
  <xsd:schema xmlns:xsd="http://www.w3.org/2001/XMLSchema" xmlns:xs="http://www.w3.org/2001/XMLSchema" xmlns:p="http://schemas.microsoft.com/office/2006/metadata/properties" xmlns:ns3="a0d7ad30-fa18-42e0-9634-7452c19c9063" targetNamespace="http://schemas.microsoft.com/office/2006/metadata/properties" ma:root="true" ma:fieldsID="945a60a7edd465f3441da7c217840c53" ns3:_="">
    <xsd:import namespace="a0d7ad30-fa18-42e0-9634-7452c19c906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d7ad30-fa18-42e0-9634-7452c19c906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0d7ad30-fa18-42e0-9634-7452c19c9063" xsi:nil="true"/>
  </documentManagement>
</p:properties>
</file>

<file path=customXml/itemProps1.xml><?xml version="1.0" encoding="utf-8"?>
<ds:datastoreItem xmlns:ds="http://schemas.openxmlformats.org/officeDocument/2006/customXml" ds:itemID="{7C6C3D06-5C3D-4298-905D-981FC0177649}">
  <ds:schemaRefs>
    <ds:schemaRef ds:uri="a0d7ad30-fa18-42e0-9634-7452c19c906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F2058B4-52DA-4296-9EA1-E518AE1261A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B800387-23BC-4DCA-B2D7-1A4610912E75}">
  <ds:schemaRefs>
    <ds:schemaRef ds:uri="http://schemas.microsoft.com/office/2006/metadata/properties"/>
    <ds:schemaRef ds:uri="http://purl.org/dc/terms/"/>
    <ds:schemaRef ds:uri="http://purl.org/dc/dcmitype/"/>
    <ds:schemaRef ds:uri="http://schemas.microsoft.com/office/infopath/2007/PartnerControls"/>
    <ds:schemaRef ds:uri="a0d7ad30-fa18-42e0-9634-7452c19c9063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290</TotalTime>
  <Words>2073</Words>
  <Application>Microsoft Office PowerPoint</Application>
  <PresentationFormat>On-screen Show (16:9)</PresentationFormat>
  <Paragraphs>316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8" baseType="lpstr">
      <vt:lpstr>Aptos</vt:lpstr>
      <vt:lpstr>Arial</vt:lpstr>
      <vt:lpstr>Calibri</vt:lpstr>
      <vt:lpstr>Cascadia Mono</vt:lpstr>
      <vt:lpstr>Consolas</vt:lpstr>
      <vt:lpstr>IBM Plex Mono</vt:lpstr>
      <vt:lpstr>Menlo</vt:lpstr>
      <vt:lpstr>OpenSymbol</vt:lpstr>
      <vt:lpstr>Poppins</vt:lpstr>
      <vt:lpstr>quote-cjk-patch</vt:lpstr>
      <vt:lpstr>Symbol</vt:lpstr>
      <vt:lpstr>Wingdings</vt:lpstr>
      <vt:lpstr>Introduction to Coding Workshop by Slidesgo</vt:lpstr>
      <vt:lpstr>Slidesgo Final Pages</vt:lpstr>
      <vt:lpstr>PowerPoint Presentation</vt:lpstr>
      <vt:lpstr>PowerPoint Presentation</vt:lpstr>
      <vt:lpstr>Content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HazelNuts.06</dc:creator>
  <cp:lastModifiedBy>مروان علاء محمد عثمان محمد</cp:lastModifiedBy>
  <cp:revision>29</cp:revision>
  <dcterms:modified xsi:type="dcterms:W3CDTF">2026-02-14T23:50:01Z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2026-02-07T16:59:26Z</dcterms:created>
  <dc:creator>Unknown Creator</dc:creator>
  <dc:description/>
  <dc:language>en-US</dc:language>
  <cp:lastModifiedBy>Unknown Creator</cp:lastModifiedBy>
  <dcterms:modified xsi:type="dcterms:W3CDTF">2026-02-07T16:59:26Z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  <property fmtid="{D5CDD505-2E9C-101B-9397-08002B2CF9AE}" pid="3" name="ContentTypeId">
    <vt:lpwstr>0x01010061E2F3D2668A4541964358990654C153</vt:lpwstr>
  </property>
</Properties>
</file>