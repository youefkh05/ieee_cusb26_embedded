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8288000" cy="10287000"/>
  <p:notesSz cx="6858000" cy="9144000"/>
  <p:embeddedFontLst>
    <p:embeddedFont>
      <p:font typeface="Anton" panose="020F0502020204030204" pitchFamily="2"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www.linkedin.com/in/mohamed-magdy-951595287/"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28.svg"/><Relationship Id="rId4" Type="http://schemas.openxmlformats.org/officeDocument/2006/relationships/image" Target="../media/image8.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2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31.svg"/><Relationship Id="rId4" Type="http://schemas.openxmlformats.org/officeDocument/2006/relationships/image" Target="../media/image8.png"/><Relationship Id="rId9" Type="http://schemas.openxmlformats.org/officeDocument/2006/relationships/image" Target="../media/image30.png"/></Relationships>
</file>

<file path=ppt/slides/_rels/slide3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2.png"/></Relationships>
</file>

<file path=ppt/slides/_rels/slide3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10" Type="http://schemas.openxmlformats.org/officeDocument/2006/relationships/image" Target="../media/image34.svg"/><Relationship Id="rId4" Type="http://schemas.openxmlformats.org/officeDocument/2006/relationships/image" Target="../media/image8.png"/><Relationship Id="rId9" Type="http://schemas.openxmlformats.org/officeDocument/2006/relationships/image" Target="../media/image33.png"/></Relationships>
</file>

<file path=ppt/slides/_rels/slide3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9.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3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37.png"/><Relationship Id="rId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8.png"/><Relationship Id="rId9" Type="http://schemas.openxmlformats.org/officeDocument/2006/relationships/image" Target="../media/image35.png"/><Relationship Id="rId14" Type="http://schemas.openxmlformats.org/officeDocument/2006/relationships/image" Target="../media/image40.png"/></Relationships>
</file>

<file path=ppt/slides/_rels/slide3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1.png"/></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2.png"/></Relationships>
</file>

<file path=ppt/slides/_rels/slide3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44.svg"/><Relationship Id="rId4" Type="http://schemas.openxmlformats.org/officeDocument/2006/relationships/image" Target="../media/image8.png"/><Relationship Id="rId9"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744007" y="647618"/>
            <a:ext cx="4556713" cy="2735880"/>
          </a:xfrm>
          <a:custGeom>
            <a:avLst/>
            <a:gdLst/>
            <a:ahLst/>
            <a:cxnLst/>
            <a:rect l="l" t="t" r="r" b="b"/>
            <a:pathLst>
              <a:path w="4556713" h="2735880">
                <a:moveTo>
                  <a:pt x="0" y="0"/>
                </a:moveTo>
                <a:lnTo>
                  <a:pt x="4556712" y="0"/>
                </a:lnTo>
                <a:lnTo>
                  <a:pt x="4556712" y="2735880"/>
                </a:lnTo>
                <a:lnTo>
                  <a:pt x="0" y="2735880"/>
                </a:lnTo>
                <a:lnTo>
                  <a:pt x="0" y="0"/>
                </a:lnTo>
                <a:close/>
              </a:path>
            </a:pathLst>
          </a:custGeom>
          <a:blipFill>
            <a:blip r:embed="rId2"/>
            <a:stretch>
              <a:fillRect t="-44862" r="-4367" b="-29331"/>
            </a:stretch>
          </a:blipFill>
        </p:spPr>
      </p:sp>
      <p:sp>
        <p:nvSpPr>
          <p:cNvPr id="3" name="Freeform 3"/>
          <p:cNvSpPr/>
          <p:nvPr/>
        </p:nvSpPr>
        <p:spPr>
          <a:xfrm>
            <a:off x="7031359" y="8928959"/>
            <a:ext cx="3729273" cy="1583938"/>
          </a:xfrm>
          <a:custGeom>
            <a:avLst/>
            <a:gdLst/>
            <a:ahLst/>
            <a:cxnLst/>
            <a:rect l="l" t="t" r="r" b="b"/>
            <a:pathLst>
              <a:path w="3729273" h="1583938">
                <a:moveTo>
                  <a:pt x="0" y="0"/>
                </a:moveTo>
                <a:lnTo>
                  <a:pt x="3729273" y="0"/>
                </a:lnTo>
                <a:lnTo>
                  <a:pt x="3729273" y="1583938"/>
                </a:lnTo>
                <a:lnTo>
                  <a:pt x="0" y="1583938"/>
                </a:lnTo>
                <a:lnTo>
                  <a:pt x="0" y="0"/>
                </a:lnTo>
                <a:close/>
              </a:path>
            </a:pathLst>
          </a:custGeom>
          <a:blipFill>
            <a:blip r:embed="rId3"/>
            <a:stretch>
              <a:fillRect/>
            </a:stretch>
          </a:blipFill>
        </p:spPr>
      </p:sp>
      <p:sp>
        <p:nvSpPr>
          <p:cNvPr id="4" name="Freeform 4"/>
          <p:cNvSpPr/>
          <p:nvPr/>
        </p:nvSpPr>
        <p:spPr>
          <a:xfrm rot="-10800000">
            <a:off x="11124945" y="2444378"/>
            <a:ext cx="7972201" cy="378085"/>
          </a:xfrm>
          <a:custGeom>
            <a:avLst/>
            <a:gdLst/>
            <a:ahLst/>
            <a:cxnLst/>
            <a:rect l="l" t="t" r="r" b="b"/>
            <a:pathLst>
              <a:path w="7972201" h="378085">
                <a:moveTo>
                  <a:pt x="0" y="0"/>
                </a:moveTo>
                <a:lnTo>
                  <a:pt x="7972201" y="0"/>
                </a:lnTo>
                <a:lnTo>
                  <a:pt x="7972201" y="378085"/>
                </a:lnTo>
                <a:lnTo>
                  <a:pt x="0" y="378085"/>
                </a:lnTo>
                <a:lnTo>
                  <a:pt x="0" y="0"/>
                </a:lnTo>
                <a:close/>
              </a:path>
            </a:pathLst>
          </a:custGeom>
          <a:blipFill>
            <a:blip r:embed="rId4"/>
            <a:stretch>
              <a:fillRect/>
            </a:stretch>
          </a:blipFill>
        </p:spPr>
      </p:sp>
      <p:sp>
        <p:nvSpPr>
          <p:cNvPr id="5" name="Freeform 5"/>
          <p:cNvSpPr/>
          <p:nvPr/>
        </p:nvSpPr>
        <p:spPr>
          <a:xfrm>
            <a:off x="0" y="4468083"/>
            <a:ext cx="4349886" cy="5746003"/>
          </a:xfrm>
          <a:custGeom>
            <a:avLst/>
            <a:gdLst/>
            <a:ahLst/>
            <a:cxnLst/>
            <a:rect l="l" t="t" r="r" b="b"/>
            <a:pathLst>
              <a:path w="4349886" h="5746003">
                <a:moveTo>
                  <a:pt x="0" y="0"/>
                </a:moveTo>
                <a:lnTo>
                  <a:pt x="4349886" y="0"/>
                </a:lnTo>
                <a:lnTo>
                  <a:pt x="4349886" y="5746003"/>
                </a:lnTo>
                <a:lnTo>
                  <a:pt x="0" y="5746003"/>
                </a:lnTo>
                <a:lnTo>
                  <a:pt x="0" y="0"/>
                </a:lnTo>
                <a:close/>
              </a:path>
            </a:pathLst>
          </a:custGeom>
          <a:blipFill>
            <a:blip r:embed="rId5"/>
            <a:stretch>
              <a:fillRect/>
            </a:stretch>
          </a:blipFill>
        </p:spPr>
      </p:sp>
      <p:sp>
        <p:nvSpPr>
          <p:cNvPr id="6" name="Freeform 6"/>
          <p:cNvSpPr/>
          <p:nvPr/>
        </p:nvSpPr>
        <p:spPr>
          <a:xfrm>
            <a:off x="14561175" y="4540997"/>
            <a:ext cx="3726825" cy="5746003"/>
          </a:xfrm>
          <a:custGeom>
            <a:avLst/>
            <a:gdLst/>
            <a:ahLst/>
            <a:cxnLst/>
            <a:rect l="l" t="t" r="r" b="b"/>
            <a:pathLst>
              <a:path w="3726825" h="5746003">
                <a:moveTo>
                  <a:pt x="0" y="0"/>
                </a:moveTo>
                <a:lnTo>
                  <a:pt x="3726825" y="0"/>
                </a:lnTo>
                <a:lnTo>
                  <a:pt x="3726825" y="5746003"/>
                </a:lnTo>
                <a:lnTo>
                  <a:pt x="0" y="5746003"/>
                </a:lnTo>
                <a:lnTo>
                  <a:pt x="0" y="0"/>
                </a:lnTo>
                <a:close/>
              </a:path>
            </a:pathLst>
          </a:custGeom>
          <a:blipFill>
            <a:blip r:embed="rId6"/>
            <a:stretch>
              <a:fillRect/>
            </a:stretch>
          </a:blipFill>
        </p:spPr>
      </p:sp>
      <p:sp>
        <p:nvSpPr>
          <p:cNvPr id="7" name="Freeform 7"/>
          <p:cNvSpPr/>
          <p:nvPr/>
        </p:nvSpPr>
        <p:spPr>
          <a:xfrm>
            <a:off x="-809146" y="2444378"/>
            <a:ext cx="7972201" cy="378085"/>
          </a:xfrm>
          <a:custGeom>
            <a:avLst/>
            <a:gdLst/>
            <a:ahLst/>
            <a:cxnLst/>
            <a:rect l="l" t="t" r="r" b="b"/>
            <a:pathLst>
              <a:path w="7972201" h="378085">
                <a:moveTo>
                  <a:pt x="0" y="0"/>
                </a:moveTo>
                <a:lnTo>
                  <a:pt x="7972201" y="0"/>
                </a:lnTo>
                <a:lnTo>
                  <a:pt x="7972201" y="378085"/>
                </a:lnTo>
                <a:lnTo>
                  <a:pt x="0" y="378085"/>
                </a:lnTo>
                <a:lnTo>
                  <a:pt x="0" y="0"/>
                </a:lnTo>
                <a:close/>
              </a:path>
            </a:pathLst>
          </a:custGeom>
          <a:blipFill>
            <a:blip r:embed="rId4"/>
            <a:stretch>
              <a:fillRect/>
            </a:stretch>
          </a:blipFill>
        </p:spPr>
      </p:sp>
      <p:sp>
        <p:nvSpPr>
          <p:cNvPr id="8" name="TextBox 8"/>
          <p:cNvSpPr txBox="1"/>
          <p:nvPr/>
        </p:nvSpPr>
        <p:spPr>
          <a:xfrm>
            <a:off x="3112562" y="3731643"/>
            <a:ext cx="12062876"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Embedded Systems Workshop </a:t>
            </a:r>
          </a:p>
        </p:txBody>
      </p:sp>
      <p:sp>
        <p:nvSpPr>
          <p:cNvPr id="9" name="TextBox 9"/>
          <p:cNvSpPr txBox="1"/>
          <p:nvPr/>
        </p:nvSpPr>
        <p:spPr>
          <a:xfrm>
            <a:off x="7117617" y="5400267"/>
            <a:ext cx="3643015" cy="13204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004467"/>
                </a:solidFill>
                <a:latin typeface="Anton"/>
                <a:ea typeface="Anton"/>
                <a:cs typeface="Anton"/>
                <a:sym typeface="Anton"/>
              </a:rPr>
              <a:t>Session</a:t>
            </a:r>
          </a:p>
        </p:txBody>
      </p:sp>
      <p:sp>
        <p:nvSpPr>
          <p:cNvPr id="10" name="TextBox 10"/>
          <p:cNvSpPr txBox="1"/>
          <p:nvPr/>
        </p:nvSpPr>
        <p:spPr>
          <a:xfrm>
            <a:off x="8779776" y="6677559"/>
            <a:ext cx="485173"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TextBox 7"/>
          <p:cNvSpPr txBox="1"/>
          <p:nvPr/>
        </p:nvSpPr>
        <p:spPr>
          <a:xfrm>
            <a:off x="7452921" y="1559408"/>
            <a:ext cx="3382158" cy="1432436"/>
          </a:xfrm>
          <a:prstGeom prst="rect">
            <a:avLst/>
          </a:prstGeom>
        </p:spPr>
        <p:txBody>
          <a:bodyPr wrap="square" lIns="0" tIns="0" rIns="0" bIns="0" rtlCol="0" anchor="t">
            <a:spAutoFit/>
          </a:bodyPr>
          <a:lstStyle/>
          <a:p>
            <a:pPr algn="ctr">
              <a:lnSpc>
                <a:spcPts val="11700"/>
              </a:lnSpc>
              <a:spcBef>
                <a:spcPct val="0"/>
              </a:spcBef>
            </a:pPr>
            <a:r>
              <a:rPr lang="en-US" sz="8357" dirty="0">
                <a:solidFill>
                  <a:srgbClr val="FFFFFF"/>
                </a:solidFill>
                <a:latin typeface="Anton"/>
                <a:ea typeface="Anton"/>
                <a:cs typeface="Anton"/>
                <a:sym typeface="Anton"/>
              </a:rPr>
              <a:t>Hello!</a:t>
            </a:r>
          </a:p>
        </p:txBody>
      </p:sp>
      <p:sp>
        <p:nvSpPr>
          <p:cNvPr id="8" name="TextBox 8"/>
          <p:cNvSpPr txBox="1"/>
          <p:nvPr/>
        </p:nvSpPr>
        <p:spPr>
          <a:xfrm>
            <a:off x="5006557" y="3361757"/>
            <a:ext cx="9166643" cy="912622"/>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Instructor: Mohamed Magdy</a:t>
            </a:r>
          </a:p>
        </p:txBody>
      </p:sp>
      <p:sp>
        <p:nvSpPr>
          <p:cNvPr id="9" name="TextBox 9"/>
          <p:cNvSpPr txBox="1"/>
          <p:nvPr/>
        </p:nvSpPr>
        <p:spPr>
          <a:xfrm>
            <a:off x="1555164" y="4701082"/>
            <a:ext cx="15894635" cy="873180"/>
          </a:xfrm>
          <a:prstGeom prst="rect">
            <a:avLst/>
          </a:prstGeom>
        </p:spPr>
        <p:txBody>
          <a:bodyPr wrap="square" lIns="0" tIns="0" rIns="0" bIns="0" rtlCol="0" anchor="t">
            <a:spAutoFit/>
          </a:bodyPr>
          <a:lstStyle/>
          <a:p>
            <a:pPr algn="ctr">
              <a:lnSpc>
                <a:spcPts val="7124"/>
              </a:lnSpc>
              <a:spcBef>
                <a:spcPct val="0"/>
              </a:spcBef>
            </a:pPr>
            <a:r>
              <a:rPr lang="en-US" sz="5089" dirty="0">
                <a:solidFill>
                  <a:srgbClr val="FFFFFF"/>
                </a:solidFill>
                <a:latin typeface="Anton"/>
                <a:ea typeface="Anton"/>
                <a:cs typeface="Anton"/>
                <a:sym typeface="Anton"/>
              </a:rPr>
              <a:t>Cairo University, Electrical Engineering ( EPE ) Department.</a:t>
            </a:r>
          </a:p>
        </p:txBody>
      </p:sp>
      <p:sp>
        <p:nvSpPr>
          <p:cNvPr id="10" name="TextBox 10"/>
          <p:cNvSpPr txBox="1"/>
          <p:nvPr/>
        </p:nvSpPr>
        <p:spPr>
          <a:xfrm>
            <a:off x="3994412" y="6031572"/>
            <a:ext cx="10299176"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Contact me: mohamed.naem04@eng-st.cu.edu.eg </a:t>
            </a:r>
          </a:p>
        </p:txBody>
      </p:sp>
      <p:sp>
        <p:nvSpPr>
          <p:cNvPr id="11" name="TextBox 11"/>
          <p:cNvSpPr txBox="1"/>
          <p:nvPr/>
        </p:nvSpPr>
        <p:spPr>
          <a:xfrm>
            <a:off x="5402635" y="7203801"/>
            <a:ext cx="7000604"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LinkedIn: </a:t>
            </a:r>
            <a:r>
              <a:rPr lang="en-US" sz="3999" u="sng">
                <a:solidFill>
                  <a:srgbClr val="FFFFFF"/>
                </a:solidFill>
                <a:latin typeface="Anton"/>
                <a:ea typeface="Anton"/>
                <a:cs typeface="Anton"/>
                <a:sym typeface="Anton"/>
                <a:hlinkClick r:id="rId7" tooltip="https://www.linkedin.com/in/mohamed-magdy-951595287/"/>
              </a:rPr>
              <a:t>https://shorturl.at/hgsIP</a:t>
            </a:r>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pic>
        <p:nvPicPr>
          <p:cNvPr id="7" name="Picture 7"/>
          <p:cNvPicPr>
            <a:picLocks noChangeAspect="1"/>
          </p:cNvPicPr>
          <p:nvPr/>
        </p:nvPicPr>
        <p:blipFill>
          <a:blip r:embed="rId7"/>
          <a:stretch>
            <a:fillRect/>
          </a:stretch>
        </p:blipFill>
        <p:spPr>
          <a:xfrm>
            <a:off x="4722261" y="1050207"/>
            <a:ext cx="8291557" cy="8291557"/>
          </a:xfrm>
          <a:prstGeom prst="rect">
            <a:avLst/>
          </a:prstGeom>
        </p:spPr>
      </p:pic>
      <p:sp>
        <p:nvSpPr>
          <p:cNvPr id="8" name="TextBox 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Freeform 7"/>
          <p:cNvSpPr/>
          <p:nvPr/>
        </p:nvSpPr>
        <p:spPr>
          <a:xfrm>
            <a:off x="4284905" y="2655292"/>
            <a:ext cx="1037441" cy="950674"/>
          </a:xfrm>
          <a:custGeom>
            <a:avLst/>
            <a:gdLst/>
            <a:ahLst/>
            <a:cxnLst/>
            <a:rect l="l" t="t" r="r" b="b"/>
            <a:pathLst>
              <a:path w="1037441" h="950674">
                <a:moveTo>
                  <a:pt x="0" y="0"/>
                </a:moveTo>
                <a:lnTo>
                  <a:pt x="1037441" y="0"/>
                </a:lnTo>
                <a:lnTo>
                  <a:pt x="1037441" y="950673"/>
                </a:lnTo>
                <a:lnTo>
                  <a:pt x="0" y="950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TextBox 8"/>
          <p:cNvSpPr txBox="1"/>
          <p:nvPr/>
        </p:nvSpPr>
        <p:spPr>
          <a:xfrm>
            <a:off x="750236" y="2476579"/>
            <a:ext cx="3171933" cy="1184275"/>
          </a:xfrm>
          <a:prstGeom prst="rect">
            <a:avLst/>
          </a:prstGeom>
        </p:spPr>
        <p:txBody>
          <a:bodyPr lIns="0" tIns="0" rIns="0" bIns="0" rtlCol="0" anchor="t">
            <a:spAutoFit/>
          </a:bodyPr>
          <a:lstStyle/>
          <a:p>
            <a:pPr algn="ctr">
              <a:lnSpc>
                <a:spcPts val="9799"/>
              </a:lnSpc>
              <a:spcBef>
                <a:spcPct val="0"/>
              </a:spcBef>
            </a:pPr>
            <a:r>
              <a:rPr lang="en-US" sz="6999">
                <a:solidFill>
                  <a:srgbClr val="FFFFFF"/>
                </a:solidFill>
                <a:latin typeface="Anton"/>
                <a:ea typeface="Anton"/>
                <a:cs typeface="Anton"/>
                <a:sym typeface="Anton"/>
              </a:rPr>
              <a:t>AGENDA : </a:t>
            </a:r>
          </a:p>
        </p:txBody>
      </p:sp>
      <p:sp>
        <p:nvSpPr>
          <p:cNvPr id="9" name="TextBox 9"/>
          <p:cNvSpPr txBox="1"/>
          <p:nvPr/>
        </p:nvSpPr>
        <p:spPr>
          <a:xfrm>
            <a:off x="387500" y="6143069"/>
            <a:ext cx="5887618" cy="920115"/>
          </a:xfrm>
          <a:prstGeom prst="rect">
            <a:avLst/>
          </a:prstGeom>
        </p:spPr>
        <p:txBody>
          <a:bodyPr lIns="0" tIns="0" rIns="0" bIns="0" rtlCol="0" anchor="t">
            <a:spAutoFit/>
          </a:bodyPr>
          <a:lstStyle/>
          <a:p>
            <a:pPr algn="ctr">
              <a:lnSpc>
                <a:spcPts val="7559"/>
              </a:lnSpc>
              <a:spcBef>
                <a:spcPct val="0"/>
              </a:spcBef>
            </a:pPr>
            <a:r>
              <a:rPr lang="en-US" sz="5400">
                <a:solidFill>
                  <a:srgbClr val="FFFFFF"/>
                </a:solidFill>
                <a:latin typeface="Anton"/>
                <a:ea typeface="Anton"/>
                <a:cs typeface="Anton"/>
                <a:sym typeface="Anton"/>
              </a:rPr>
              <a:t>Pull Up VS Pull down</a:t>
            </a:r>
          </a:p>
        </p:txBody>
      </p:sp>
      <p:sp>
        <p:nvSpPr>
          <p:cNvPr id="10" name="TextBox 10"/>
          <p:cNvSpPr txBox="1"/>
          <p:nvPr/>
        </p:nvSpPr>
        <p:spPr>
          <a:xfrm>
            <a:off x="513908" y="4441904"/>
            <a:ext cx="4808438" cy="920115"/>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Input VS Output</a:t>
            </a:r>
          </a:p>
        </p:txBody>
      </p:sp>
      <p:sp>
        <p:nvSpPr>
          <p:cNvPr id="11" name="TextBox 1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964120" y="389826"/>
            <a:ext cx="6380279"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Input VS Output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1598855" y="1949294"/>
            <a:ext cx="4002714" cy="5983223"/>
          </a:xfrm>
          <a:custGeom>
            <a:avLst/>
            <a:gdLst/>
            <a:ahLst/>
            <a:cxnLst/>
            <a:rect l="l" t="t" r="r" b="b"/>
            <a:pathLst>
              <a:path w="4002714" h="5983223">
                <a:moveTo>
                  <a:pt x="0" y="0"/>
                </a:moveTo>
                <a:lnTo>
                  <a:pt x="4002713" y="0"/>
                </a:lnTo>
                <a:lnTo>
                  <a:pt x="4002713" y="5983223"/>
                </a:lnTo>
                <a:lnTo>
                  <a:pt x="0" y="5983223"/>
                </a:lnTo>
                <a:lnTo>
                  <a:pt x="0" y="0"/>
                </a:lnTo>
                <a:close/>
              </a:path>
            </a:pathLst>
          </a:custGeom>
          <a:blipFill>
            <a:blip r:embed="rId9"/>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844864" y="2325908"/>
            <a:ext cx="9138588" cy="5606609"/>
          </a:xfrm>
          <a:prstGeom prst="rect">
            <a:avLst/>
          </a:prstGeom>
        </p:spPr>
        <p:txBody>
          <a:bodyPr lIns="0" tIns="0" rIns="0" bIns="0" rtlCol="0" anchor="t">
            <a:spAutoFit/>
          </a:bodyPr>
          <a:lstStyle/>
          <a:p>
            <a:pPr algn="l">
              <a:lnSpc>
                <a:spcPts val="4429"/>
              </a:lnSpc>
              <a:spcBef>
                <a:spcPct val="0"/>
              </a:spcBef>
            </a:pPr>
            <a:r>
              <a:rPr lang="en-US" sz="3163">
                <a:solidFill>
                  <a:srgbClr val="FFFFFF"/>
                </a:solidFill>
                <a:latin typeface="Anton"/>
                <a:ea typeface="Anton"/>
                <a:cs typeface="Anton"/>
                <a:sym typeface="Anton"/>
              </a:rPr>
              <a:t>In our course we will use Microcontroller AVR Atmega32.</a:t>
            </a:r>
          </a:p>
          <a:p>
            <a:pPr algn="l">
              <a:lnSpc>
                <a:spcPts val="4429"/>
              </a:lnSpc>
              <a:spcBef>
                <a:spcPct val="0"/>
              </a:spcBef>
            </a:pPr>
            <a:r>
              <a:rPr lang="en-US" sz="3163">
                <a:solidFill>
                  <a:srgbClr val="FFFFFF"/>
                </a:solidFill>
                <a:latin typeface="Anton"/>
                <a:ea typeface="Anton"/>
                <a:cs typeface="Anton"/>
                <a:sym typeface="Anton"/>
              </a:rPr>
              <a:t> It has 32 DIO pins grouped as following: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1- PORTA has 8 DIO Pins from A0 to A7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2- PORTB has 8 DIO Pins from B0 to B8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3- PORTC has 8 DIO Pins from C0 to C8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4- PORTD has 8 DIO Pins from D0 to D8</a:t>
            </a:r>
          </a:p>
        </p:txBody>
      </p:sp>
      <p:sp>
        <p:nvSpPr>
          <p:cNvPr id="16" name="AutoShape 16"/>
          <p:cNvSpPr/>
          <p:nvPr/>
        </p:nvSpPr>
        <p:spPr>
          <a:xfrm flipV="1">
            <a:off x="11476444" y="4394287"/>
            <a:ext cx="1555381" cy="0"/>
          </a:xfrm>
          <a:prstGeom prst="line">
            <a:avLst/>
          </a:prstGeom>
          <a:ln w="38100" cap="flat">
            <a:solidFill>
              <a:srgbClr val="FFFFFF"/>
            </a:solidFill>
            <a:prstDash val="solid"/>
            <a:headEnd type="none" w="sm" len="sm"/>
            <a:tailEnd type="none" w="sm" len="sm"/>
          </a:ln>
        </p:spPr>
      </p:sp>
      <p:sp>
        <p:nvSpPr>
          <p:cNvPr id="17" name="AutoShape 17"/>
          <p:cNvSpPr/>
          <p:nvPr/>
        </p:nvSpPr>
        <p:spPr>
          <a:xfrm flipV="1">
            <a:off x="13031825" y="2213901"/>
            <a:ext cx="0" cy="2198227"/>
          </a:xfrm>
          <a:prstGeom prst="line">
            <a:avLst/>
          </a:prstGeom>
          <a:ln w="38100" cap="flat">
            <a:solidFill>
              <a:srgbClr val="FFFFFF"/>
            </a:solidFill>
            <a:prstDash val="solid"/>
            <a:headEnd type="none" w="sm" len="sm"/>
            <a:tailEnd type="none" w="sm" len="sm"/>
          </a:ln>
        </p:spPr>
      </p:sp>
      <p:sp>
        <p:nvSpPr>
          <p:cNvPr id="18" name="AutoShape 18"/>
          <p:cNvSpPr/>
          <p:nvPr/>
        </p:nvSpPr>
        <p:spPr>
          <a:xfrm flipH="1">
            <a:off x="11529428" y="5726421"/>
            <a:ext cx="1744949" cy="0"/>
          </a:xfrm>
          <a:prstGeom prst="line">
            <a:avLst/>
          </a:prstGeom>
          <a:ln w="38100" cap="flat">
            <a:solidFill>
              <a:srgbClr val="FFFFFF"/>
            </a:solidFill>
            <a:prstDash val="solid"/>
            <a:headEnd type="none" w="sm" len="sm"/>
            <a:tailEnd type="none" w="sm" len="sm"/>
          </a:ln>
        </p:spPr>
      </p:sp>
      <p:sp>
        <p:nvSpPr>
          <p:cNvPr id="19" name="AutoShape 19"/>
          <p:cNvSpPr/>
          <p:nvPr/>
        </p:nvSpPr>
        <p:spPr>
          <a:xfrm flipV="1">
            <a:off x="13274377" y="5726421"/>
            <a:ext cx="0" cy="1622365"/>
          </a:xfrm>
          <a:prstGeom prst="line">
            <a:avLst/>
          </a:prstGeom>
          <a:ln w="38100" cap="flat">
            <a:solidFill>
              <a:srgbClr val="FFFFFF"/>
            </a:solidFill>
            <a:prstDash val="solid"/>
            <a:headEnd type="none" w="sm" len="sm"/>
            <a:tailEnd type="none" w="sm" len="sm"/>
          </a:ln>
        </p:spPr>
      </p:sp>
      <p:sp>
        <p:nvSpPr>
          <p:cNvPr id="20" name="AutoShape 20"/>
          <p:cNvSpPr/>
          <p:nvPr/>
        </p:nvSpPr>
        <p:spPr>
          <a:xfrm flipV="1">
            <a:off x="13274377" y="7348786"/>
            <a:ext cx="2327191" cy="0"/>
          </a:xfrm>
          <a:prstGeom prst="line">
            <a:avLst/>
          </a:prstGeom>
          <a:ln w="38100" cap="flat">
            <a:solidFill>
              <a:srgbClr val="FFFFFF"/>
            </a:solidFill>
            <a:prstDash val="solid"/>
            <a:headEnd type="none" w="sm" len="sm"/>
            <a:tailEnd type="none" w="sm" len="sm"/>
          </a:ln>
        </p:spPr>
      </p:sp>
      <p:sp>
        <p:nvSpPr>
          <p:cNvPr id="21" name="AutoShape 21"/>
          <p:cNvSpPr/>
          <p:nvPr/>
        </p:nvSpPr>
        <p:spPr>
          <a:xfrm flipH="1">
            <a:off x="13600211" y="2213901"/>
            <a:ext cx="2001357" cy="0"/>
          </a:xfrm>
          <a:prstGeom prst="line">
            <a:avLst/>
          </a:prstGeom>
          <a:ln w="38100" cap="flat">
            <a:solidFill>
              <a:srgbClr val="FFFFFF"/>
            </a:solidFill>
            <a:prstDash val="solid"/>
            <a:headEnd type="none" w="sm" len="sm"/>
            <a:tailEnd type="none" w="sm" len="sm"/>
          </a:ln>
        </p:spPr>
      </p:sp>
      <p:sp>
        <p:nvSpPr>
          <p:cNvPr id="22" name="AutoShape 22"/>
          <p:cNvSpPr/>
          <p:nvPr/>
        </p:nvSpPr>
        <p:spPr>
          <a:xfrm flipV="1">
            <a:off x="13582370" y="2196059"/>
            <a:ext cx="0" cy="2198227"/>
          </a:xfrm>
          <a:prstGeom prst="line">
            <a:avLst/>
          </a:prstGeom>
          <a:ln w="38100" cap="flat">
            <a:solidFill>
              <a:srgbClr val="FFFFFF"/>
            </a:solidFill>
            <a:prstDash val="solid"/>
            <a:headEnd type="none" w="sm" len="sm"/>
            <a:tailEnd type="none" w="sm" len="sm"/>
          </a:ln>
        </p:spPr>
      </p:sp>
      <p:sp>
        <p:nvSpPr>
          <p:cNvPr id="23" name="AutoShape 23"/>
          <p:cNvSpPr/>
          <p:nvPr/>
        </p:nvSpPr>
        <p:spPr>
          <a:xfrm>
            <a:off x="13600356" y="4376445"/>
            <a:ext cx="2001212" cy="17841"/>
          </a:xfrm>
          <a:prstGeom prst="line">
            <a:avLst/>
          </a:prstGeom>
          <a:ln w="38100" cap="flat">
            <a:solidFill>
              <a:srgbClr val="FFFFFF"/>
            </a:solidFill>
            <a:prstDash val="solid"/>
            <a:headEnd type="none" w="sm" len="sm"/>
            <a:tailEnd type="none" w="sm" len="sm"/>
          </a:ln>
        </p:spPr>
      </p:sp>
      <p:sp>
        <p:nvSpPr>
          <p:cNvPr id="24" name="AutoShape 24"/>
          <p:cNvSpPr/>
          <p:nvPr/>
        </p:nvSpPr>
        <p:spPr>
          <a:xfrm flipV="1">
            <a:off x="13600211" y="5175835"/>
            <a:ext cx="0" cy="2172951"/>
          </a:xfrm>
          <a:prstGeom prst="line">
            <a:avLst/>
          </a:prstGeom>
          <a:ln w="38100" cap="flat">
            <a:solidFill>
              <a:srgbClr val="FFFFFF"/>
            </a:solidFill>
            <a:prstDash val="solid"/>
            <a:headEnd type="none" w="sm" len="sm"/>
            <a:tailEnd type="none" w="sm" len="sm"/>
          </a:ln>
        </p:spPr>
      </p:sp>
      <p:sp>
        <p:nvSpPr>
          <p:cNvPr id="25" name="AutoShape 25"/>
          <p:cNvSpPr/>
          <p:nvPr/>
        </p:nvSpPr>
        <p:spPr>
          <a:xfrm flipH="1">
            <a:off x="13600356" y="5175835"/>
            <a:ext cx="2001357" cy="0"/>
          </a:xfrm>
          <a:prstGeom prst="line">
            <a:avLst/>
          </a:prstGeom>
          <a:ln w="38100" cap="flat">
            <a:solidFill>
              <a:srgbClr val="FFFFFF"/>
            </a:solidFill>
            <a:prstDash val="solid"/>
            <a:headEnd type="none" w="sm" len="sm"/>
            <a:tailEnd type="none" w="sm" len="sm"/>
          </a:ln>
        </p:spPr>
      </p:sp>
      <p:sp>
        <p:nvSpPr>
          <p:cNvPr id="26" name="TextBox 26"/>
          <p:cNvSpPr txBox="1"/>
          <p:nvPr/>
        </p:nvSpPr>
        <p:spPr>
          <a:xfrm>
            <a:off x="10052916" y="2914134"/>
            <a:ext cx="1384013"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B</a:t>
            </a:r>
          </a:p>
        </p:txBody>
      </p:sp>
      <p:sp>
        <p:nvSpPr>
          <p:cNvPr id="27" name="TextBox 27"/>
          <p:cNvSpPr txBox="1"/>
          <p:nvPr/>
        </p:nvSpPr>
        <p:spPr>
          <a:xfrm>
            <a:off x="10035745" y="6445123"/>
            <a:ext cx="1391660"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D</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8" name="TextBox 28"/>
          <p:cNvSpPr txBox="1"/>
          <p:nvPr/>
        </p:nvSpPr>
        <p:spPr>
          <a:xfrm>
            <a:off x="15767352" y="2859730"/>
            <a:ext cx="1387312"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A</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9" name="TextBox 29"/>
          <p:cNvSpPr txBox="1"/>
          <p:nvPr/>
        </p:nvSpPr>
        <p:spPr>
          <a:xfrm>
            <a:off x="15773349" y="6217696"/>
            <a:ext cx="1381314"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C</a:t>
            </a:r>
          </a:p>
        </p:txBody>
      </p:sp>
      <p:sp>
        <p:nvSpPr>
          <p:cNvPr id="30" name="AutoShape 30"/>
          <p:cNvSpPr/>
          <p:nvPr/>
        </p:nvSpPr>
        <p:spPr>
          <a:xfrm flipH="1">
            <a:off x="11529428" y="2213901"/>
            <a:ext cx="1502398" cy="0"/>
          </a:xfrm>
          <a:prstGeom prst="line">
            <a:avLst/>
          </a:prstGeom>
          <a:ln w="38100" cap="flat">
            <a:solidFill>
              <a:srgbClr val="FFFFFF"/>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1598855" y="1949294"/>
            <a:ext cx="4002714" cy="5983223"/>
          </a:xfrm>
          <a:custGeom>
            <a:avLst/>
            <a:gdLst/>
            <a:ahLst/>
            <a:cxnLst/>
            <a:rect l="l" t="t" r="r" b="b"/>
            <a:pathLst>
              <a:path w="4002714" h="5983223">
                <a:moveTo>
                  <a:pt x="0" y="0"/>
                </a:moveTo>
                <a:lnTo>
                  <a:pt x="4002713" y="0"/>
                </a:lnTo>
                <a:lnTo>
                  <a:pt x="4002713" y="5983223"/>
                </a:lnTo>
                <a:lnTo>
                  <a:pt x="0" y="5983223"/>
                </a:lnTo>
                <a:lnTo>
                  <a:pt x="0" y="0"/>
                </a:lnTo>
                <a:close/>
              </a:path>
            </a:pathLst>
          </a:custGeom>
          <a:blipFill>
            <a:blip r:embed="rId9"/>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AutoShape 15"/>
          <p:cNvSpPr/>
          <p:nvPr/>
        </p:nvSpPr>
        <p:spPr>
          <a:xfrm flipV="1">
            <a:off x="11476444" y="4394287"/>
            <a:ext cx="1555381" cy="0"/>
          </a:xfrm>
          <a:prstGeom prst="line">
            <a:avLst/>
          </a:prstGeom>
          <a:ln w="38100" cap="flat">
            <a:solidFill>
              <a:srgbClr val="FFFFFF"/>
            </a:solidFill>
            <a:prstDash val="solid"/>
            <a:headEnd type="none" w="sm" len="sm"/>
            <a:tailEnd type="none" w="sm" len="sm"/>
          </a:ln>
        </p:spPr>
      </p:sp>
      <p:sp>
        <p:nvSpPr>
          <p:cNvPr id="16" name="AutoShape 16"/>
          <p:cNvSpPr/>
          <p:nvPr/>
        </p:nvSpPr>
        <p:spPr>
          <a:xfrm flipV="1">
            <a:off x="13031825" y="2213901"/>
            <a:ext cx="0" cy="2198227"/>
          </a:xfrm>
          <a:prstGeom prst="line">
            <a:avLst/>
          </a:prstGeom>
          <a:ln w="38100" cap="flat">
            <a:solidFill>
              <a:srgbClr val="FFFFFF"/>
            </a:solidFill>
            <a:prstDash val="solid"/>
            <a:headEnd type="none" w="sm" len="sm"/>
            <a:tailEnd type="none" w="sm" len="sm"/>
          </a:ln>
        </p:spPr>
      </p:sp>
      <p:sp>
        <p:nvSpPr>
          <p:cNvPr id="17" name="AutoShape 17"/>
          <p:cNvSpPr/>
          <p:nvPr/>
        </p:nvSpPr>
        <p:spPr>
          <a:xfrm flipH="1">
            <a:off x="11529428" y="5726421"/>
            <a:ext cx="1744949" cy="0"/>
          </a:xfrm>
          <a:prstGeom prst="line">
            <a:avLst/>
          </a:prstGeom>
          <a:ln w="38100" cap="flat">
            <a:solidFill>
              <a:srgbClr val="FFFFFF"/>
            </a:solidFill>
            <a:prstDash val="solid"/>
            <a:headEnd type="none" w="sm" len="sm"/>
            <a:tailEnd type="none" w="sm" len="sm"/>
          </a:ln>
        </p:spPr>
      </p:sp>
      <p:sp>
        <p:nvSpPr>
          <p:cNvPr id="18" name="AutoShape 18"/>
          <p:cNvSpPr/>
          <p:nvPr/>
        </p:nvSpPr>
        <p:spPr>
          <a:xfrm flipV="1">
            <a:off x="13274377" y="5726421"/>
            <a:ext cx="0" cy="1622365"/>
          </a:xfrm>
          <a:prstGeom prst="line">
            <a:avLst/>
          </a:prstGeom>
          <a:ln w="38100" cap="flat">
            <a:solidFill>
              <a:srgbClr val="FFFFFF"/>
            </a:solidFill>
            <a:prstDash val="solid"/>
            <a:headEnd type="none" w="sm" len="sm"/>
            <a:tailEnd type="none" w="sm" len="sm"/>
          </a:ln>
        </p:spPr>
      </p:sp>
      <p:sp>
        <p:nvSpPr>
          <p:cNvPr id="19" name="AutoShape 19"/>
          <p:cNvSpPr/>
          <p:nvPr/>
        </p:nvSpPr>
        <p:spPr>
          <a:xfrm flipV="1">
            <a:off x="13274377" y="7348786"/>
            <a:ext cx="2327191" cy="0"/>
          </a:xfrm>
          <a:prstGeom prst="line">
            <a:avLst/>
          </a:prstGeom>
          <a:ln w="38100" cap="flat">
            <a:solidFill>
              <a:srgbClr val="FFFFFF"/>
            </a:solidFill>
            <a:prstDash val="solid"/>
            <a:headEnd type="none" w="sm" len="sm"/>
            <a:tailEnd type="none" w="sm" len="sm"/>
          </a:ln>
        </p:spPr>
      </p:sp>
      <p:sp>
        <p:nvSpPr>
          <p:cNvPr id="20" name="AutoShape 20"/>
          <p:cNvSpPr/>
          <p:nvPr/>
        </p:nvSpPr>
        <p:spPr>
          <a:xfrm flipH="1">
            <a:off x="13600211" y="2213901"/>
            <a:ext cx="2001357" cy="0"/>
          </a:xfrm>
          <a:prstGeom prst="line">
            <a:avLst/>
          </a:prstGeom>
          <a:ln w="38100" cap="flat">
            <a:solidFill>
              <a:srgbClr val="FFFFFF"/>
            </a:solidFill>
            <a:prstDash val="solid"/>
            <a:headEnd type="none" w="sm" len="sm"/>
            <a:tailEnd type="none" w="sm" len="sm"/>
          </a:ln>
        </p:spPr>
      </p:sp>
      <p:sp>
        <p:nvSpPr>
          <p:cNvPr id="21" name="AutoShape 21"/>
          <p:cNvSpPr/>
          <p:nvPr/>
        </p:nvSpPr>
        <p:spPr>
          <a:xfrm flipV="1">
            <a:off x="13582370" y="2196059"/>
            <a:ext cx="0" cy="2198227"/>
          </a:xfrm>
          <a:prstGeom prst="line">
            <a:avLst/>
          </a:prstGeom>
          <a:ln w="38100" cap="flat">
            <a:solidFill>
              <a:srgbClr val="FFFFFF"/>
            </a:solidFill>
            <a:prstDash val="solid"/>
            <a:headEnd type="none" w="sm" len="sm"/>
            <a:tailEnd type="none" w="sm" len="sm"/>
          </a:ln>
        </p:spPr>
      </p:sp>
      <p:sp>
        <p:nvSpPr>
          <p:cNvPr id="22" name="AutoShape 22"/>
          <p:cNvSpPr/>
          <p:nvPr/>
        </p:nvSpPr>
        <p:spPr>
          <a:xfrm>
            <a:off x="13600356" y="4376445"/>
            <a:ext cx="2001212" cy="17841"/>
          </a:xfrm>
          <a:prstGeom prst="line">
            <a:avLst/>
          </a:prstGeom>
          <a:ln w="38100" cap="flat">
            <a:solidFill>
              <a:srgbClr val="FFFFFF"/>
            </a:solidFill>
            <a:prstDash val="solid"/>
            <a:headEnd type="none" w="sm" len="sm"/>
            <a:tailEnd type="none" w="sm" len="sm"/>
          </a:ln>
        </p:spPr>
      </p:sp>
      <p:sp>
        <p:nvSpPr>
          <p:cNvPr id="23" name="AutoShape 23"/>
          <p:cNvSpPr/>
          <p:nvPr/>
        </p:nvSpPr>
        <p:spPr>
          <a:xfrm flipV="1">
            <a:off x="13600211" y="5175835"/>
            <a:ext cx="0" cy="2172951"/>
          </a:xfrm>
          <a:prstGeom prst="line">
            <a:avLst/>
          </a:prstGeom>
          <a:ln w="38100" cap="flat">
            <a:solidFill>
              <a:srgbClr val="FFFFFF"/>
            </a:solidFill>
            <a:prstDash val="solid"/>
            <a:headEnd type="none" w="sm" len="sm"/>
            <a:tailEnd type="none" w="sm" len="sm"/>
          </a:ln>
        </p:spPr>
      </p:sp>
      <p:sp>
        <p:nvSpPr>
          <p:cNvPr id="24" name="AutoShape 24"/>
          <p:cNvSpPr/>
          <p:nvPr/>
        </p:nvSpPr>
        <p:spPr>
          <a:xfrm flipH="1">
            <a:off x="13600356" y="5175835"/>
            <a:ext cx="2001357" cy="0"/>
          </a:xfrm>
          <a:prstGeom prst="line">
            <a:avLst/>
          </a:prstGeom>
          <a:ln w="38100" cap="flat">
            <a:solidFill>
              <a:srgbClr val="FFFFFF"/>
            </a:solidFill>
            <a:prstDash val="solid"/>
            <a:headEnd type="none" w="sm" len="sm"/>
            <a:tailEnd type="none" w="sm" len="sm"/>
          </a:ln>
        </p:spPr>
      </p:sp>
      <p:sp>
        <p:nvSpPr>
          <p:cNvPr id="25" name="TextBox 25"/>
          <p:cNvSpPr txBox="1"/>
          <p:nvPr/>
        </p:nvSpPr>
        <p:spPr>
          <a:xfrm>
            <a:off x="10052916" y="2914134"/>
            <a:ext cx="1384013"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B</a:t>
            </a:r>
          </a:p>
        </p:txBody>
      </p:sp>
      <p:sp>
        <p:nvSpPr>
          <p:cNvPr id="26" name="TextBox 26"/>
          <p:cNvSpPr txBox="1"/>
          <p:nvPr/>
        </p:nvSpPr>
        <p:spPr>
          <a:xfrm>
            <a:off x="10035745" y="6445123"/>
            <a:ext cx="1391660"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D</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7" name="TextBox 27"/>
          <p:cNvSpPr txBox="1"/>
          <p:nvPr/>
        </p:nvSpPr>
        <p:spPr>
          <a:xfrm>
            <a:off x="15767352" y="2859730"/>
            <a:ext cx="1387312"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A</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8" name="TextBox 28"/>
          <p:cNvSpPr txBox="1"/>
          <p:nvPr/>
        </p:nvSpPr>
        <p:spPr>
          <a:xfrm>
            <a:off x="15773349" y="6217696"/>
            <a:ext cx="1381314"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C</a:t>
            </a:r>
          </a:p>
        </p:txBody>
      </p:sp>
      <p:sp>
        <p:nvSpPr>
          <p:cNvPr id="29" name="AutoShape 29"/>
          <p:cNvSpPr/>
          <p:nvPr/>
        </p:nvSpPr>
        <p:spPr>
          <a:xfrm flipH="1">
            <a:off x="11529428" y="2213901"/>
            <a:ext cx="1502398" cy="0"/>
          </a:xfrm>
          <a:prstGeom prst="line">
            <a:avLst/>
          </a:prstGeom>
          <a:ln w="38100" cap="flat">
            <a:solidFill>
              <a:srgbClr val="FFFFFF"/>
            </a:solidFill>
            <a:prstDash val="solid"/>
            <a:headEnd type="none" w="sm" len="sm"/>
            <a:tailEnd type="none" w="sm" len="sm"/>
          </a:ln>
        </p:spPr>
      </p:sp>
      <p:sp>
        <p:nvSpPr>
          <p:cNvPr id="30" name="TextBox 30"/>
          <p:cNvSpPr txBox="1"/>
          <p:nvPr/>
        </p:nvSpPr>
        <p:spPr>
          <a:xfrm>
            <a:off x="606637" y="2455306"/>
            <a:ext cx="7874655" cy="184467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Anton"/>
                <a:ea typeface="Anton"/>
                <a:cs typeface="Anton"/>
                <a:sym typeface="Anton"/>
              </a:rPr>
              <a:t>Each port has 8 pins the pins of these four ports can be used as general purpose input/output (-GPIO-)</a:t>
            </a:r>
          </a:p>
        </p:txBody>
      </p:sp>
      <p:sp>
        <p:nvSpPr>
          <p:cNvPr id="31" name="TextBox 31"/>
          <p:cNvSpPr txBox="1"/>
          <p:nvPr/>
        </p:nvSpPr>
        <p:spPr>
          <a:xfrm>
            <a:off x="606637" y="4607938"/>
            <a:ext cx="7874655" cy="2463800"/>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Anton"/>
                <a:ea typeface="Anton"/>
                <a:cs typeface="Anton"/>
                <a:sym typeface="Anton"/>
              </a:rPr>
              <a:t>Each I/O Could be input or output (multiplexed direction).This could be controlled through the I/O port direction register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1902899" y="1220561"/>
            <a:ext cx="5638353" cy="5629296"/>
          </a:xfrm>
          <a:custGeom>
            <a:avLst/>
            <a:gdLst/>
            <a:ahLst/>
            <a:cxnLst/>
            <a:rect l="l" t="t" r="r" b="b"/>
            <a:pathLst>
              <a:path w="5638353" h="5629296">
                <a:moveTo>
                  <a:pt x="0" y="0"/>
                </a:moveTo>
                <a:lnTo>
                  <a:pt x="5638353" y="0"/>
                </a:lnTo>
                <a:lnTo>
                  <a:pt x="5638353" y="5629296"/>
                </a:lnTo>
                <a:lnTo>
                  <a:pt x="0" y="5629296"/>
                </a:lnTo>
                <a:lnTo>
                  <a:pt x="0" y="0"/>
                </a:lnTo>
                <a:close/>
              </a:path>
            </a:pathLst>
          </a:custGeom>
          <a:blipFill>
            <a:blip r:embed="rId9"/>
            <a:stretch>
              <a:fillRect b="-7989"/>
            </a:stretch>
          </a:blipFill>
        </p:spPr>
      </p:sp>
      <p:grpSp>
        <p:nvGrpSpPr>
          <p:cNvPr id="13" name="Group 13"/>
          <p:cNvGrpSpPr/>
          <p:nvPr/>
        </p:nvGrpSpPr>
        <p:grpSpPr>
          <a:xfrm>
            <a:off x="12232971" y="5079971"/>
            <a:ext cx="1819783" cy="265999"/>
            <a:chOff x="0" y="0"/>
            <a:chExt cx="479284" cy="70057"/>
          </a:xfrm>
        </p:grpSpPr>
        <p:sp>
          <p:nvSpPr>
            <p:cNvPr id="14" name="Freeform 14"/>
            <p:cNvSpPr/>
            <p:nvPr/>
          </p:nvSpPr>
          <p:spPr>
            <a:xfrm>
              <a:off x="0" y="0"/>
              <a:ext cx="479284" cy="70057"/>
            </a:xfrm>
            <a:custGeom>
              <a:avLst/>
              <a:gdLst/>
              <a:ahLst/>
              <a:cxnLst/>
              <a:rect l="l" t="t" r="r" b="b"/>
              <a:pathLst>
                <a:path w="479284" h="70057">
                  <a:moveTo>
                    <a:pt x="0" y="0"/>
                  </a:moveTo>
                  <a:lnTo>
                    <a:pt x="479284" y="0"/>
                  </a:lnTo>
                  <a:lnTo>
                    <a:pt x="479284" y="70057"/>
                  </a:lnTo>
                  <a:lnTo>
                    <a:pt x="0" y="70057"/>
                  </a:lnTo>
                  <a:close/>
                </a:path>
              </a:pathLst>
            </a:custGeom>
            <a:ln w="38100" cap="sq">
              <a:solidFill>
                <a:srgbClr val="FF0000"/>
              </a:solidFill>
              <a:prstDash val="solid"/>
              <a:miter/>
            </a:ln>
          </p:spPr>
        </p:sp>
        <p:sp>
          <p:nvSpPr>
            <p:cNvPr id="15" name="TextBox 15"/>
            <p:cNvSpPr txBox="1"/>
            <p:nvPr/>
          </p:nvSpPr>
          <p:spPr>
            <a:xfrm>
              <a:off x="0" y="-28575"/>
              <a:ext cx="479284" cy="98632"/>
            </a:xfrm>
            <a:prstGeom prst="rect">
              <a:avLst/>
            </a:prstGeom>
          </p:spPr>
          <p:txBody>
            <a:bodyPr lIns="50800" tIns="50800" rIns="50800" bIns="50800" rtlCol="0" anchor="ctr"/>
            <a:lstStyle/>
            <a:p>
              <a:pPr algn="ctr">
                <a:lnSpc>
                  <a:spcPts val="1954"/>
                </a:lnSpc>
              </a:pPr>
              <a:endParaRPr/>
            </a:p>
          </p:txBody>
        </p:sp>
      </p:grpSp>
      <p:sp>
        <p:nvSpPr>
          <p:cNvPr id="16" name="TextBox 16"/>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8" name="TextBox 18"/>
          <p:cNvSpPr txBox="1"/>
          <p:nvPr/>
        </p:nvSpPr>
        <p:spPr>
          <a:xfrm>
            <a:off x="704493" y="2155836"/>
            <a:ext cx="11088195" cy="2462665"/>
          </a:xfrm>
          <a:prstGeom prst="rect">
            <a:avLst/>
          </a:prstGeom>
        </p:spPr>
        <p:txBody>
          <a:bodyPr lIns="0" tIns="0" rIns="0" bIns="0" rtlCol="0" anchor="t">
            <a:spAutoFit/>
          </a:bodyPr>
          <a:lstStyle/>
          <a:p>
            <a:pPr algn="l">
              <a:lnSpc>
                <a:spcPts val="3919"/>
              </a:lnSpc>
            </a:pPr>
            <a:r>
              <a:rPr lang="en-US" sz="2799">
                <a:solidFill>
                  <a:srgbClr val="FFFFFF"/>
                </a:solidFill>
                <a:latin typeface="Anton"/>
                <a:ea typeface="Anton"/>
                <a:cs typeface="Anton"/>
                <a:sym typeface="Anton"/>
              </a:rPr>
              <a:t>Each MC pin could be assigned to different I/O functions. Pin Could be</a:t>
            </a:r>
          </a:p>
          <a:p>
            <a:pPr algn="l">
              <a:lnSpc>
                <a:spcPts val="3919"/>
              </a:lnSpc>
            </a:pPr>
            <a:endParaRPr lang="en-US" sz="2799">
              <a:solidFill>
                <a:srgbClr val="FFFFFF"/>
              </a:solidFill>
              <a:latin typeface="Anton"/>
              <a:ea typeface="Anton"/>
              <a:cs typeface="Anton"/>
              <a:sym typeface="Anton"/>
            </a:endParaRPr>
          </a:p>
          <a:p>
            <a:pPr algn="l">
              <a:lnSpc>
                <a:spcPts val="3919"/>
              </a:lnSpc>
            </a:pPr>
            <a:r>
              <a:rPr lang="en-US" sz="2799">
                <a:solidFill>
                  <a:srgbClr val="FFFFFF"/>
                </a:solidFill>
                <a:latin typeface="Anton"/>
                <a:ea typeface="Anton"/>
                <a:cs typeface="Anton"/>
                <a:sym typeface="Anton"/>
              </a:rPr>
              <a:t> configured for digital I/O, analog input, Timer I/O, Serial I/O, For example PD0</a:t>
            </a:r>
          </a:p>
          <a:p>
            <a:pPr algn="l">
              <a:lnSpc>
                <a:spcPts val="3919"/>
              </a:lnSpc>
            </a:pPr>
            <a:endParaRPr lang="en-US" sz="2799">
              <a:solidFill>
                <a:srgbClr val="FFFFFF"/>
              </a:solidFill>
              <a:latin typeface="Anton"/>
              <a:ea typeface="Anton"/>
              <a:cs typeface="Anton"/>
              <a:sym typeface="Anton"/>
            </a:endParaRPr>
          </a:p>
          <a:p>
            <a:pPr algn="just">
              <a:lnSpc>
                <a:spcPts val="3919"/>
              </a:lnSpc>
            </a:pPr>
            <a:r>
              <a:rPr lang="en-US" sz="2799">
                <a:solidFill>
                  <a:srgbClr val="FFFFFF"/>
                </a:solidFill>
                <a:latin typeface="Anton"/>
                <a:ea typeface="Anton"/>
                <a:cs typeface="Anton"/>
                <a:sym typeface="Anton"/>
              </a:rPr>
              <a:t> could be digital I/O or UART serial input ( Multiplexed Functionality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12678522" y="1738670"/>
            <a:ext cx="3821119" cy="3814981"/>
          </a:xfrm>
          <a:custGeom>
            <a:avLst/>
            <a:gdLst/>
            <a:ahLst/>
            <a:cxnLst/>
            <a:rect l="l" t="t" r="r" b="b"/>
            <a:pathLst>
              <a:path w="3821119" h="3814981">
                <a:moveTo>
                  <a:pt x="0" y="0"/>
                </a:moveTo>
                <a:lnTo>
                  <a:pt x="3821120" y="0"/>
                </a:lnTo>
                <a:lnTo>
                  <a:pt x="3821120" y="3814981"/>
                </a:lnTo>
                <a:lnTo>
                  <a:pt x="0" y="3814981"/>
                </a:lnTo>
                <a:lnTo>
                  <a:pt x="0" y="0"/>
                </a:lnTo>
                <a:close/>
              </a:path>
            </a:pathLst>
          </a:custGeom>
          <a:blipFill>
            <a:blip r:embed="rId9"/>
            <a:stretch>
              <a:fillRect b="-7989"/>
            </a:stretch>
          </a:blipFill>
        </p:spPr>
      </p:sp>
      <p:sp>
        <p:nvSpPr>
          <p:cNvPr id="13" name="Freeform 13"/>
          <p:cNvSpPr/>
          <p:nvPr/>
        </p:nvSpPr>
        <p:spPr>
          <a:xfrm>
            <a:off x="1381141" y="1851056"/>
            <a:ext cx="4418437" cy="4004245"/>
          </a:xfrm>
          <a:custGeom>
            <a:avLst/>
            <a:gdLst/>
            <a:ahLst/>
            <a:cxnLst/>
            <a:rect l="l" t="t" r="r" b="b"/>
            <a:pathLst>
              <a:path w="4418437" h="4004245">
                <a:moveTo>
                  <a:pt x="0" y="0"/>
                </a:moveTo>
                <a:lnTo>
                  <a:pt x="4418436" y="0"/>
                </a:lnTo>
                <a:lnTo>
                  <a:pt x="4418436" y="4004245"/>
                </a:lnTo>
                <a:lnTo>
                  <a:pt x="0" y="4004245"/>
                </a:lnTo>
                <a:lnTo>
                  <a:pt x="0" y="0"/>
                </a:lnTo>
                <a:close/>
              </a:path>
            </a:pathLst>
          </a:custGeom>
          <a:blipFill>
            <a:blip r:embed="rId10"/>
            <a:stretch>
              <a:fillRect l="-8999" t="-5331" r="-7816" b="-2908"/>
            </a:stretch>
          </a:blipFill>
        </p:spPr>
      </p:sp>
      <p:sp>
        <p:nvSpPr>
          <p:cNvPr id="14" name="Freeform 14"/>
          <p:cNvSpPr/>
          <p:nvPr/>
        </p:nvSpPr>
        <p:spPr>
          <a:xfrm>
            <a:off x="12724821" y="6360318"/>
            <a:ext cx="3774821" cy="2246932"/>
          </a:xfrm>
          <a:custGeom>
            <a:avLst/>
            <a:gdLst/>
            <a:ahLst/>
            <a:cxnLst/>
            <a:rect l="l" t="t" r="r" b="b"/>
            <a:pathLst>
              <a:path w="3774821" h="2246932">
                <a:moveTo>
                  <a:pt x="0" y="0"/>
                </a:moveTo>
                <a:lnTo>
                  <a:pt x="3774821" y="0"/>
                </a:lnTo>
                <a:lnTo>
                  <a:pt x="3774821" y="2246932"/>
                </a:lnTo>
                <a:lnTo>
                  <a:pt x="0" y="2246932"/>
                </a:lnTo>
                <a:lnTo>
                  <a:pt x="0" y="0"/>
                </a:lnTo>
                <a:close/>
              </a:path>
            </a:pathLst>
          </a:custGeom>
          <a:blipFill>
            <a:blip r:embed="rId11"/>
            <a:stretch>
              <a:fillRect l="-8412" t="-9277" b="-6494"/>
            </a:stretch>
          </a:blipFill>
        </p:spPr>
      </p:sp>
      <p:sp>
        <p:nvSpPr>
          <p:cNvPr id="15" name="Freeform 15"/>
          <p:cNvSpPr/>
          <p:nvPr/>
        </p:nvSpPr>
        <p:spPr>
          <a:xfrm>
            <a:off x="1381141" y="6163065"/>
            <a:ext cx="4418437" cy="2421031"/>
          </a:xfrm>
          <a:custGeom>
            <a:avLst/>
            <a:gdLst/>
            <a:ahLst/>
            <a:cxnLst/>
            <a:rect l="l" t="t" r="r" b="b"/>
            <a:pathLst>
              <a:path w="4418437" h="2421031">
                <a:moveTo>
                  <a:pt x="0" y="0"/>
                </a:moveTo>
                <a:lnTo>
                  <a:pt x="4418436" y="0"/>
                </a:lnTo>
                <a:lnTo>
                  <a:pt x="4418436" y="2421031"/>
                </a:lnTo>
                <a:lnTo>
                  <a:pt x="0" y="2421031"/>
                </a:lnTo>
                <a:lnTo>
                  <a:pt x="0" y="0"/>
                </a:lnTo>
                <a:close/>
              </a:path>
            </a:pathLst>
          </a:custGeom>
          <a:blipFill>
            <a:blip r:embed="rId12"/>
            <a:stretch>
              <a:fillRect b="-6459"/>
            </a:stretch>
          </a:blipFill>
        </p:spPr>
      </p:sp>
      <p:sp>
        <p:nvSpPr>
          <p:cNvPr id="16" name="TextBox 16"/>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8" name="TextBox 18"/>
          <p:cNvSpPr txBox="1"/>
          <p:nvPr/>
        </p:nvSpPr>
        <p:spPr>
          <a:xfrm>
            <a:off x="7347546" y="225595"/>
            <a:ext cx="3605115" cy="1088031"/>
          </a:xfrm>
          <a:prstGeom prst="rect">
            <a:avLst/>
          </a:prstGeom>
        </p:spPr>
        <p:txBody>
          <a:bodyPr lIns="0" tIns="0" rIns="0" bIns="0" rtlCol="0" anchor="t">
            <a:spAutoFit/>
          </a:bodyPr>
          <a:lstStyle/>
          <a:p>
            <a:pPr algn="l">
              <a:lnSpc>
                <a:spcPts val="8998"/>
              </a:lnSpc>
            </a:pPr>
            <a:r>
              <a:rPr lang="en-US" sz="6427">
                <a:solidFill>
                  <a:srgbClr val="FFFFFF"/>
                </a:solidFill>
                <a:latin typeface="Anton"/>
                <a:ea typeface="Anton"/>
                <a:cs typeface="Anton"/>
                <a:sym typeface="Anton"/>
              </a:rPr>
              <a:t> Packaging</a:t>
            </a:r>
          </a:p>
        </p:txBody>
      </p:sp>
      <p:sp>
        <p:nvSpPr>
          <p:cNvPr id="19" name="TextBox 19"/>
          <p:cNvSpPr txBox="1"/>
          <p:nvPr/>
        </p:nvSpPr>
        <p:spPr>
          <a:xfrm>
            <a:off x="12724821" y="5772726"/>
            <a:ext cx="4429843" cy="415113"/>
          </a:xfrm>
          <a:prstGeom prst="rect">
            <a:avLst/>
          </a:prstGeom>
        </p:spPr>
        <p:txBody>
          <a:bodyPr lIns="0" tIns="0" rIns="0" bIns="0" rtlCol="0" anchor="t">
            <a:spAutoFit/>
          </a:bodyPr>
          <a:lstStyle/>
          <a:p>
            <a:pPr algn="l">
              <a:lnSpc>
                <a:spcPts val="3307"/>
              </a:lnSpc>
            </a:pPr>
            <a:r>
              <a:rPr lang="en-US" sz="2362">
                <a:solidFill>
                  <a:srgbClr val="FFFFFF"/>
                </a:solidFill>
                <a:latin typeface="Anton"/>
                <a:ea typeface="Anton"/>
                <a:cs typeface="Anton"/>
                <a:sym typeface="Anton"/>
              </a:rPr>
              <a:t>PDIP PLASTIC DUAL IN LINE PACAKGE</a:t>
            </a:r>
          </a:p>
        </p:txBody>
      </p:sp>
      <p:sp>
        <p:nvSpPr>
          <p:cNvPr id="20" name="AutoShape 20"/>
          <p:cNvSpPr/>
          <p:nvPr/>
        </p:nvSpPr>
        <p:spPr>
          <a:xfrm flipV="1">
            <a:off x="9144000" y="1897380"/>
            <a:ext cx="0" cy="6092675"/>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037514" y="2054366"/>
            <a:ext cx="6554596" cy="3005323"/>
          </a:xfrm>
          <a:custGeom>
            <a:avLst/>
            <a:gdLst/>
            <a:ahLst/>
            <a:cxnLst/>
            <a:rect l="l" t="t" r="r" b="b"/>
            <a:pathLst>
              <a:path w="6554596" h="3005323">
                <a:moveTo>
                  <a:pt x="0" y="0"/>
                </a:moveTo>
                <a:lnTo>
                  <a:pt x="6554596" y="0"/>
                </a:lnTo>
                <a:lnTo>
                  <a:pt x="6554596" y="3005323"/>
                </a:lnTo>
                <a:lnTo>
                  <a:pt x="0" y="3005323"/>
                </a:lnTo>
                <a:lnTo>
                  <a:pt x="0" y="0"/>
                </a:lnTo>
                <a:close/>
              </a:path>
            </a:pathLst>
          </a:custGeom>
          <a:blipFill>
            <a:blip r:embed="rId9"/>
            <a:stretch>
              <a:fillRect/>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Each Port is controlled by 3 registers</a:t>
            </a:r>
          </a:p>
        </p:txBody>
      </p:sp>
      <p:sp>
        <p:nvSpPr>
          <p:cNvPr id="15" name="TextBox 15"/>
          <p:cNvSpPr txBox="1"/>
          <p:nvPr/>
        </p:nvSpPr>
        <p:spPr>
          <a:xfrm>
            <a:off x="704493" y="2892647"/>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DDRx( Data Direction Register)</a:t>
            </a:r>
          </a:p>
        </p:txBody>
      </p:sp>
      <p:sp>
        <p:nvSpPr>
          <p:cNvPr id="16" name="TextBox 16"/>
          <p:cNvSpPr txBox="1"/>
          <p:nvPr/>
        </p:nvSpPr>
        <p:spPr>
          <a:xfrm>
            <a:off x="704493" y="3785204"/>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used to decide the direction of the pins , i.e Whether the pins will act as input pins or as output pins</a:t>
            </a:r>
          </a:p>
        </p:txBody>
      </p:sp>
      <p:sp>
        <p:nvSpPr>
          <p:cNvPr id="17" name="TextBox 17"/>
          <p:cNvSpPr txBox="1"/>
          <p:nvPr/>
        </p:nvSpPr>
        <p:spPr>
          <a:xfrm>
            <a:off x="704493" y="5061445"/>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PORTx( Output Register )</a:t>
            </a:r>
          </a:p>
        </p:txBody>
      </p:sp>
      <p:sp>
        <p:nvSpPr>
          <p:cNvPr id="18" name="TextBox 18"/>
          <p:cNvSpPr txBox="1"/>
          <p:nvPr/>
        </p:nvSpPr>
        <p:spPr>
          <a:xfrm>
            <a:off x="704493" y="5969549"/>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is used to set the logic on the output pins HIGH OR LOW</a:t>
            </a:r>
          </a:p>
        </p:txBody>
      </p:sp>
      <p:sp>
        <p:nvSpPr>
          <p:cNvPr id="19" name="TextBox 19"/>
          <p:cNvSpPr txBox="1"/>
          <p:nvPr/>
        </p:nvSpPr>
        <p:spPr>
          <a:xfrm>
            <a:off x="704493" y="7102916"/>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PINx ( Input Register )</a:t>
            </a:r>
          </a:p>
        </p:txBody>
      </p:sp>
      <p:sp>
        <p:nvSpPr>
          <p:cNvPr id="20" name="TextBox 20"/>
          <p:cNvSpPr txBox="1"/>
          <p:nvPr/>
        </p:nvSpPr>
        <p:spPr>
          <a:xfrm>
            <a:off x="704493" y="7770457"/>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is used to read the logic level on the port input pins</a:t>
            </a:r>
          </a:p>
        </p:txBody>
      </p:sp>
      <p:sp>
        <p:nvSpPr>
          <p:cNvPr id="21" name="TextBox 21"/>
          <p:cNvSpPr txBox="1"/>
          <p:nvPr/>
        </p:nvSpPr>
        <p:spPr>
          <a:xfrm>
            <a:off x="10091228" y="7706220"/>
            <a:ext cx="7848416"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Note : x could be A,B,C, OR D depending on which port registers are being addressed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704493" y="3514513"/>
            <a:ext cx="11301259" cy="4520504"/>
          </a:xfrm>
          <a:custGeom>
            <a:avLst/>
            <a:gdLst/>
            <a:ahLst/>
            <a:cxnLst/>
            <a:rect l="l" t="t" r="r" b="b"/>
            <a:pathLst>
              <a:path w="11301259" h="4520504">
                <a:moveTo>
                  <a:pt x="0" y="0"/>
                </a:moveTo>
                <a:lnTo>
                  <a:pt x="11301259" y="0"/>
                </a:lnTo>
                <a:lnTo>
                  <a:pt x="11301259" y="4520504"/>
                </a:lnTo>
                <a:lnTo>
                  <a:pt x="0" y="4520504"/>
                </a:lnTo>
                <a:lnTo>
                  <a:pt x="0" y="0"/>
                </a:lnTo>
                <a:close/>
              </a:path>
            </a:pathLst>
          </a:custGeom>
          <a:blipFill>
            <a:blip r:embed="rId9"/>
            <a:stretch>
              <a:fillRect/>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Each Port is controlled by 3 registers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536742" y="1477020"/>
            <a:ext cx="6082414" cy="4117560"/>
          </a:xfrm>
          <a:custGeom>
            <a:avLst/>
            <a:gdLst/>
            <a:ahLst/>
            <a:cxnLst/>
            <a:rect l="l" t="t" r="r" b="b"/>
            <a:pathLst>
              <a:path w="6082414" h="4117560">
                <a:moveTo>
                  <a:pt x="0" y="0"/>
                </a:moveTo>
                <a:lnTo>
                  <a:pt x="6082414" y="0"/>
                </a:lnTo>
                <a:lnTo>
                  <a:pt x="6082414" y="4117560"/>
                </a:lnTo>
                <a:lnTo>
                  <a:pt x="0" y="4117560"/>
                </a:lnTo>
                <a:lnTo>
                  <a:pt x="0" y="0"/>
                </a:lnTo>
                <a:close/>
              </a:path>
            </a:pathLst>
          </a:custGeom>
          <a:blipFill>
            <a:blip r:embed="rId9"/>
            <a:stretch>
              <a:fillRect l="-44507" t="-27008" r="-140800" b="-85917"/>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I/O Pin Programming Steps In AVR MC</a:t>
            </a:r>
          </a:p>
        </p:txBody>
      </p:sp>
      <p:sp>
        <p:nvSpPr>
          <p:cNvPr id="15" name="TextBox 15"/>
          <p:cNvSpPr txBox="1"/>
          <p:nvPr/>
        </p:nvSpPr>
        <p:spPr>
          <a:xfrm>
            <a:off x="704493" y="3035668"/>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1-Decide which pin is input and which pin is output</a:t>
            </a:r>
          </a:p>
        </p:txBody>
      </p:sp>
      <p:sp>
        <p:nvSpPr>
          <p:cNvPr id="16" name="TextBox 16"/>
          <p:cNvSpPr txBox="1"/>
          <p:nvPr/>
        </p:nvSpPr>
        <p:spPr>
          <a:xfrm>
            <a:off x="704493" y="3972347"/>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2-Configure the port direction use register DDRx</a:t>
            </a:r>
          </a:p>
        </p:txBody>
      </p:sp>
      <p:sp>
        <p:nvSpPr>
          <p:cNvPr id="17" name="TextBox 17"/>
          <p:cNvSpPr txBox="1"/>
          <p:nvPr/>
        </p:nvSpPr>
        <p:spPr>
          <a:xfrm>
            <a:off x="1205442" y="4775173"/>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1 for Output.</a:t>
            </a:r>
          </a:p>
        </p:txBody>
      </p:sp>
      <p:sp>
        <p:nvSpPr>
          <p:cNvPr id="18" name="TextBox 18"/>
          <p:cNvSpPr txBox="1"/>
          <p:nvPr/>
        </p:nvSpPr>
        <p:spPr>
          <a:xfrm>
            <a:off x="5028319" y="4775173"/>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0 for Input.</a:t>
            </a:r>
          </a:p>
        </p:txBody>
      </p:sp>
      <p:sp>
        <p:nvSpPr>
          <p:cNvPr id="19" name="TextBox 19"/>
          <p:cNvSpPr txBox="1"/>
          <p:nvPr/>
        </p:nvSpPr>
        <p:spPr>
          <a:xfrm>
            <a:off x="704493" y="5798116"/>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3- In Read (input case) Use register PINx</a:t>
            </a:r>
          </a:p>
        </p:txBody>
      </p:sp>
      <p:sp>
        <p:nvSpPr>
          <p:cNvPr id="20" name="TextBox 20"/>
          <p:cNvSpPr txBox="1"/>
          <p:nvPr/>
        </p:nvSpPr>
        <p:spPr>
          <a:xfrm>
            <a:off x="704493" y="6820520"/>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4-In write ( Output case ) Use register PORTx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536742" y="1477020"/>
            <a:ext cx="6082414" cy="4117560"/>
          </a:xfrm>
          <a:custGeom>
            <a:avLst/>
            <a:gdLst/>
            <a:ahLst/>
            <a:cxnLst/>
            <a:rect l="l" t="t" r="r" b="b"/>
            <a:pathLst>
              <a:path w="6082414" h="4117560">
                <a:moveTo>
                  <a:pt x="0" y="0"/>
                </a:moveTo>
                <a:lnTo>
                  <a:pt x="6082414" y="0"/>
                </a:lnTo>
                <a:lnTo>
                  <a:pt x="6082414" y="4117560"/>
                </a:lnTo>
                <a:lnTo>
                  <a:pt x="0" y="4117560"/>
                </a:lnTo>
                <a:lnTo>
                  <a:pt x="0" y="0"/>
                </a:lnTo>
                <a:close/>
              </a:path>
            </a:pathLst>
          </a:custGeom>
          <a:blipFill>
            <a:blip r:embed="rId9"/>
            <a:stretch>
              <a:fillRect l="-44507" t="-27008" r="-140800" b="-85917"/>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I/O Pin Programming Steps In AVR MC</a:t>
            </a:r>
          </a:p>
        </p:txBody>
      </p:sp>
      <p:sp>
        <p:nvSpPr>
          <p:cNvPr id="15" name="TextBox 15"/>
          <p:cNvSpPr txBox="1"/>
          <p:nvPr/>
        </p:nvSpPr>
        <p:spPr>
          <a:xfrm>
            <a:off x="704493" y="3364865"/>
            <a:ext cx="10517924" cy="2784691"/>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For each output pin we can perform read/write operation on this pin .We can write on it using PORTx register and read it through PINx or PORTx register .</a:t>
            </a:r>
          </a:p>
        </p:txBody>
      </p:sp>
      <p:sp>
        <p:nvSpPr>
          <p:cNvPr id="16" name="TextBox 16"/>
          <p:cNvSpPr txBox="1"/>
          <p:nvPr/>
        </p:nvSpPr>
        <p:spPr>
          <a:xfrm>
            <a:off x="821918" y="6655998"/>
            <a:ext cx="10517924" cy="1374883"/>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For each Input pin we can perform read operation only through the PINx register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236653" y="414842"/>
            <a:ext cx="7814694"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Pull Up VS Pull Down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929281" y="2630642"/>
            <a:ext cx="6412598"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What is Pull-up resistor ?</a:t>
            </a:r>
          </a:p>
        </p:txBody>
      </p:sp>
      <p:sp>
        <p:nvSpPr>
          <p:cNvPr id="15" name="TextBox 15"/>
          <p:cNvSpPr txBox="1"/>
          <p:nvPr/>
        </p:nvSpPr>
        <p:spPr>
          <a:xfrm>
            <a:off x="1810652" y="4509144"/>
            <a:ext cx="4324810"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Why we need it ?</a:t>
            </a:r>
          </a:p>
        </p:txBody>
      </p:sp>
      <p:sp>
        <p:nvSpPr>
          <p:cNvPr id="16" name="TextBox 16"/>
          <p:cNvSpPr txBox="1"/>
          <p:nvPr/>
        </p:nvSpPr>
        <p:spPr>
          <a:xfrm>
            <a:off x="929281" y="6326645"/>
            <a:ext cx="6637385"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How to use this feature ?</a:t>
            </a:r>
          </a:p>
        </p:txBody>
      </p:sp>
      <p:sp>
        <p:nvSpPr>
          <p:cNvPr id="17" name="TextBox 17"/>
          <p:cNvSpPr txBox="1"/>
          <p:nvPr/>
        </p:nvSpPr>
        <p:spPr>
          <a:xfrm>
            <a:off x="9684493" y="2552171"/>
            <a:ext cx="8044899"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What is Pull-down resistor ?</a:t>
            </a:r>
          </a:p>
        </p:txBody>
      </p:sp>
      <p:sp>
        <p:nvSpPr>
          <p:cNvPr id="18" name="TextBox 18"/>
          <p:cNvSpPr txBox="1"/>
          <p:nvPr/>
        </p:nvSpPr>
        <p:spPr>
          <a:xfrm>
            <a:off x="11544538" y="4509144"/>
            <a:ext cx="4324810"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Why we need it ?</a:t>
            </a:r>
          </a:p>
        </p:txBody>
      </p:sp>
      <p:sp>
        <p:nvSpPr>
          <p:cNvPr id="19" name="TextBox 19"/>
          <p:cNvSpPr txBox="1"/>
          <p:nvPr/>
        </p:nvSpPr>
        <p:spPr>
          <a:xfrm>
            <a:off x="10517279" y="6326645"/>
            <a:ext cx="6637385"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How to use this feature ?</a:t>
            </a:r>
          </a:p>
        </p:txBody>
      </p:sp>
      <p:sp>
        <p:nvSpPr>
          <p:cNvPr id="20" name="TextBox 20"/>
          <p:cNvSpPr txBox="1"/>
          <p:nvPr/>
        </p:nvSpPr>
        <p:spPr>
          <a:xfrm>
            <a:off x="5485687" y="414842"/>
            <a:ext cx="7814694"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Pull Up VS Pull Down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3364865"/>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In case you set any PIN as input you can activate the internal pull up resistor by setting the corresponding bit in Portx register.</a:t>
            </a:r>
          </a:p>
        </p:txBody>
      </p:sp>
      <p:sp>
        <p:nvSpPr>
          <p:cNvPr id="15" name="TextBox 15"/>
          <p:cNvSpPr txBox="1"/>
          <p:nvPr/>
        </p:nvSpPr>
        <p:spPr>
          <a:xfrm>
            <a:off x="704493" y="5076825"/>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For each Input pin we can perform read operation only through the PINx register.</a:t>
            </a:r>
          </a:p>
        </p:txBody>
      </p:sp>
      <p:sp>
        <p:nvSpPr>
          <p:cNvPr id="16" name="TextBox 16"/>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7" name="TextBox 17"/>
          <p:cNvSpPr txBox="1"/>
          <p:nvPr/>
        </p:nvSpPr>
        <p:spPr>
          <a:xfrm>
            <a:off x="704493" y="6361698"/>
            <a:ext cx="1051792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feature is supported by all pins in the Atmega16/32 MC.</a:t>
            </a:r>
          </a:p>
        </p:txBody>
      </p:sp>
      <p:sp>
        <p:nvSpPr>
          <p:cNvPr id="18" name="TextBox 18"/>
          <p:cNvSpPr txBox="1"/>
          <p:nvPr/>
        </p:nvSpPr>
        <p:spPr>
          <a:xfrm>
            <a:off x="704493" y="7114119"/>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There is no internal Pull-down resistor in Atmega16/32 MC pins but it could be supported in other MC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3364865"/>
            <a:ext cx="1067431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Example :</a:t>
            </a:r>
          </a:p>
          <a:p>
            <a:pPr algn="l">
              <a:lnSpc>
                <a:spcPts val="4200"/>
              </a:lnSpc>
            </a:pPr>
            <a:r>
              <a:rPr lang="en-US" sz="3000">
                <a:solidFill>
                  <a:srgbClr val="004068"/>
                </a:solidFill>
                <a:latin typeface="Anton"/>
                <a:ea typeface="Anton"/>
                <a:cs typeface="Anton"/>
                <a:sym typeface="Anton"/>
              </a:rPr>
              <a:t>Setup pin 2 in PORTB as input and activate the internal pull up resistor</a:t>
            </a:r>
          </a:p>
        </p:txBody>
      </p:sp>
      <p:sp>
        <p:nvSpPr>
          <p:cNvPr id="15" name="TextBox 15"/>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6" name="TextBox 16"/>
          <p:cNvSpPr txBox="1"/>
          <p:nvPr/>
        </p:nvSpPr>
        <p:spPr>
          <a:xfrm>
            <a:off x="704493" y="4742762"/>
            <a:ext cx="1067431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DDRB&amp;=~(1&lt;&lt;2);</a:t>
            </a:r>
          </a:p>
        </p:txBody>
      </p:sp>
      <p:sp>
        <p:nvSpPr>
          <p:cNvPr id="17" name="TextBox 17"/>
          <p:cNvSpPr txBox="1"/>
          <p:nvPr/>
        </p:nvSpPr>
        <p:spPr>
          <a:xfrm>
            <a:off x="772428" y="5340970"/>
            <a:ext cx="1067431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PORTB|=(1&lt;&lt;2);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2409146"/>
            <a:ext cx="1067431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Lets Summarize our cases :</a:t>
            </a:r>
          </a:p>
        </p:txBody>
      </p:sp>
      <p:sp>
        <p:nvSpPr>
          <p:cNvPr id="15" name="TextBox 15"/>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6" name="TextBox 16"/>
          <p:cNvSpPr txBox="1"/>
          <p:nvPr/>
        </p:nvSpPr>
        <p:spPr>
          <a:xfrm>
            <a:off x="772428" y="3326658"/>
            <a:ext cx="10674314" cy="2784691"/>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A PORT can have four different states depending upon the state of the bits corresponding to this pin in the data direction register (DDRx) and a data register (PORTx) of that specific port.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6934200" y="36247"/>
            <a:ext cx="3345426"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4 Cases</a:t>
            </a:r>
          </a:p>
        </p:txBody>
      </p:sp>
      <p:graphicFrame>
        <p:nvGraphicFramePr>
          <p:cNvPr id="15" name="Table 15"/>
          <p:cNvGraphicFramePr>
            <a:graphicFrameLocks noGrp="1"/>
          </p:cNvGraphicFramePr>
          <p:nvPr/>
        </p:nvGraphicFramePr>
        <p:xfrm>
          <a:off x="3015771" y="1548758"/>
          <a:ext cx="11527605" cy="7189484"/>
        </p:xfrm>
        <a:graphic>
          <a:graphicData uri="http://schemas.openxmlformats.org/drawingml/2006/table">
            <a:tbl>
              <a:tblPr/>
              <a:tblGrid>
                <a:gridCol w="2305521">
                  <a:extLst>
                    <a:ext uri="{9D8B030D-6E8A-4147-A177-3AD203B41FA5}">
                      <a16:colId xmlns:a16="http://schemas.microsoft.com/office/drawing/2014/main" val="20000"/>
                    </a:ext>
                  </a:extLst>
                </a:gridCol>
                <a:gridCol w="2305521">
                  <a:extLst>
                    <a:ext uri="{9D8B030D-6E8A-4147-A177-3AD203B41FA5}">
                      <a16:colId xmlns:a16="http://schemas.microsoft.com/office/drawing/2014/main" val="20001"/>
                    </a:ext>
                  </a:extLst>
                </a:gridCol>
                <a:gridCol w="2305521">
                  <a:extLst>
                    <a:ext uri="{9D8B030D-6E8A-4147-A177-3AD203B41FA5}">
                      <a16:colId xmlns:a16="http://schemas.microsoft.com/office/drawing/2014/main" val="20002"/>
                    </a:ext>
                  </a:extLst>
                </a:gridCol>
                <a:gridCol w="2305521">
                  <a:extLst>
                    <a:ext uri="{9D8B030D-6E8A-4147-A177-3AD203B41FA5}">
                      <a16:colId xmlns:a16="http://schemas.microsoft.com/office/drawing/2014/main" val="20003"/>
                    </a:ext>
                  </a:extLst>
                </a:gridCol>
                <a:gridCol w="2305521">
                  <a:extLst>
                    <a:ext uri="{9D8B030D-6E8A-4147-A177-3AD203B41FA5}">
                      <a16:colId xmlns:a16="http://schemas.microsoft.com/office/drawing/2014/main" val="20004"/>
                    </a:ext>
                  </a:extLst>
                </a:gridCol>
              </a:tblGrid>
              <a:tr h="766060">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TextBox 16"/>
          <p:cNvSpPr txBox="1"/>
          <p:nvPr/>
        </p:nvSpPr>
        <p:spPr>
          <a:xfrm>
            <a:off x="3551829" y="1529193"/>
            <a:ext cx="1058439"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DDxn</a:t>
            </a:r>
          </a:p>
        </p:txBody>
      </p:sp>
      <p:sp>
        <p:nvSpPr>
          <p:cNvPr id="17" name="TextBox 17"/>
          <p:cNvSpPr txBox="1"/>
          <p:nvPr/>
        </p:nvSpPr>
        <p:spPr>
          <a:xfrm>
            <a:off x="5572228"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PORTxn</a:t>
            </a:r>
          </a:p>
        </p:txBody>
      </p:sp>
      <p:sp>
        <p:nvSpPr>
          <p:cNvPr id="18" name="TextBox 18"/>
          <p:cNvSpPr txBox="1"/>
          <p:nvPr/>
        </p:nvSpPr>
        <p:spPr>
          <a:xfrm>
            <a:off x="7774596"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I/O</a:t>
            </a:r>
          </a:p>
        </p:txBody>
      </p:sp>
      <p:sp>
        <p:nvSpPr>
          <p:cNvPr id="19" name="TextBox 19"/>
          <p:cNvSpPr txBox="1"/>
          <p:nvPr/>
        </p:nvSpPr>
        <p:spPr>
          <a:xfrm>
            <a:off x="10131943"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PULL-UP</a:t>
            </a:r>
          </a:p>
        </p:txBody>
      </p:sp>
      <p:sp>
        <p:nvSpPr>
          <p:cNvPr id="20" name="TextBox 20"/>
          <p:cNvSpPr txBox="1"/>
          <p:nvPr/>
        </p:nvSpPr>
        <p:spPr>
          <a:xfrm>
            <a:off x="12337116" y="1529193"/>
            <a:ext cx="2199202"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Comment</a:t>
            </a:r>
          </a:p>
        </p:txBody>
      </p:sp>
      <p:sp>
        <p:nvSpPr>
          <p:cNvPr id="21" name="TextBox 21"/>
          <p:cNvSpPr txBox="1"/>
          <p:nvPr/>
        </p:nvSpPr>
        <p:spPr>
          <a:xfrm>
            <a:off x="3986880" y="2817491"/>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2" name="TextBox 22"/>
          <p:cNvSpPr txBox="1"/>
          <p:nvPr/>
        </p:nvSpPr>
        <p:spPr>
          <a:xfrm>
            <a:off x="3986880" y="4280449"/>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3" name="TextBox 23"/>
          <p:cNvSpPr txBox="1"/>
          <p:nvPr/>
        </p:nvSpPr>
        <p:spPr>
          <a:xfrm>
            <a:off x="4017931" y="5942755"/>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4" name="TextBox 24"/>
          <p:cNvSpPr txBox="1"/>
          <p:nvPr/>
        </p:nvSpPr>
        <p:spPr>
          <a:xfrm>
            <a:off x="4017931" y="7686328"/>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5" name="TextBox 25"/>
          <p:cNvSpPr txBox="1"/>
          <p:nvPr/>
        </p:nvSpPr>
        <p:spPr>
          <a:xfrm>
            <a:off x="6340397" y="2742581"/>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26" name="TextBox 26"/>
          <p:cNvSpPr txBox="1"/>
          <p:nvPr/>
        </p:nvSpPr>
        <p:spPr>
          <a:xfrm>
            <a:off x="6338842" y="4280449"/>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7" name="TextBox 27"/>
          <p:cNvSpPr txBox="1"/>
          <p:nvPr/>
        </p:nvSpPr>
        <p:spPr>
          <a:xfrm>
            <a:off x="6338842" y="5942755"/>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8" name="TextBox 28"/>
          <p:cNvSpPr txBox="1"/>
          <p:nvPr/>
        </p:nvSpPr>
        <p:spPr>
          <a:xfrm>
            <a:off x="6369893" y="7686328"/>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9" name="TextBox 29"/>
          <p:cNvSpPr txBox="1"/>
          <p:nvPr/>
        </p:nvSpPr>
        <p:spPr>
          <a:xfrm>
            <a:off x="8692983" y="2891923"/>
            <a:ext cx="86591"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I</a:t>
            </a:r>
          </a:p>
        </p:txBody>
      </p:sp>
      <p:sp>
        <p:nvSpPr>
          <p:cNvPr id="30" name="TextBox 30"/>
          <p:cNvSpPr txBox="1"/>
          <p:nvPr/>
        </p:nvSpPr>
        <p:spPr>
          <a:xfrm>
            <a:off x="8686249" y="4280449"/>
            <a:ext cx="86591"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I</a:t>
            </a:r>
          </a:p>
        </p:txBody>
      </p:sp>
      <p:sp>
        <p:nvSpPr>
          <p:cNvPr id="31" name="TextBox 31"/>
          <p:cNvSpPr txBox="1"/>
          <p:nvPr/>
        </p:nvSpPr>
        <p:spPr>
          <a:xfrm>
            <a:off x="8636933" y="5942755"/>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32" name="TextBox 32"/>
          <p:cNvSpPr txBox="1"/>
          <p:nvPr/>
        </p:nvSpPr>
        <p:spPr>
          <a:xfrm>
            <a:off x="8680228" y="7686328"/>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33" name="TextBox 33"/>
          <p:cNvSpPr txBox="1"/>
          <p:nvPr/>
        </p:nvSpPr>
        <p:spPr>
          <a:xfrm>
            <a:off x="10797589" y="2742581"/>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4" name="TextBox 34"/>
          <p:cNvSpPr txBox="1"/>
          <p:nvPr/>
        </p:nvSpPr>
        <p:spPr>
          <a:xfrm>
            <a:off x="10733728" y="4280449"/>
            <a:ext cx="5026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YES</a:t>
            </a:r>
          </a:p>
        </p:txBody>
      </p:sp>
      <p:sp>
        <p:nvSpPr>
          <p:cNvPr id="35" name="TextBox 35"/>
          <p:cNvSpPr txBox="1"/>
          <p:nvPr/>
        </p:nvSpPr>
        <p:spPr>
          <a:xfrm>
            <a:off x="10797589" y="5942755"/>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6" name="TextBox 36"/>
          <p:cNvSpPr txBox="1"/>
          <p:nvPr/>
        </p:nvSpPr>
        <p:spPr>
          <a:xfrm>
            <a:off x="10797589" y="7609576"/>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7" name="TextBox 37"/>
          <p:cNvSpPr txBox="1"/>
          <p:nvPr/>
        </p:nvSpPr>
        <p:spPr>
          <a:xfrm>
            <a:off x="12664009" y="2550818"/>
            <a:ext cx="1356771" cy="1057167"/>
          </a:xfrm>
          <a:prstGeom prst="rect">
            <a:avLst/>
          </a:prstGeom>
        </p:spPr>
        <p:txBody>
          <a:bodyPr lIns="0" tIns="0" rIns="0" bIns="0" rtlCol="0" anchor="t">
            <a:spAutoFit/>
          </a:bodyPr>
          <a:lstStyle/>
          <a:p>
            <a:pPr algn="ctr">
              <a:lnSpc>
                <a:spcPts val="4200"/>
              </a:lnSpc>
            </a:pPr>
            <a:r>
              <a:rPr lang="en-US" sz="3000">
                <a:solidFill>
                  <a:srgbClr val="FFFFFF"/>
                </a:solidFill>
                <a:latin typeface="Anton"/>
                <a:ea typeface="Anton"/>
                <a:cs typeface="Anton"/>
                <a:sym typeface="Anton"/>
              </a:rPr>
              <a:t>TRI-STATE</a:t>
            </a:r>
          </a:p>
          <a:p>
            <a:pPr algn="ctr">
              <a:lnSpc>
                <a:spcPts val="4200"/>
              </a:lnSpc>
              <a:spcBef>
                <a:spcPct val="0"/>
              </a:spcBef>
            </a:pPr>
            <a:r>
              <a:rPr lang="en-US" sz="3000">
                <a:solidFill>
                  <a:srgbClr val="FFFFFF"/>
                </a:solidFill>
                <a:latin typeface="Anton"/>
                <a:ea typeface="Anton"/>
                <a:cs typeface="Anton"/>
                <a:sym typeface="Anton"/>
              </a:rPr>
              <a:t>( HIGH-Z )</a:t>
            </a:r>
          </a:p>
        </p:txBody>
      </p:sp>
      <p:sp>
        <p:nvSpPr>
          <p:cNvPr id="38" name="TextBox 38"/>
          <p:cNvSpPr txBox="1"/>
          <p:nvPr/>
        </p:nvSpPr>
        <p:spPr>
          <a:xfrm>
            <a:off x="12543068" y="3979460"/>
            <a:ext cx="1598653" cy="1406633"/>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nton"/>
                <a:ea typeface="Anton"/>
                <a:cs typeface="Anton"/>
                <a:sym typeface="Anton"/>
              </a:rPr>
              <a:t>Pxn will source current if pulled low externally</a:t>
            </a:r>
          </a:p>
        </p:txBody>
      </p:sp>
      <p:sp>
        <p:nvSpPr>
          <p:cNvPr id="39" name="TextBox 39"/>
          <p:cNvSpPr txBox="1"/>
          <p:nvPr/>
        </p:nvSpPr>
        <p:spPr>
          <a:xfrm>
            <a:off x="12543068" y="5720397"/>
            <a:ext cx="1709237" cy="1057167"/>
          </a:xfrm>
          <a:prstGeom prst="rect">
            <a:avLst/>
          </a:prstGeom>
        </p:spPr>
        <p:txBody>
          <a:bodyPr lIns="0" tIns="0" rIns="0" bIns="0" rtlCol="0" anchor="t">
            <a:spAutoFit/>
          </a:bodyPr>
          <a:lstStyle/>
          <a:p>
            <a:pPr algn="ctr">
              <a:lnSpc>
                <a:spcPts val="4200"/>
              </a:lnSpc>
            </a:pPr>
            <a:r>
              <a:rPr lang="en-US" sz="3000">
                <a:solidFill>
                  <a:srgbClr val="FFFFFF"/>
                </a:solidFill>
                <a:latin typeface="Anton"/>
                <a:ea typeface="Anton"/>
                <a:cs typeface="Anton"/>
                <a:sym typeface="Anton"/>
              </a:rPr>
              <a:t>output</a:t>
            </a:r>
          </a:p>
          <a:p>
            <a:pPr algn="ctr">
              <a:lnSpc>
                <a:spcPts val="4200"/>
              </a:lnSpc>
              <a:spcBef>
                <a:spcPct val="0"/>
              </a:spcBef>
            </a:pPr>
            <a:r>
              <a:rPr lang="en-US" sz="3000">
                <a:solidFill>
                  <a:srgbClr val="FFFFFF"/>
                </a:solidFill>
                <a:latin typeface="Anton"/>
                <a:ea typeface="Anton"/>
                <a:cs typeface="Anton"/>
                <a:sym typeface="Anton"/>
              </a:rPr>
              <a:t>low ( sink )</a:t>
            </a:r>
          </a:p>
        </p:txBody>
      </p:sp>
      <p:sp>
        <p:nvSpPr>
          <p:cNvPr id="40" name="TextBox 40"/>
          <p:cNvSpPr txBox="1"/>
          <p:nvPr/>
        </p:nvSpPr>
        <p:spPr>
          <a:xfrm>
            <a:off x="12369886" y="7371094"/>
            <a:ext cx="2055601" cy="839054"/>
          </a:xfrm>
          <a:prstGeom prst="rect">
            <a:avLst/>
          </a:prstGeom>
        </p:spPr>
        <p:txBody>
          <a:bodyPr lIns="0" tIns="0" rIns="0" bIns="0" rtlCol="0" anchor="t">
            <a:spAutoFit/>
          </a:bodyPr>
          <a:lstStyle/>
          <a:p>
            <a:pPr algn="ctr">
              <a:lnSpc>
                <a:spcPts val="3315"/>
              </a:lnSpc>
            </a:pPr>
            <a:r>
              <a:rPr lang="en-US" sz="2368">
                <a:solidFill>
                  <a:srgbClr val="FFFFFF"/>
                </a:solidFill>
                <a:latin typeface="Anton"/>
                <a:ea typeface="Anton"/>
                <a:cs typeface="Anton"/>
                <a:sym typeface="Anton"/>
              </a:rPr>
              <a:t>output</a:t>
            </a:r>
          </a:p>
          <a:p>
            <a:pPr algn="ctr">
              <a:lnSpc>
                <a:spcPts val="3315"/>
              </a:lnSpc>
              <a:spcBef>
                <a:spcPct val="0"/>
              </a:spcBef>
            </a:pPr>
            <a:r>
              <a:rPr lang="en-US" sz="2368">
                <a:solidFill>
                  <a:srgbClr val="FFFFFF"/>
                </a:solidFill>
                <a:latin typeface="Anton"/>
                <a:ea typeface="Anton"/>
                <a:cs typeface="Anton"/>
                <a:sym typeface="Anton"/>
              </a:rPr>
              <a:t>high ( source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4" name="TextBox 14"/>
          <p:cNvSpPr txBox="1"/>
          <p:nvPr/>
        </p:nvSpPr>
        <p:spPr>
          <a:xfrm>
            <a:off x="613144" y="2029111"/>
            <a:ext cx="16646156" cy="2079787"/>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This is internal PULL-UP resistor to all the pins can be disabled by writing one to the PUD BIT IN THE SFIOR register When this is done the pins are in tri state( high impedance states ) if DDRxn =0 and PORTXN=1</a:t>
            </a:r>
          </a:p>
        </p:txBody>
      </p:sp>
      <p:grpSp>
        <p:nvGrpSpPr>
          <p:cNvPr id="15" name="Group 15"/>
          <p:cNvGrpSpPr/>
          <p:nvPr/>
        </p:nvGrpSpPr>
        <p:grpSpPr>
          <a:xfrm>
            <a:off x="613144" y="4347124"/>
            <a:ext cx="13522988" cy="1883968"/>
            <a:chOff x="0" y="0"/>
            <a:chExt cx="18030650" cy="2511958"/>
          </a:xfrm>
        </p:grpSpPr>
        <p:sp>
          <p:nvSpPr>
            <p:cNvPr id="16" name="Freeform 16"/>
            <p:cNvSpPr/>
            <p:nvPr/>
          </p:nvSpPr>
          <p:spPr>
            <a:xfrm>
              <a:off x="0" y="167973"/>
              <a:ext cx="18030650" cy="2343985"/>
            </a:xfrm>
            <a:custGeom>
              <a:avLst/>
              <a:gdLst/>
              <a:ahLst/>
              <a:cxnLst/>
              <a:rect l="l" t="t" r="r" b="b"/>
              <a:pathLst>
                <a:path w="18030650" h="2343985">
                  <a:moveTo>
                    <a:pt x="0" y="0"/>
                  </a:moveTo>
                  <a:lnTo>
                    <a:pt x="18030650" y="0"/>
                  </a:lnTo>
                  <a:lnTo>
                    <a:pt x="18030650" y="2343985"/>
                  </a:lnTo>
                  <a:lnTo>
                    <a:pt x="0" y="2343985"/>
                  </a:lnTo>
                  <a:lnTo>
                    <a:pt x="0" y="0"/>
                  </a:lnTo>
                  <a:close/>
                </a:path>
              </a:pathLst>
            </a:custGeom>
            <a:blipFill>
              <a:blip r:embed="rId9"/>
              <a:stretch>
                <a:fillRect/>
              </a:stretch>
            </a:blipFill>
          </p:spPr>
        </p:sp>
        <p:grpSp>
          <p:nvGrpSpPr>
            <p:cNvPr id="17" name="Group 17"/>
            <p:cNvGrpSpPr/>
            <p:nvPr/>
          </p:nvGrpSpPr>
          <p:grpSpPr>
            <a:xfrm>
              <a:off x="12236805" y="0"/>
              <a:ext cx="405130" cy="928370"/>
              <a:chOff x="0" y="0"/>
              <a:chExt cx="405130" cy="928370"/>
            </a:xfrm>
          </p:grpSpPr>
          <p:sp>
            <p:nvSpPr>
              <p:cNvPr id="18" name="Freeform 18"/>
              <p:cNvSpPr/>
              <p:nvPr/>
            </p:nvSpPr>
            <p:spPr>
              <a:xfrm>
                <a:off x="50637" y="50800"/>
                <a:ext cx="303232" cy="826770"/>
              </a:xfrm>
              <a:custGeom>
                <a:avLst/>
                <a:gdLst/>
                <a:ahLst/>
                <a:cxnLst/>
                <a:rect l="l" t="t" r="r" b="b"/>
                <a:pathLst>
                  <a:path w="303232" h="826770">
                    <a:moveTo>
                      <a:pt x="186853" y="25400"/>
                    </a:moveTo>
                    <a:cubicBezTo>
                      <a:pt x="190663" y="638810"/>
                      <a:pt x="219873" y="775970"/>
                      <a:pt x="205903" y="810260"/>
                    </a:cubicBezTo>
                    <a:cubicBezTo>
                      <a:pt x="202093" y="820420"/>
                      <a:pt x="194473" y="824230"/>
                      <a:pt x="188123" y="825500"/>
                    </a:cubicBezTo>
                    <a:cubicBezTo>
                      <a:pt x="181773" y="828040"/>
                      <a:pt x="175423" y="825500"/>
                      <a:pt x="165263" y="820420"/>
                    </a:cubicBezTo>
                    <a:cubicBezTo>
                      <a:pt x="133513" y="802640"/>
                      <a:pt x="7783" y="684530"/>
                      <a:pt x="1433" y="650240"/>
                    </a:cubicBezTo>
                    <a:cubicBezTo>
                      <a:pt x="-1107" y="638810"/>
                      <a:pt x="5243" y="628650"/>
                      <a:pt x="11593" y="623570"/>
                    </a:cubicBezTo>
                    <a:cubicBezTo>
                      <a:pt x="16673" y="619760"/>
                      <a:pt x="25563" y="618490"/>
                      <a:pt x="34453" y="621030"/>
                    </a:cubicBezTo>
                    <a:cubicBezTo>
                      <a:pt x="58583" y="628650"/>
                      <a:pt x="110653" y="679450"/>
                      <a:pt x="143673" y="708660"/>
                    </a:cubicBezTo>
                    <a:cubicBezTo>
                      <a:pt x="171613" y="735330"/>
                      <a:pt x="212253" y="767080"/>
                      <a:pt x="219873" y="786130"/>
                    </a:cubicBezTo>
                    <a:cubicBezTo>
                      <a:pt x="223683" y="795020"/>
                      <a:pt x="222413" y="803910"/>
                      <a:pt x="218603" y="810260"/>
                    </a:cubicBezTo>
                    <a:cubicBezTo>
                      <a:pt x="214793" y="815340"/>
                      <a:pt x="204633" y="824230"/>
                      <a:pt x="198283" y="821690"/>
                    </a:cubicBezTo>
                    <a:cubicBezTo>
                      <a:pt x="189393" y="820420"/>
                      <a:pt x="176693" y="801370"/>
                      <a:pt x="175423" y="783590"/>
                    </a:cubicBezTo>
                    <a:cubicBezTo>
                      <a:pt x="171613" y="750570"/>
                      <a:pt x="219873" y="670560"/>
                      <a:pt x="237653" y="632460"/>
                    </a:cubicBezTo>
                    <a:cubicBezTo>
                      <a:pt x="249083" y="609600"/>
                      <a:pt x="254163" y="582930"/>
                      <a:pt x="266863" y="576580"/>
                    </a:cubicBezTo>
                    <a:cubicBezTo>
                      <a:pt x="275753" y="572770"/>
                      <a:pt x="290993" y="577850"/>
                      <a:pt x="296073" y="582930"/>
                    </a:cubicBezTo>
                    <a:cubicBezTo>
                      <a:pt x="301153" y="588010"/>
                      <a:pt x="304963" y="599440"/>
                      <a:pt x="302423" y="605790"/>
                    </a:cubicBezTo>
                    <a:cubicBezTo>
                      <a:pt x="298613" y="614680"/>
                      <a:pt x="277023" y="626110"/>
                      <a:pt x="269403" y="623570"/>
                    </a:cubicBezTo>
                    <a:cubicBezTo>
                      <a:pt x="261783" y="621030"/>
                      <a:pt x="251623" y="599440"/>
                      <a:pt x="254163" y="590550"/>
                    </a:cubicBezTo>
                    <a:cubicBezTo>
                      <a:pt x="255433" y="582930"/>
                      <a:pt x="271943" y="572770"/>
                      <a:pt x="279563" y="574040"/>
                    </a:cubicBezTo>
                    <a:cubicBezTo>
                      <a:pt x="288453" y="576580"/>
                      <a:pt x="299883" y="589280"/>
                      <a:pt x="302423" y="603250"/>
                    </a:cubicBezTo>
                    <a:cubicBezTo>
                      <a:pt x="307503" y="636270"/>
                      <a:pt x="252893" y="746760"/>
                      <a:pt x="237653" y="779780"/>
                    </a:cubicBezTo>
                    <a:cubicBezTo>
                      <a:pt x="230033" y="792480"/>
                      <a:pt x="224953" y="806450"/>
                      <a:pt x="219873" y="806450"/>
                    </a:cubicBezTo>
                    <a:cubicBezTo>
                      <a:pt x="214793" y="806450"/>
                      <a:pt x="205903" y="773430"/>
                      <a:pt x="207173" y="773430"/>
                    </a:cubicBezTo>
                    <a:cubicBezTo>
                      <a:pt x="208443" y="773430"/>
                      <a:pt x="223683" y="789940"/>
                      <a:pt x="222413" y="797560"/>
                    </a:cubicBezTo>
                    <a:cubicBezTo>
                      <a:pt x="221143" y="806450"/>
                      <a:pt x="210983" y="821690"/>
                      <a:pt x="198283" y="821690"/>
                    </a:cubicBezTo>
                    <a:cubicBezTo>
                      <a:pt x="165263" y="822960"/>
                      <a:pt x="5243" y="675640"/>
                      <a:pt x="163" y="643890"/>
                    </a:cubicBezTo>
                    <a:cubicBezTo>
                      <a:pt x="-1107" y="635000"/>
                      <a:pt x="5243" y="627380"/>
                      <a:pt x="11593" y="623570"/>
                    </a:cubicBezTo>
                    <a:cubicBezTo>
                      <a:pt x="17943" y="619760"/>
                      <a:pt x="25563" y="617220"/>
                      <a:pt x="34453" y="621030"/>
                    </a:cubicBezTo>
                    <a:cubicBezTo>
                      <a:pt x="63663" y="631190"/>
                      <a:pt x="143673" y="717550"/>
                      <a:pt x="172883" y="754380"/>
                    </a:cubicBezTo>
                    <a:cubicBezTo>
                      <a:pt x="189393" y="775970"/>
                      <a:pt x="208443" y="797560"/>
                      <a:pt x="205903" y="810260"/>
                    </a:cubicBezTo>
                    <a:cubicBezTo>
                      <a:pt x="204633" y="819150"/>
                      <a:pt x="189393" y="826770"/>
                      <a:pt x="181773" y="826770"/>
                    </a:cubicBezTo>
                    <a:cubicBezTo>
                      <a:pt x="174153" y="826770"/>
                      <a:pt x="165263" y="821690"/>
                      <a:pt x="158913" y="810260"/>
                    </a:cubicBezTo>
                    <a:cubicBezTo>
                      <a:pt x="138593" y="774700"/>
                      <a:pt x="139863" y="638810"/>
                      <a:pt x="136053" y="532130"/>
                    </a:cubicBezTo>
                    <a:cubicBezTo>
                      <a:pt x="130973" y="388620"/>
                      <a:pt x="109383" y="86360"/>
                      <a:pt x="136053" y="25400"/>
                    </a:cubicBezTo>
                    <a:cubicBezTo>
                      <a:pt x="143673" y="8890"/>
                      <a:pt x="156373" y="0"/>
                      <a:pt x="163993" y="0"/>
                    </a:cubicBezTo>
                    <a:cubicBezTo>
                      <a:pt x="172883" y="1270"/>
                      <a:pt x="186853" y="25400"/>
                      <a:pt x="186853" y="25400"/>
                    </a:cubicBezTo>
                  </a:path>
                </a:pathLst>
              </a:custGeom>
              <a:solidFill>
                <a:srgbClr val="0571D3"/>
              </a:solidFill>
              <a:ln cap="sq">
                <a:noFill/>
                <a:prstDash val="solid"/>
                <a:miter/>
              </a:ln>
            </p:spPr>
          </p:sp>
        </p:grpSp>
      </p:grpSp>
      <p:sp>
        <p:nvSpPr>
          <p:cNvPr id="19" name="TextBox 19"/>
          <p:cNvSpPr txBox="1"/>
          <p:nvPr/>
        </p:nvSpPr>
        <p:spPr>
          <a:xfrm>
            <a:off x="613144" y="6402543"/>
            <a:ext cx="16646156" cy="2079787"/>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Bit-2 ( PUD ) : Pull up disable</a:t>
            </a:r>
          </a:p>
          <a:p>
            <a:pPr algn="l">
              <a:lnSpc>
                <a:spcPts val="5599"/>
              </a:lnSpc>
            </a:pPr>
            <a:r>
              <a:rPr lang="en-US" sz="3999">
                <a:solidFill>
                  <a:srgbClr val="004068"/>
                </a:solidFill>
                <a:latin typeface="Anton"/>
                <a:ea typeface="Anton"/>
                <a:cs typeface="Anton"/>
                <a:sym typeface="Anton"/>
              </a:rPr>
              <a:t>when this bit is written to one , the pull-ups in the I/O ports are disabled even if the  DDxn and PORTxn Registers are configured to enable the PUll-ups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5983275" y="567242"/>
            <a:ext cx="1297949" cy="1175279"/>
          </a:xfrm>
          <a:custGeom>
            <a:avLst/>
            <a:gdLst/>
            <a:ahLst/>
            <a:cxnLst/>
            <a:rect l="l" t="t" r="r" b="b"/>
            <a:pathLst>
              <a:path w="1297949" h="1175279">
                <a:moveTo>
                  <a:pt x="0" y="0"/>
                </a:moveTo>
                <a:lnTo>
                  <a:pt x="1297949" y="0"/>
                </a:lnTo>
                <a:lnTo>
                  <a:pt x="1297949" y="1175279"/>
                </a:lnTo>
                <a:lnTo>
                  <a:pt x="0" y="11752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874654" y="414842"/>
            <a:ext cx="2869545"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Basics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Set all pins of Port A AS OUTPUT </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DDRA = 255;</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DDRA= 0xFF;</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DDRA=0b11111111;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set all Pins in PORTA</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PORTA=255;</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 0xFF;</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PORTA=0b11111111;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Clear all pins in PORTA</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PORTA=0;</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 0x00;</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PORTA=0b00000000;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704493" y="1884603"/>
            <a:ext cx="689750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Set Specified bit in register</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OR operation on the old register value with one shift left by the pin number For example if we want to set pin number 5 in PORTA</a:t>
            </a:r>
          </a:p>
        </p:txBody>
      </p:sp>
      <p:sp>
        <p:nvSpPr>
          <p:cNvPr id="18" name="TextBox 18"/>
          <p:cNvSpPr txBox="1"/>
          <p:nvPr/>
        </p:nvSpPr>
        <p:spPr>
          <a:xfrm>
            <a:off x="808966" y="4053054"/>
            <a:ext cx="2050877"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PORTA|= (1&lt;&lt;5);  </a:t>
            </a:r>
          </a:p>
        </p:txBody>
      </p:sp>
      <p:sp>
        <p:nvSpPr>
          <p:cNvPr id="19" name="TextBox 19"/>
          <p:cNvSpPr txBox="1"/>
          <p:nvPr/>
        </p:nvSpPr>
        <p:spPr>
          <a:xfrm>
            <a:off x="-260651" y="4748325"/>
            <a:ext cx="1137374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Clear( reset ) specified bit in register</a:t>
            </a:r>
          </a:p>
        </p:txBody>
      </p:sp>
      <p:sp>
        <p:nvSpPr>
          <p:cNvPr id="20" name="TextBox 20"/>
          <p:cNvSpPr txBox="1"/>
          <p:nvPr/>
        </p:nvSpPr>
        <p:spPr>
          <a:xfrm>
            <a:off x="704493" y="5802405"/>
            <a:ext cx="11521185" cy="1590513"/>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AND operation on the old register value with the 1 ‘s complement value of one shift left bt the pin number For example if we want to clear pin number 3 in PORTB</a:t>
            </a:r>
          </a:p>
        </p:txBody>
      </p:sp>
      <p:sp>
        <p:nvSpPr>
          <p:cNvPr id="21" name="TextBox 21"/>
          <p:cNvSpPr txBox="1"/>
          <p:nvPr/>
        </p:nvSpPr>
        <p:spPr>
          <a:xfrm>
            <a:off x="808966" y="7592943"/>
            <a:ext cx="2659062"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PORTB&amp;=~ (1&lt;&lt;3);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387500" y="1881365"/>
            <a:ext cx="992252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Toggle or Flip specified bit in register</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XOR operation on the register old value with one shift left by the pin number for example if we want to toggle pin number 2 in PORTC</a:t>
            </a:r>
          </a:p>
        </p:txBody>
      </p:sp>
      <p:sp>
        <p:nvSpPr>
          <p:cNvPr id="18" name="TextBox 18"/>
          <p:cNvSpPr txBox="1"/>
          <p:nvPr/>
        </p:nvSpPr>
        <p:spPr>
          <a:xfrm>
            <a:off x="808966" y="4053054"/>
            <a:ext cx="2363658"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PORTC^=(1&lt;&lt;2);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387500" y="1881365"/>
            <a:ext cx="992252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Check if a specified bit is set ( one )</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AND operation on the register value with one shift left by the pin number For examlpe check if pin 2 in PORTD Is set</a:t>
            </a:r>
          </a:p>
        </p:txBody>
      </p:sp>
      <p:sp>
        <p:nvSpPr>
          <p:cNvPr id="18" name="TextBox 18"/>
          <p:cNvSpPr txBox="1"/>
          <p:nvPr/>
        </p:nvSpPr>
        <p:spPr>
          <a:xfrm>
            <a:off x="808966" y="4053054"/>
            <a:ext cx="2363658" cy="2657204"/>
          </a:xfrm>
          <a:prstGeom prst="rect">
            <a:avLst/>
          </a:prstGeom>
        </p:spPr>
        <p:txBody>
          <a:bodyPr lIns="0" tIns="0" rIns="0" bIns="0" rtlCol="0" anchor="t">
            <a:spAutoFit/>
          </a:bodyPr>
          <a:lstStyle/>
          <a:p>
            <a:pPr algn="l">
              <a:lnSpc>
                <a:spcPts val="4200"/>
              </a:lnSpc>
            </a:pPr>
            <a:r>
              <a:rPr lang="en-US" sz="3000">
                <a:solidFill>
                  <a:srgbClr val="FF0000"/>
                </a:solidFill>
                <a:latin typeface="Anton"/>
                <a:ea typeface="Anton"/>
                <a:cs typeface="Anton"/>
                <a:sym typeface="Anton"/>
              </a:rPr>
              <a:t>if( PIND&amp;(1&lt;&lt;2) ) {</a:t>
            </a:r>
          </a:p>
          <a:p>
            <a:pPr algn="l">
              <a:lnSpc>
                <a:spcPts val="4200"/>
              </a:lnSpc>
            </a:pPr>
            <a:r>
              <a:rPr lang="en-US" sz="3000">
                <a:solidFill>
                  <a:srgbClr val="FF0000"/>
                </a:solidFill>
                <a:latin typeface="Anton"/>
                <a:ea typeface="Anton"/>
                <a:cs typeface="Anton"/>
                <a:sym typeface="Anton"/>
              </a:rPr>
              <a:t>/*CODE*/</a:t>
            </a:r>
          </a:p>
          <a:p>
            <a:pPr algn="l">
              <a:lnSpc>
                <a:spcPts val="4200"/>
              </a:lnSpc>
            </a:pPr>
            <a:endParaRPr lang="en-US" sz="3000">
              <a:solidFill>
                <a:srgbClr val="FF0000"/>
              </a:solidFill>
              <a:latin typeface="Anton"/>
              <a:ea typeface="Anton"/>
              <a:cs typeface="Anton"/>
              <a:sym typeface="Anton"/>
            </a:endParaRPr>
          </a:p>
          <a:p>
            <a:pPr algn="l">
              <a:lnSpc>
                <a:spcPts val="4200"/>
              </a:lnSpc>
              <a:spcBef>
                <a:spcPct val="0"/>
              </a:spcBef>
            </a:pPr>
            <a:r>
              <a:rPr lang="en-US" sz="3000">
                <a:solidFill>
                  <a:srgbClr val="FF0000"/>
                </a:solidFill>
                <a:latin typeface="Anton"/>
                <a:ea typeface="Anton"/>
                <a:cs typeface="Anton"/>
                <a:sym typeface="Anton"/>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387500" y="1881365"/>
            <a:ext cx="13276233"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Check if a specified bit is cleared ( reset or zero )</a:t>
            </a:r>
          </a:p>
        </p:txBody>
      </p:sp>
      <p:sp>
        <p:nvSpPr>
          <p:cNvPr id="17" name="TextBox 17"/>
          <p:cNvSpPr txBox="1"/>
          <p:nvPr/>
        </p:nvSpPr>
        <p:spPr>
          <a:xfrm>
            <a:off x="704493" y="2865746"/>
            <a:ext cx="12407397" cy="523821"/>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Just revert the previous condition For example check if pin 2 IN PORTD is cleared</a:t>
            </a:r>
          </a:p>
        </p:txBody>
      </p:sp>
      <p:sp>
        <p:nvSpPr>
          <p:cNvPr id="18" name="TextBox 18"/>
          <p:cNvSpPr txBox="1"/>
          <p:nvPr/>
        </p:nvSpPr>
        <p:spPr>
          <a:xfrm>
            <a:off x="808966" y="4053054"/>
            <a:ext cx="5109178" cy="2657204"/>
          </a:xfrm>
          <a:prstGeom prst="rect">
            <a:avLst/>
          </a:prstGeom>
        </p:spPr>
        <p:txBody>
          <a:bodyPr lIns="0" tIns="0" rIns="0" bIns="0" rtlCol="0" anchor="t">
            <a:spAutoFit/>
          </a:bodyPr>
          <a:lstStyle/>
          <a:p>
            <a:pPr algn="l">
              <a:lnSpc>
                <a:spcPts val="4200"/>
              </a:lnSpc>
            </a:pPr>
            <a:r>
              <a:rPr lang="en-US" sz="3000">
                <a:solidFill>
                  <a:srgbClr val="FF0000"/>
                </a:solidFill>
                <a:latin typeface="Anton"/>
                <a:ea typeface="Anton"/>
                <a:cs typeface="Anton"/>
                <a:sym typeface="Anton"/>
              </a:rPr>
              <a:t>if( ! ( PIND &amp;(1&lt;&lt;2) ) ) {</a:t>
            </a:r>
          </a:p>
          <a:p>
            <a:pPr algn="l">
              <a:lnSpc>
                <a:spcPts val="4200"/>
              </a:lnSpc>
            </a:pPr>
            <a:endParaRPr lang="en-US" sz="3000">
              <a:solidFill>
                <a:srgbClr val="FF0000"/>
              </a:solidFill>
              <a:latin typeface="Anton"/>
              <a:ea typeface="Anton"/>
              <a:cs typeface="Anton"/>
              <a:sym typeface="Anton"/>
            </a:endParaRPr>
          </a:p>
          <a:p>
            <a:pPr algn="l">
              <a:lnSpc>
                <a:spcPts val="4200"/>
              </a:lnSpc>
            </a:pPr>
            <a:r>
              <a:rPr lang="en-US" sz="3000">
                <a:solidFill>
                  <a:srgbClr val="FF0000"/>
                </a:solidFill>
                <a:latin typeface="Anton"/>
                <a:ea typeface="Anton"/>
                <a:cs typeface="Anton"/>
                <a:sym typeface="Anton"/>
              </a:rPr>
              <a:t>/*CODE*/</a:t>
            </a:r>
          </a:p>
          <a:p>
            <a:pPr algn="l">
              <a:lnSpc>
                <a:spcPts val="4200"/>
              </a:lnSpc>
            </a:pPr>
            <a:endParaRPr lang="en-US" sz="3000">
              <a:solidFill>
                <a:srgbClr val="FF0000"/>
              </a:solidFill>
              <a:latin typeface="Anton"/>
              <a:ea typeface="Anton"/>
              <a:cs typeface="Anton"/>
              <a:sym typeface="Anton"/>
            </a:endParaRPr>
          </a:p>
          <a:p>
            <a:pPr algn="l">
              <a:lnSpc>
                <a:spcPts val="4200"/>
              </a:lnSpc>
              <a:spcBef>
                <a:spcPct val="0"/>
              </a:spcBef>
            </a:pPr>
            <a:r>
              <a:rPr lang="en-US" sz="3000">
                <a:solidFill>
                  <a:srgbClr val="FF0000"/>
                </a:solidFill>
                <a:latin typeface="Anton"/>
                <a:ea typeface="Anton"/>
                <a:cs typeface="Anton"/>
                <a:sym typeface="Anton"/>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599071" y="56578"/>
            <a:ext cx="7978021" cy="1888147"/>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Know  More about your MC</a:t>
            </a:r>
          </a:p>
          <a:p>
            <a:pPr algn="l">
              <a:lnSpc>
                <a:spcPts val="7635"/>
              </a:lnSpc>
            </a:pPr>
            <a:r>
              <a:rPr lang="en-US" sz="5453">
                <a:solidFill>
                  <a:srgbClr val="FFFFFF"/>
                </a:solidFill>
                <a:latin typeface="Anton"/>
                <a:ea typeface="Anton"/>
                <a:cs typeface="Anton"/>
                <a:sym typeface="Anton"/>
              </a:rPr>
              <a:t>            ( DATA SHEET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sp>
      <p:sp>
        <p:nvSpPr>
          <p:cNvPr id="16" name="TextBox 16"/>
          <p:cNvSpPr txBox="1"/>
          <p:nvPr/>
        </p:nvSpPr>
        <p:spPr>
          <a:xfrm>
            <a:off x="704493" y="1839950"/>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Sink current  vs Source current</a:t>
            </a:r>
          </a:p>
        </p:txBody>
      </p:sp>
      <p:sp>
        <p:nvSpPr>
          <p:cNvPr id="17" name="TextBox 17"/>
          <p:cNvSpPr txBox="1"/>
          <p:nvPr/>
        </p:nvSpPr>
        <p:spPr>
          <a:xfrm>
            <a:off x="704493" y="2807453"/>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Sink current :</a:t>
            </a:r>
          </a:p>
        </p:txBody>
      </p:sp>
      <p:sp>
        <p:nvSpPr>
          <p:cNvPr id="18" name="TextBox 18"/>
          <p:cNvSpPr txBox="1"/>
          <p:nvPr/>
        </p:nvSpPr>
        <p:spPr>
          <a:xfrm>
            <a:off x="704493" y="3740273"/>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the sink value is the amount of current that can flow into the pin ( and therefore into the MC) safely.</a:t>
            </a:r>
          </a:p>
        </p:txBody>
      </p:sp>
      <p:sp>
        <p:nvSpPr>
          <p:cNvPr id="19" name="TextBox 19"/>
          <p:cNvSpPr txBox="1"/>
          <p:nvPr/>
        </p:nvSpPr>
        <p:spPr>
          <a:xfrm>
            <a:off x="704493" y="5068816"/>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Source current :</a:t>
            </a:r>
          </a:p>
        </p:txBody>
      </p:sp>
      <p:sp>
        <p:nvSpPr>
          <p:cNvPr id="20" name="TextBox 20"/>
          <p:cNvSpPr txBox="1"/>
          <p:nvPr/>
        </p:nvSpPr>
        <p:spPr>
          <a:xfrm>
            <a:off x="704493" y="6109962"/>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The SOURCE current is the amount of the current that can be pulled out of the pin safely.</a:t>
            </a:r>
          </a:p>
        </p:txBody>
      </p:sp>
      <p:sp>
        <p:nvSpPr>
          <p:cNvPr id="21" name="TextBox 21"/>
          <p:cNvSpPr txBox="1"/>
          <p:nvPr/>
        </p:nvSpPr>
        <p:spPr>
          <a:xfrm>
            <a:off x="704493" y="7471929"/>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It is very important that you try to limit the amount of current flowing into and out of your pin ( typically using series resistance )</a:t>
            </a:r>
          </a:p>
        </p:txBody>
      </p:sp>
      <p:grpSp>
        <p:nvGrpSpPr>
          <p:cNvPr id="22" name="Group 22"/>
          <p:cNvGrpSpPr/>
          <p:nvPr/>
        </p:nvGrpSpPr>
        <p:grpSpPr>
          <a:xfrm>
            <a:off x="11650028" y="2498408"/>
            <a:ext cx="846773" cy="123825"/>
            <a:chOff x="0" y="0"/>
            <a:chExt cx="1129030" cy="165100"/>
          </a:xfrm>
        </p:grpSpPr>
        <p:sp>
          <p:nvSpPr>
            <p:cNvPr id="23" name="Freeform 23"/>
            <p:cNvSpPr/>
            <p:nvPr/>
          </p:nvSpPr>
          <p:spPr>
            <a:xfrm>
              <a:off x="50800" y="52070"/>
              <a:ext cx="1027593" cy="84989"/>
            </a:xfrm>
            <a:custGeom>
              <a:avLst/>
              <a:gdLst/>
              <a:ahLst/>
              <a:cxnLst/>
              <a:rect l="l" t="t" r="r" b="b"/>
              <a:pathLst>
                <a:path w="1027593" h="84989">
                  <a:moveTo>
                    <a:pt x="25400" y="10160"/>
                  </a:moveTo>
                  <a:cubicBezTo>
                    <a:pt x="1019810" y="5080"/>
                    <a:pt x="1028700" y="16510"/>
                    <a:pt x="1027430" y="25400"/>
                  </a:cubicBezTo>
                  <a:cubicBezTo>
                    <a:pt x="1027430" y="33020"/>
                    <a:pt x="1008380" y="49530"/>
                    <a:pt x="999490" y="48260"/>
                  </a:cubicBezTo>
                  <a:cubicBezTo>
                    <a:pt x="991870" y="48260"/>
                    <a:pt x="979170" y="35560"/>
                    <a:pt x="977900" y="27940"/>
                  </a:cubicBezTo>
                  <a:cubicBezTo>
                    <a:pt x="975360" y="20320"/>
                    <a:pt x="979170" y="10160"/>
                    <a:pt x="985520" y="5080"/>
                  </a:cubicBezTo>
                  <a:cubicBezTo>
                    <a:pt x="991870" y="0"/>
                    <a:pt x="1008380" y="-1270"/>
                    <a:pt x="1016000" y="1270"/>
                  </a:cubicBezTo>
                  <a:cubicBezTo>
                    <a:pt x="1022350" y="5080"/>
                    <a:pt x="1028700" y="15240"/>
                    <a:pt x="1027430" y="22860"/>
                  </a:cubicBezTo>
                  <a:cubicBezTo>
                    <a:pt x="1027430" y="30480"/>
                    <a:pt x="1019810" y="41910"/>
                    <a:pt x="1002030" y="49530"/>
                  </a:cubicBezTo>
                  <a:cubicBezTo>
                    <a:pt x="913130" y="87630"/>
                    <a:pt x="115570" y="100330"/>
                    <a:pt x="25400" y="60960"/>
                  </a:cubicBezTo>
                  <a:cubicBezTo>
                    <a:pt x="7620" y="53340"/>
                    <a:pt x="0" y="41910"/>
                    <a:pt x="0" y="33020"/>
                  </a:cubicBezTo>
                  <a:cubicBezTo>
                    <a:pt x="1270" y="25400"/>
                    <a:pt x="25400" y="10160"/>
                    <a:pt x="25400" y="10160"/>
                  </a:cubicBezTo>
                </a:path>
              </a:pathLst>
            </a:custGeom>
            <a:solidFill>
              <a:srgbClr val="FFFFFF"/>
            </a:solidFill>
            <a:ln cap="sq">
              <a:noFill/>
              <a:prstDash val="solid"/>
              <a:miter/>
            </a:ln>
          </p:spPr>
        </p:sp>
      </p:grpSp>
      <p:grpSp>
        <p:nvGrpSpPr>
          <p:cNvPr id="24" name="Group 24"/>
          <p:cNvGrpSpPr/>
          <p:nvPr/>
        </p:nvGrpSpPr>
        <p:grpSpPr>
          <a:xfrm>
            <a:off x="12373928" y="2516505"/>
            <a:ext cx="123825" cy="602932"/>
            <a:chOff x="0" y="0"/>
            <a:chExt cx="165100" cy="803910"/>
          </a:xfrm>
        </p:grpSpPr>
        <p:sp>
          <p:nvSpPr>
            <p:cNvPr id="25" name="Freeform 25"/>
            <p:cNvSpPr/>
            <p:nvPr/>
          </p:nvSpPr>
          <p:spPr>
            <a:xfrm>
              <a:off x="49265" y="50800"/>
              <a:ext cx="63765" cy="701974"/>
            </a:xfrm>
            <a:custGeom>
              <a:avLst/>
              <a:gdLst/>
              <a:ahLst/>
              <a:cxnLst/>
              <a:rect l="l" t="t" r="r" b="b"/>
              <a:pathLst>
                <a:path w="63765" h="701974">
                  <a:moveTo>
                    <a:pt x="63765" y="25400"/>
                  </a:moveTo>
                  <a:cubicBezTo>
                    <a:pt x="59955" y="622300"/>
                    <a:pt x="62495" y="674370"/>
                    <a:pt x="47255" y="692150"/>
                  </a:cubicBezTo>
                  <a:cubicBezTo>
                    <a:pt x="39635" y="701040"/>
                    <a:pt x="24395" y="703580"/>
                    <a:pt x="16775" y="701040"/>
                  </a:cubicBezTo>
                  <a:cubicBezTo>
                    <a:pt x="9155" y="697230"/>
                    <a:pt x="265" y="681990"/>
                    <a:pt x="1535" y="674370"/>
                  </a:cubicBezTo>
                  <a:cubicBezTo>
                    <a:pt x="2805" y="665480"/>
                    <a:pt x="21855" y="651510"/>
                    <a:pt x="30745" y="651510"/>
                  </a:cubicBezTo>
                  <a:cubicBezTo>
                    <a:pt x="37095" y="651510"/>
                    <a:pt x="47255" y="660400"/>
                    <a:pt x="49795" y="666750"/>
                  </a:cubicBezTo>
                  <a:cubicBezTo>
                    <a:pt x="52335" y="673100"/>
                    <a:pt x="52335" y="684530"/>
                    <a:pt x="48525" y="690880"/>
                  </a:cubicBezTo>
                  <a:cubicBezTo>
                    <a:pt x="43445" y="697230"/>
                    <a:pt x="26935" y="703580"/>
                    <a:pt x="19315" y="701040"/>
                  </a:cubicBezTo>
                  <a:cubicBezTo>
                    <a:pt x="11695" y="699770"/>
                    <a:pt x="4075" y="689610"/>
                    <a:pt x="1535" y="676910"/>
                  </a:cubicBezTo>
                  <a:cubicBezTo>
                    <a:pt x="-4815" y="654050"/>
                    <a:pt x="10425" y="615950"/>
                    <a:pt x="12965" y="563880"/>
                  </a:cubicBezTo>
                  <a:cubicBezTo>
                    <a:pt x="19315" y="452120"/>
                    <a:pt x="-9895" y="88900"/>
                    <a:pt x="12965" y="25400"/>
                  </a:cubicBezTo>
                  <a:cubicBezTo>
                    <a:pt x="19315" y="10160"/>
                    <a:pt x="28205" y="1270"/>
                    <a:pt x="35825" y="0"/>
                  </a:cubicBezTo>
                  <a:cubicBezTo>
                    <a:pt x="44715" y="0"/>
                    <a:pt x="63765" y="25400"/>
                    <a:pt x="63765" y="25400"/>
                  </a:cubicBezTo>
                </a:path>
              </a:pathLst>
            </a:custGeom>
            <a:solidFill>
              <a:srgbClr val="FFFFFF"/>
            </a:solidFill>
            <a:ln cap="sq">
              <a:noFill/>
              <a:prstDash val="solid"/>
              <a:miter/>
            </a:ln>
          </p:spPr>
        </p:sp>
      </p:grpSp>
      <p:grpSp>
        <p:nvGrpSpPr>
          <p:cNvPr id="26" name="Group 26"/>
          <p:cNvGrpSpPr/>
          <p:nvPr/>
        </p:nvGrpSpPr>
        <p:grpSpPr>
          <a:xfrm>
            <a:off x="11659552" y="2554605"/>
            <a:ext cx="152400" cy="723900"/>
            <a:chOff x="0" y="0"/>
            <a:chExt cx="203200" cy="965200"/>
          </a:xfrm>
        </p:grpSpPr>
        <p:sp>
          <p:nvSpPr>
            <p:cNvPr id="27" name="Freeform 27"/>
            <p:cNvSpPr/>
            <p:nvPr/>
          </p:nvSpPr>
          <p:spPr>
            <a:xfrm>
              <a:off x="41088" y="50124"/>
              <a:ext cx="111312" cy="864372"/>
            </a:xfrm>
            <a:custGeom>
              <a:avLst/>
              <a:gdLst/>
              <a:ahLst/>
              <a:cxnLst/>
              <a:rect l="l" t="t" r="r" b="b"/>
              <a:pathLst>
                <a:path w="111312" h="864372">
                  <a:moveTo>
                    <a:pt x="111312" y="31156"/>
                  </a:moveTo>
                  <a:cubicBezTo>
                    <a:pt x="55432" y="634406"/>
                    <a:pt x="80832" y="793156"/>
                    <a:pt x="60512" y="838876"/>
                  </a:cubicBezTo>
                  <a:cubicBezTo>
                    <a:pt x="54162" y="854116"/>
                    <a:pt x="42732" y="865546"/>
                    <a:pt x="33842" y="864276"/>
                  </a:cubicBezTo>
                  <a:cubicBezTo>
                    <a:pt x="24952" y="864276"/>
                    <a:pt x="8442" y="845226"/>
                    <a:pt x="9712" y="836336"/>
                  </a:cubicBezTo>
                  <a:cubicBezTo>
                    <a:pt x="10982" y="827446"/>
                    <a:pt x="31302" y="812206"/>
                    <a:pt x="38922" y="814746"/>
                  </a:cubicBezTo>
                  <a:cubicBezTo>
                    <a:pt x="47812" y="816016"/>
                    <a:pt x="61782" y="836336"/>
                    <a:pt x="60512" y="845226"/>
                  </a:cubicBezTo>
                  <a:cubicBezTo>
                    <a:pt x="59242" y="852846"/>
                    <a:pt x="44002" y="864276"/>
                    <a:pt x="36382" y="864276"/>
                  </a:cubicBezTo>
                  <a:cubicBezTo>
                    <a:pt x="27492" y="864276"/>
                    <a:pt x="16062" y="854116"/>
                    <a:pt x="9712" y="838876"/>
                  </a:cubicBezTo>
                  <a:cubicBezTo>
                    <a:pt x="-9338" y="794426"/>
                    <a:pt x="4632" y="642026"/>
                    <a:pt x="9712" y="527726"/>
                  </a:cubicBezTo>
                  <a:cubicBezTo>
                    <a:pt x="17332" y="384216"/>
                    <a:pt x="33842" y="123866"/>
                    <a:pt x="54162" y="48936"/>
                  </a:cubicBezTo>
                  <a:cubicBezTo>
                    <a:pt x="61782" y="23536"/>
                    <a:pt x="66862" y="5756"/>
                    <a:pt x="77022" y="676"/>
                  </a:cubicBezTo>
                  <a:cubicBezTo>
                    <a:pt x="84642" y="-1864"/>
                    <a:pt x="99882" y="3216"/>
                    <a:pt x="104962" y="8296"/>
                  </a:cubicBezTo>
                  <a:cubicBezTo>
                    <a:pt x="110042" y="13376"/>
                    <a:pt x="111312" y="31156"/>
                    <a:pt x="111312" y="31156"/>
                  </a:cubicBezTo>
                </a:path>
              </a:pathLst>
            </a:custGeom>
            <a:solidFill>
              <a:srgbClr val="FFFFFF"/>
            </a:solidFill>
            <a:ln cap="sq">
              <a:noFill/>
              <a:prstDash val="solid"/>
              <a:miter/>
            </a:ln>
          </p:spPr>
        </p:sp>
      </p:grpSp>
      <p:grpSp>
        <p:nvGrpSpPr>
          <p:cNvPr id="28" name="Group 28"/>
          <p:cNvGrpSpPr/>
          <p:nvPr/>
        </p:nvGrpSpPr>
        <p:grpSpPr>
          <a:xfrm>
            <a:off x="11669078" y="2987040"/>
            <a:ext cx="837248" cy="292418"/>
            <a:chOff x="0" y="0"/>
            <a:chExt cx="1116330" cy="389890"/>
          </a:xfrm>
        </p:grpSpPr>
        <p:sp>
          <p:nvSpPr>
            <p:cNvPr id="29" name="Freeform 29"/>
            <p:cNvSpPr/>
            <p:nvPr/>
          </p:nvSpPr>
          <p:spPr>
            <a:xfrm>
              <a:off x="50743" y="50637"/>
              <a:ext cx="1014787" cy="290815"/>
            </a:xfrm>
            <a:custGeom>
              <a:avLst/>
              <a:gdLst/>
              <a:ahLst/>
              <a:cxnLst/>
              <a:rect l="l" t="t" r="r" b="b"/>
              <a:pathLst>
                <a:path w="1014787" h="290815">
                  <a:moveTo>
                    <a:pt x="19107" y="237653"/>
                  </a:moveTo>
                  <a:cubicBezTo>
                    <a:pt x="694747" y="169073"/>
                    <a:pt x="916997" y="216063"/>
                    <a:pt x="955097" y="174153"/>
                  </a:cubicBezTo>
                  <a:cubicBezTo>
                    <a:pt x="972877" y="157643"/>
                    <a:pt x="956367" y="124623"/>
                    <a:pt x="952557" y="99223"/>
                  </a:cubicBezTo>
                  <a:cubicBezTo>
                    <a:pt x="947477" y="73823"/>
                    <a:pt x="923347" y="39533"/>
                    <a:pt x="927157" y="23023"/>
                  </a:cubicBezTo>
                  <a:cubicBezTo>
                    <a:pt x="929697" y="11593"/>
                    <a:pt x="939857" y="1433"/>
                    <a:pt x="947477" y="163"/>
                  </a:cubicBezTo>
                  <a:cubicBezTo>
                    <a:pt x="956367" y="-1107"/>
                    <a:pt x="976687" y="14133"/>
                    <a:pt x="977957" y="21753"/>
                  </a:cubicBezTo>
                  <a:cubicBezTo>
                    <a:pt x="979227" y="30643"/>
                    <a:pt x="962717" y="49693"/>
                    <a:pt x="953827" y="50963"/>
                  </a:cubicBezTo>
                  <a:cubicBezTo>
                    <a:pt x="946207" y="50963"/>
                    <a:pt x="927157" y="34453"/>
                    <a:pt x="927157" y="25563"/>
                  </a:cubicBezTo>
                  <a:cubicBezTo>
                    <a:pt x="927157" y="16673"/>
                    <a:pt x="944937" y="1433"/>
                    <a:pt x="953827" y="163"/>
                  </a:cubicBezTo>
                  <a:cubicBezTo>
                    <a:pt x="960177" y="-1107"/>
                    <a:pt x="967797" y="5243"/>
                    <a:pt x="974147" y="11593"/>
                  </a:cubicBezTo>
                  <a:cubicBezTo>
                    <a:pt x="983037" y="21753"/>
                    <a:pt x="986847" y="39533"/>
                    <a:pt x="991927" y="59853"/>
                  </a:cubicBezTo>
                  <a:cubicBezTo>
                    <a:pt x="1000817" y="89063"/>
                    <a:pt x="1014787" y="146213"/>
                    <a:pt x="1014787" y="172883"/>
                  </a:cubicBezTo>
                  <a:cubicBezTo>
                    <a:pt x="1013517" y="188123"/>
                    <a:pt x="1013517" y="198283"/>
                    <a:pt x="1005897" y="207173"/>
                  </a:cubicBezTo>
                  <a:cubicBezTo>
                    <a:pt x="998277" y="217333"/>
                    <a:pt x="988117" y="221143"/>
                    <a:pt x="967797" y="224953"/>
                  </a:cubicBezTo>
                  <a:cubicBezTo>
                    <a:pt x="906837" y="238923"/>
                    <a:pt x="717607" y="218603"/>
                    <a:pt x="575367" y="226223"/>
                  </a:cubicBezTo>
                  <a:cubicBezTo>
                    <a:pt x="407727" y="236383"/>
                    <a:pt x="88957" y="307503"/>
                    <a:pt x="25457" y="287183"/>
                  </a:cubicBezTo>
                  <a:cubicBezTo>
                    <a:pt x="8947" y="282103"/>
                    <a:pt x="1327" y="273213"/>
                    <a:pt x="57" y="265593"/>
                  </a:cubicBezTo>
                  <a:cubicBezTo>
                    <a:pt x="-1213" y="256703"/>
                    <a:pt x="19107" y="237653"/>
                    <a:pt x="19107" y="237653"/>
                  </a:cubicBezTo>
                </a:path>
              </a:pathLst>
            </a:custGeom>
            <a:solidFill>
              <a:srgbClr val="FFFFFF"/>
            </a:solidFill>
            <a:ln cap="sq">
              <a:noFill/>
              <a:prstDash val="solid"/>
              <a:miter/>
            </a:ln>
          </p:spPr>
        </p:sp>
      </p:grpSp>
      <p:grpSp>
        <p:nvGrpSpPr>
          <p:cNvPr id="30" name="Group 30"/>
          <p:cNvGrpSpPr/>
          <p:nvPr/>
        </p:nvGrpSpPr>
        <p:grpSpPr>
          <a:xfrm>
            <a:off x="11801475" y="2636520"/>
            <a:ext cx="282892" cy="277178"/>
            <a:chOff x="0" y="0"/>
            <a:chExt cx="377190" cy="369570"/>
          </a:xfrm>
        </p:grpSpPr>
        <p:sp>
          <p:nvSpPr>
            <p:cNvPr id="31" name="Freeform 31"/>
            <p:cNvSpPr/>
            <p:nvPr/>
          </p:nvSpPr>
          <p:spPr>
            <a:xfrm>
              <a:off x="50800" y="50663"/>
              <a:ext cx="274483" cy="266975"/>
            </a:xfrm>
            <a:custGeom>
              <a:avLst/>
              <a:gdLst/>
              <a:ahLst/>
              <a:cxnLst/>
              <a:rect l="l" t="t" r="r" b="b"/>
              <a:pathLst>
                <a:path w="274483" h="266975">
                  <a:moveTo>
                    <a:pt x="0" y="241437"/>
                  </a:moveTo>
                  <a:cubicBezTo>
                    <a:pt x="20320" y="29347"/>
                    <a:pt x="27940" y="25537"/>
                    <a:pt x="34290" y="24267"/>
                  </a:cubicBezTo>
                  <a:cubicBezTo>
                    <a:pt x="40640" y="24267"/>
                    <a:pt x="48260" y="26807"/>
                    <a:pt x="55880" y="33157"/>
                  </a:cubicBezTo>
                  <a:cubicBezTo>
                    <a:pt x="74930" y="49667"/>
                    <a:pt x="101600" y="157617"/>
                    <a:pt x="116840" y="157617"/>
                  </a:cubicBezTo>
                  <a:cubicBezTo>
                    <a:pt x="124460" y="157617"/>
                    <a:pt x="132080" y="139837"/>
                    <a:pt x="135890" y="124597"/>
                  </a:cubicBezTo>
                  <a:cubicBezTo>
                    <a:pt x="142240" y="99197"/>
                    <a:pt x="128270" y="39507"/>
                    <a:pt x="138430" y="19187"/>
                  </a:cubicBezTo>
                  <a:cubicBezTo>
                    <a:pt x="143510" y="9027"/>
                    <a:pt x="152400" y="137"/>
                    <a:pt x="160020" y="137"/>
                  </a:cubicBezTo>
                  <a:cubicBezTo>
                    <a:pt x="167640" y="-1133"/>
                    <a:pt x="180340" y="6487"/>
                    <a:pt x="187960" y="19187"/>
                  </a:cubicBezTo>
                  <a:cubicBezTo>
                    <a:pt x="203200" y="47127"/>
                    <a:pt x="175260" y="161427"/>
                    <a:pt x="199390" y="191907"/>
                  </a:cubicBezTo>
                  <a:cubicBezTo>
                    <a:pt x="214630" y="210957"/>
                    <a:pt x="262890" y="202067"/>
                    <a:pt x="270510" y="216037"/>
                  </a:cubicBezTo>
                  <a:cubicBezTo>
                    <a:pt x="276860" y="223657"/>
                    <a:pt x="274320" y="240167"/>
                    <a:pt x="267970" y="246517"/>
                  </a:cubicBezTo>
                  <a:cubicBezTo>
                    <a:pt x="262890" y="252867"/>
                    <a:pt x="246380" y="255407"/>
                    <a:pt x="238760" y="251597"/>
                  </a:cubicBezTo>
                  <a:cubicBezTo>
                    <a:pt x="231140" y="249057"/>
                    <a:pt x="224790" y="240167"/>
                    <a:pt x="224790" y="232547"/>
                  </a:cubicBezTo>
                  <a:cubicBezTo>
                    <a:pt x="223520" y="224927"/>
                    <a:pt x="232410" y="209687"/>
                    <a:pt x="240030" y="205877"/>
                  </a:cubicBezTo>
                  <a:cubicBezTo>
                    <a:pt x="245110" y="202067"/>
                    <a:pt x="257810" y="204607"/>
                    <a:pt x="262890" y="208417"/>
                  </a:cubicBezTo>
                  <a:cubicBezTo>
                    <a:pt x="269240" y="212227"/>
                    <a:pt x="275590" y="221117"/>
                    <a:pt x="274320" y="228737"/>
                  </a:cubicBezTo>
                  <a:cubicBezTo>
                    <a:pt x="274320" y="237627"/>
                    <a:pt x="260350" y="250327"/>
                    <a:pt x="248920" y="254137"/>
                  </a:cubicBezTo>
                  <a:cubicBezTo>
                    <a:pt x="234950" y="259217"/>
                    <a:pt x="210820" y="255407"/>
                    <a:pt x="195580" y="249057"/>
                  </a:cubicBezTo>
                  <a:cubicBezTo>
                    <a:pt x="181610" y="243977"/>
                    <a:pt x="170180" y="236357"/>
                    <a:pt x="161290" y="222387"/>
                  </a:cubicBezTo>
                  <a:cubicBezTo>
                    <a:pt x="147320" y="199527"/>
                    <a:pt x="140970" y="153807"/>
                    <a:pt x="137160" y="119517"/>
                  </a:cubicBezTo>
                  <a:cubicBezTo>
                    <a:pt x="133350" y="86497"/>
                    <a:pt x="129540" y="38237"/>
                    <a:pt x="138430" y="19187"/>
                  </a:cubicBezTo>
                  <a:cubicBezTo>
                    <a:pt x="142240" y="9027"/>
                    <a:pt x="152400" y="137"/>
                    <a:pt x="160020" y="137"/>
                  </a:cubicBezTo>
                  <a:cubicBezTo>
                    <a:pt x="168910" y="137"/>
                    <a:pt x="182880" y="12837"/>
                    <a:pt x="187960" y="25537"/>
                  </a:cubicBezTo>
                  <a:cubicBezTo>
                    <a:pt x="196850" y="44587"/>
                    <a:pt x="191770" y="87767"/>
                    <a:pt x="186690" y="115707"/>
                  </a:cubicBezTo>
                  <a:cubicBezTo>
                    <a:pt x="182880" y="141107"/>
                    <a:pt x="179070" y="171587"/>
                    <a:pt x="166370" y="185557"/>
                  </a:cubicBezTo>
                  <a:cubicBezTo>
                    <a:pt x="156210" y="196987"/>
                    <a:pt x="138430" y="202067"/>
                    <a:pt x="125730" y="203337"/>
                  </a:cubicBezTo>
                  <a:cubicBezTo>
                    <a:pt x="114300" y="204607"/>
                    <a:pt x="102870" y="202067"/>
                    <a:pt x="93980" y="196987"/>
                  </a:cubicBezTo>
                  <a:cubicBezTo>
                    <a:pt x="83820" y="191907"/>
                    <a:pt x="76200" y="184287"/>
                    <a:pt x="67310" y="170317"/>
                  </a:cubicBezTo>
                  <a:cubicBezTo>
                    <a:pt x="49530" y="146187"/>
                    <a:pt x="10160" y="73797"/>
                    <a:pt x="11430" y="49667"/>
                  </a:cubicBezTo>
                  <a:cubicBezTo>
                    <a:pt x="12700" y="38237"/>
                    <a:pt x="21590" y="29347"/>
                    <a:pt x="27940" y="26807"/>
                  </a:cubicBezTo>
                  <a:cubicBezTo>
                    <a:pt x="34290" y="22997"/>
                    <a:pt x="45720" y="25537"/>
                    <a:pt x="52070" y="29347"/>
                  </a:cubicBezTo>
                  <a:cubicBezTo>
                    <a:pt x="57150" y="33157"/>
                    <a:pt x="60960" y="39507"/>
                    <a:pt x="62230" y="49667"/>
                  </a:cubicBezTo>
                  <a:cubicBezTo>
                    <a:pt x="69850" y="81417"/>
                    <a:pt x="67310" y="217307"/>
                    <a:pt x="49530" y="247787"/>
                  </a:cubicBezTo>
                  <a:cubicBezTo>
                    <a:pt x="43180" y="260487"/>
                    <a:pt x="30480" y="268107"/>
                    <a:pt x="21590" y="266837"/>
                  </a:cubicBezTo>
                  <a:cubicBezTo>
                    <a:pt x="13970" y="265567"/>
                    <a:pt x="0" y="241437"/>
                    <a:pt x="0" y="241437"/>
                  </a:cubicBezTo>
                </a:path>
              </a:pathLst>
            </a:custGeom>
            <a:solidFill>
              <a:srgbClr val="FFFFFF"/>
            </a:solidFill>
            <a:ln cap="sq">
              <a:noFill/>
              <a:prstDash val="solid"/>
              <a:miter/>
            </a:ln>
          </p:spPr>
        </p:sp>
      </p:grpSp>
      <p:grpSp>
        <p:nvGrpSpPr>
          <p:cNvPr id="32" name="Group 32"/>
          <p:cNvGrpSpPr/>
          <p:nvPr/>
        </p:nvGrpSpPr>
        <p:grpSpPr>
          <a:xfrm>
            <a:off x="12027218" y="2638425"/>
            <a:ext cx="226695" cy="234315"/>
            <a:chOff x="0" y="0"/>
            <a:chExt cx="302260" cy="312420"/>
          </a:xfrm>
        </p:grpSpPr>
        <p:sp>
          <p:nvSpPr>
            <p:cNvPr id="33" name="Freeform 33"/>
            <p:cNvSpPr/>
            <p:nvPr/>
          </p:nvSpPr>
          <p:spPr>
            <a:xfrm>
              <a:off x="44855" y="50252"/>
              <a:ext cx="205642" cy="214709"/>
            </a:xfrm>
            <a:custGeom>
              <a:avLst/>
              <a:gdLst/>
              <a:ahLst/>
              <a:cxnLst/>
              <a:rect l="l" t="t" r="r" b="b"/>
              <a:pathLst>
                <a:path w="205642" h="214709">
                  <a:moveTo>
                    <a:pt x="162155" y="69128"/>
                  </a:moveTo>
                  <a:cubicBezTo>
                    <a:pt x="135485" y="48808"/>
                    <a:pt x="99925" y="42458"/>
                    <a:pt x="84685" y="47538"/>
                  </a:cubicBezTo>
                  <a:cubicBezTo>
                    <a:pt x="74525" y="51348"/>
                    <a:pt x="69445" y="57698"/>
                    <a:pt x="64365" y="67858"/>
                  </a:cubicBezTo>
                  <a:cubicBezTo>
                    <a:pt x="54205" y="86908"/>
                    <a:pt x="40235" y="146598"/>
                    <a:pt x="51665" y="159298"/>
                  </a:cubicBezTo>
                  <a:cubicBezTo>
                    <a:pt x="60555" y="168188"/>
                    <a:pt x="88495" y="150408"/>
                    <a:pt x="108815" y="151678"/>
                  </a:cubicBezTo>
                  <a:cubicBezTo>
                    <a:pt x="134215" y="151678"/>
                    <a:pt x="173585" y="156758"/>
                    <a:pt x="188825" y="164378"/>
                  </a:cubicBezTo>
                  <a:cubicBezTo>
                    <a:pt x="197715" y="169458"/>
                    <a:pt x="204065" y="175808"/>
                    <a:pt x="205335" y="182158"/>
                  </a:cubicBezTo>
                  <a:cubicBezTo>
                    <a:pt x="206605" y="189778"/>
                    <a:pt x="200255" y="206288"/>
                    <a:pt x="192635" y="210098"/>
                  </a:cubicBezTo>
                  <a:cubicBezTo>
                    <a:pt x="187555" y="215178"/>
                    <a:pt x="176125" y="215178"/>
                    <a:pt x="169775" y="211368"/>
                  </a:cubicBezTo>
                  <a:cubicBezTo>
                    <a:pt x="163425" y="208828"/>
                    <a:pt x="155805" y="198668"/>
                    <a:pt x="155805" y="192318"/>
                  </a:cubicBezTo>
                  <a:cubicBezTo>
                    <a:pt x="154535" y="185968"/>
                    <a:pt x="158345" y="174538"/>
                    <a:pt x="163425" y="169458"/>
                  </a:cubicBezTo>
                  <a:cubicBezTo>
                    <a:pt x="168505" y="165648"/>
                    <a:pt x="179935" y="161838"/>
                    <a:pt x="186285" y="164378"/>
                  </a:cubicBezTo>
                  <a:cubicBezTo>
                    <a:pt x="193905" y="166918"/>
                    <a:pt x="205335" y="179618"/>
                    <a:pt x="205335" y="187238"/>
                  </a:cubicBezTo>
                  <a:cubicBezTo>
                    <a:pt x="206605" y="194858"/>
                    <a:pt x="204065" y="205018"/>
                    <a:pt x="195175" y="208828"/>
                  </a:cubicBezTo>
                  <a:cubicBezTo>
                    <a:pt x="174855" y="221528"/>
                    <a:pt x="73255" y="211368"/>
                    <a:pt x="41505" y="199938"/>
                  </a:cubicBezTo>
                  <a:cubicBezTo>
                    <a:pt x="26265" y="193588"/>
                    <a:pt x="16105" y="188508"/>
                    <a:pt x="8485" y="175808"/>
                  </a:cubicBezTo>
                  <a:cubicBezTo>
                    <a:pt x="-1675" y="155488"/>
                    <a:pt x="-2945" y="104688"/>
                    <a:pt x="5945" y="78018"/>
                  </a:cubicBezTo>
                  <a:cubicBezTo>
                    <a:pt x="13565" y="53888"/>
                    <a:pt x="35155" y="31028"/>
                    <a:pt x="50395" y="18328"/>
                  </a:cubicBezTo>
                  <a:cubicBezTo>
                    <a:pt x="63095" y="8168"/>
                    <a:pt x="73255" y="3088"/>
                    <a:pt x="89765" y="548"/>
                  </a:cubicBezTo>
                  <a:cubicBezTo>
                    <a:pt x="113895" y="-1992"/>
                    <a:pt x="164695" y="4358"/>
                    <a:pt x="183745" y="18328"/>
                  </a:cubicBezTo>
                  <a:cubicBezTo>
                    <a:pt x="196445" y="28488"/>
                    <a:pt x="206605" y="51348"/>
                    <a:pt x="204065" y="61508"/>
                  </a:cubicBezTo>
                  <a:cubicBezTo>
                    <a:pt x="201525" y="67858"/>
                    <a:pt x="191365" y="74208"/>
                    <a:pt x="185015" y="75478"/>
                  </a:cubicBezTo>
                  <a:cubicBezTo>
                    <a:pt x="178665" y="76748"/>
                    <a:pt x="162155" y="69128"/>
                    <a:pt x="162155" y="69128"/>
                  </a:cubicBezTo>
                </a:path>
              </a:pathLst>
            </a:custGeom>
            <a:solidFill>
              <a:srgbClr val="FFFFFF"/>
            </a:solidFill>
            <a:ln cap="sq">
              <a:noFill/>
              <a:prstDash val="solid"/>
              <a:miter/>
            </a:ln>
          </p:spPr>
        </p:sp>
      </p:grpSp>
      <p:grpSp>
        <p:nvGrpSpPr>
          <p:cNvPr id="34" name="Group 34"/>
          <p:cNvGrpSpPr/>
          <p:nvPr/>
        </p:nvGrpSpPr>
        <p:grpSpPr>
          <a:xfrm>
            <a:off x="11791950" y="2891790"/>
            <a:ext cx="185738" cy="222885"/>
            <a:chOff x="0" y="0"/>
            <a:chExt cx="247650" cy="297180"/>
          </a:xfrm>
        </p:grpSpPr>
        <p:sp>
          <p:nvSpPr>
            <p:cNvPr id="35" name="Freeform 35"/>
            <p:cNvSpPr/>
            <p:nvPr/>
          </p:nvSpPr>
          <p:spPr>
            <a:xfrm>
              <a:off x="39548" y="46011"/>
              <a:ext cx="156350" cy="200567"/>
            </a:xfrm>
            <a:custGeom>
              <a:avLst/>
              <a:gdLst/>
              <a:ahLst/>
              <a:cxnLst/>
              <a:rect l="l" t="t" r="r" b="b"/>
              <a:pathLst>
                <a:path w="156350" h="200567">
                  <a:moveTo>
                    <a:pt x="60782" y="63209"/>
                  </a:moveTo>
                  <a:cubicBezTo>
                    <a:pt x="58242" y="191479"/>
                    <a:pt x="48082" y="199099"/>
                    <a:pt x="40462" y="200369"/>
                  </a:cubicBezTo>
                  <a:cubicBezTo>
                    <a:pt x="32842" y="200369"/>
                    <a:pt x="20142" y="192749"/>
                    <a:pt x="13792" y="180049"/>
                  </a:cubicBezTo>
                  <a:cubicBezTo>
                    <a:pt x="-178" y="152109"/>
                    <a:pt x="-9068" y="39079"/>
                    <a:pt x="15062" y="12409"/>
                  </a:cubicBezTo>
                  <a:cubicBezTo>
                    <a:pt x="31572" y="-5371"/>
                    <a:pt x="79832" y="-291"/>
                    <a:pt x="102692" y="4789"/>
                  </a:cubicBezTo>
                  <a:cubicBezTo>
                    <a:pt x="121742" y="8599"/>
                    <a:pt x="140792" y="18759"/>
                    <a:pt x="148412" y="30189"/>
                  </a:cubicBezTo>
                  <a:cubicBezTo>
                    <a:pt x="154762" y="37809"/>
                    <a:pt x="157302" y="49239"/>
                    <a:pt x="156032" y="58129"/>
                  </a:cubicBezTo>
                  <a:cubicBezTo>
                    <a:pt x="154762" y="67019"/>
                    <a:pt x="150952" y="77179"/>
                    <a:pt x="142062" y="84799"/>
                  </a:cubicBezTo>
                  <a:cubicBezTo>
                    <a:pt x="129362" y="96229"/>
                    <a:pt x="89992" y="110199"/>
                    <a:pt x="73482" y="107659"/>
                  </a:cubicBezTo>
                  <a:cubicBezTo>
                    <a:pt x="62052" y="105119"/>
                    <a:pt x="51892" y="96229"/>
                    <a:pt x="48082" y="88609"/>
                  </a:cubicBezTo>
                  <a:cubicBezTo>
                    <a:pt x="45542" y="82259"/>
                    <a:pt x="49352" y="70829"/>
                    <a:pt x="53162" y="65749"/>
                  </a:cubicBezTo>
                  <a:cubicBezTo>
                    <a:pt x="58242" y="60669"/>
                    <a:pt x="68402" y="55589"/>
                    <a:pt x="74752" y="56859"/>
                  </a:cubicBezTo>
                  <a:cubicBezTo>
                    <a:pt x="82372" y="56859"/>
                    <a:pt x="91262" y="63209"/>
                    <a:pt x="95072" y="69559"/>
                  </a:cubicBezTo>
                  <a:cubicBezTo>
                    <a:pt x="98882" y="75909"/>
                    <a:pt x="98882" y="87339"/>
                    <a:pt x="95072" y="93689"/>
                  </a:cubicBezTo>
                  <a:cubicBezTo>
                    <a:pt x="92532" y="100039"/>
                    <a:pt x="83642" y="106389"/>
                    <a:pt x="76022" y="107659"/>
                  </a:cubicBezTo>
                  <a:cubicBezTo>
                    <a:pt x="68402" y="107659"/>
                    <a:pt x="53162" y="98769"/>
                    <a:pt x="49352" y="91149"/>
                  </a:cubicBezTo>
                  <a:cubicBezTo>
                    <a:pt x="46812" y="83529"/>
                    <a:pt x="49352" y="67019"/>
                    <a:pt x="56972" y="61939"/>
                  </a:cubicBezTo>
                  <a:cubicBezTo>
                    <a:pt x="67132" y="54319"/>
                    <a:pt x="116662" y="64479"/>
                    <a:pt x="116662" y="63209"/>
                  </a:cubicBezTo>
                  <a:cubicBezTo>
                    <a:pt x="116662" y="61939"/>
                    <a:pt x="65862" y="42889"/>
                    <a:pt x="54432" y="53049"/>
                  </a:cubicBezTo>
                  <a:cubicBezTo>
                    <a:pt x="39192" y="67019"/>
                    <a:pt x="72212" y="150839"/>
                    <a:pt x="63322" y="174969"/>
                  </a:cubicBezTo>
                  <a:cubicBezTo>
                    <a:pt x="59512" y="187669"/>
                    <a:pt x="49352" y="197829"/>
                    <a:pt x="40462" y="200369"/>
                  </a:cubicBezTo>
                  <a:cubicBezTo>
                    <a:pt x="34112" y="201639"/>
                    <a:pt x="23952" y="196559"/>
                    <a:pt x="18872" y="191479"/>
                  </a:cubicBezTo>
                  <a:cubicBezTo>
                    <a:pt x="13792" y="185129"/>
                    <a:pt x="12522" y="177509"/>
                    <a:pt x="11252" y="166079"/>
                  </a:cubicBezTo>
                  <a:cubicBezTo>
                    <a:pt x="7442" y="143219"/>
                    <a:pt x="-178" y="77179"/>
                    <a:pt x="11252" y="56859"/>
                  </a:cubicBezTo>
                  <a:cubicBezTo>
                    <a:pt x="17602" y="45429"/>
                    <a:pt x="30302" y="36539"/>
                    <a:pt x="39192" y="37809"/>
                  </a:cubicBezTo>
                  <a:cubicBezTo>
                    <a:pt x="46812" y="39079"/>
                    <a:pt x="60782" y="63209"/>
                    <a:pt x="60782" y="63209"/>
                  </a:cubicBezTo>
                </a:path>
              </a:pathLst>
            </a:custGeom>
            <a:solidFill>
              <a:srgbClr val="FFFFFF"/>
            </a:solidFill>
            <a:ln cap="sq">
              <a:noFill/>
              <a:prstDash val="solid"/>
              <a:miter/>
            </a:ln>
          </p:spPr>
        </p:sp>
      </p:grpSp>
      <p:grpSp>
        <p:nvGrpSpPr>
          <p:cNvPr id="36" name="Group 36"/>
          <p:cNvGrpSpPr/>
          <p:nvPr/>
        </p:nvGrpSpPr>
        <p:grpSpPr>
          <a:xfrm>
            <a:off x="11953875" y="2922270"/>
            <a:ext cx="116205" cy="172402"/>
            <a:chOff x="0" y="0"/>
            <a:chExt cx="154940" cy="229870"/>
          </a:xfrm>
        </p:grpSpPr>
        <p:sp>
          <p:nvSpPr>
            <p:cNvPr id="37" name="Freeform 37"/>
            <p:cNvSpPr/>
            <p:nvPr/>
          </p:nvSpPr>
          <p:spPr>
            <a:xfrm>
              <a:off x="46514" y="50800"/>
              <a:ext cx="56478" cy="127116"/>
            </a:xfrm>
            <a:custGeom>
              <a:avLst/>
              <a:gdLst/>
              <a:ahLst/>
              <a:cxnLst/>
              <a:rect l="l" t="t" r="r" b="b"/>
              <a:pathLst>
                <a:path w="56478" h="127116">
                  <a:moveTo>
                    <a:pt x="55086" y="25400"/>
                  </a:moveTo>
                  <a:cubicBezTo>
                    <a:pt x="50006" y="120650"/>
                    <a:pt x="38576" y="128270"/>
                    <a:pt x="29686" y="127000"/>
                  </a:cubicBezTo>
                  <a:cubicBezTo>
                    <a:pt x="22066" y="127000"/>
                    <a:pt x="9366" y="115570"/>
                    <a:pt x="6826" y="107950"/>
                  </a:cubicBezTo>
                  <a:cubicBezTo>
                    <a:pt x="4286" y="100330"/>
                    <a:pt x="8096" y="90170"/>
                    <a:pt x="13176" y="85090"/>
                  </a:cubicBezTo>
                  <a:cubicBezTo>
                    <a:pt x="18256" y="80010"/>
                    <a:pt x="28416" y="74930"/>
                    <a:pt x="36036" y="77470"/>
                  </a:cubicBezTo>
                  <a:cubicBezTo>
                    <a:pt x="43656" y="78740"/>
                    <a:pt x="56356" y="91440"/>
                    <a:pt x="56356" y="99060"/>
                  </a:cubicBezTo>
                  <a:cubicBezTo>
                    <a:pt x="57626" y="107950"/>
                    <a:pt x="48736" y="123190"/>
                    <a:pt x="41116" y="125730"/>
                  </a:cubicBezTo>
                  <a:cubicBezTo>
                    <a:pt x="33496" y="128270"/>
                    <a:pt x="18256" y="125730"/>
                    <a:pt x="11906" y="118110"/>
                  </a:cubicBezTo>
                  <a:cubicBezTo>
                    <a:pt x="-794" y="102870"/>
                    <a:pt x="-3334" y="45720"/>
                    <a:pt x="4286" y="25400"/>
                  </a:cubicBezTo>
                  <a:cubicBezTo>
                    <a:pt x="8096" y="13970"/>
                    <a:pt x="18256" y="1270"/>
                    <a:pt x="25876" y="0"/>
                  </a:cubicBezTo>
                  <a:cubicBezTo>
                    <a:pt x="34766" y="0"/>
                    <a:pt x="55086" y="25400"/>
                    <a:pt x="55086" y="25400"/>
                  </a:cubicBezTo>
                </a:path>
              </a:pathLst>
            </a:custGeom>
            <a:solidFill>
              <a:srgbClr val="FFFFFF"/>
            </a:solidFill>
            <a:ln cap="sq">
              <a:noFill/>
              <a:prstDash val="solid"/>
              <a:miter/>
            </a:ln>
          </p:spPr>
        </p:sp>
      </p:grpSp>
      <p:grpSp>
        <p:nvGrpSpPr>
          <p:cNvPr id="38" name="Group 38"/>
          <p:cNvGrpSpPr/>
          <p:nvPr/>
        </p:nvGrpSpPr>
        <p:grpSpPr>
          <a:xfrm>
            <a:off x="11955780" y="2863215"/>
            <a:ext cx="111442" cy="108585"/>
            <a:chOff x="0" y="0"/>
            <a:chExt cx="148590" cy="144780"/>
          </a:xfrm>
        </p:grpSpPr>
        <p:sp>
          <p:nvSpPr>
            <p:cNvPr id="39" name="Freeform 39"/>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sp>
      </p:grpSp>
      <p:grpSp>
        <p:nvGrpSpPr>
          <p:cNvPr id="40" name="Group 40"/>
          <p:cNvGrpSpPr/>
          <p:nvPr/>
        </p:nvGrpSpPr>
        <p:grpSpPr>
          <a:xfrm>
            <a:off x="12087225" y="2895600"/>
            <a:ext cx="178117" cy="206692"/>
            <a:chOff x="0" y="0"/>
            <a:chExt cx="237490" cy="275590"/>
          </a:xfrm>
        </p:grpSpPr>
        <p:sp>
          <p:nvSpPr>
            <p:cNvPr id="41" name="Freeform 41"/>
            <p:cNvSpPr/>
            <p:nvPr/>
          </p:nvSpPr>
          <p:spPr>
            <a:xfrm>
              <a:off x="45075" y="50040"/>
              <a:ext cx="142052" cy="175061"/>
            </a:xfrm>
            <a:custGeom>
              <a:avLst/>
              <a:gdLst/>
              <a:ahLst/>
              <a:cxnLst/>
              <a:rect l="l" t="t" r="r" b="b"/>
              <a:pathLst>
                <a:path w="142052" h="175061">
                  <a:moveTo>
                    <a:pt x="53985" y="56640"/>
                  </a:moveTo>
                  <a:cubicBezTo>
                    <a:pt x="50175" y="169670"/>
                    <a:pt x="41285" y="173480"/>
                    <a:pt x="34935" y="174750"/>
                  </a:cubicBezTo>
                  <a:cubicBezTo>
                    <a:pt x="27315" y="176020"/>
                    <a:pt x="18425" y="173480"/>
                    <a:pt x="12075" y="165860"/>
                  </a:cubicBezTo>
                  <a:cubicBezTo>
                    <a:pt x="1915" y="151890"/>
                    <a:pt x="645" y="92200"/>
                    <a:pt x="5725" y="64260"/>
                  </a:cubicBezTo>
                  <a:cubicBezTo>
                    <a:pt x="10805" y="45210"/>
                    <a:pt x="20965" y="26160"/>
                    <a:pt x="31125" y="16000"/>
                  </a:cubicBezTo>
                  <a:cubicBezTo>
                    <a:pt x="38745" y="8380"/>
                    <a:pt x="47635" y="3300"/>
                    <a:pt x="56525" y="760"/>
                  </a:cubicBezTo>
                  <a:cubicBezTo>
                    <a:pt x="65415" y="-510"/>
                    <a:pt x="74305" y="-510"/>
                    <a:pt x="83195" y="3300"/>
                  </a:cubicBezTo>
                  <a:cubicBezTo>
                    <a:pt x="95895" y="9650"/>
                    <a:pt x="113675" y="29970"/>
                    <a:pt x="123835" y="49020"/>
                  </a:cubicBezTo>
                  <a:cubicBezTo>
                    <a:pt x="135265" y="71880"/>
                    <a:pt x="144155" y="116330"/>
                    <a:pt x="141615" y="134110"/>
                  </a:cubicBezTo>
                  <a:cubicBezTo>
                    <a:pt x="140345" y="144270"/>
                    <a:pt x="137805" y="151890"/>
                    <a:pt x="131455" y="155700"/>
                  </a:cubicBezTo>
                  <a:cubicBezTo>
                    <a:pt x="123835" y="160780"/>
                    <a:pt x="107325" y="160780"/>
                    <a:pt x="100975" y="155700"/>
                  </a:cubicBezTo>
                  <a:cubicBezTo>
                    <a:pt x="94625" y="151890"/>
                    <a:pt x="89545" y="141730"/>
                    <a:pt x="90815" y="134110"/>
                  </a:cubicBezTo>
                  <a:cubicBezTo>
                    <a:pt x="90815" y="127760"/>
                    <a:pt x="95895" y="116330"/>
                    <a:pt x="103515" y="113790"/>
                  </a:cubicBezTo>
                  <a:cubicBezTo>
                    <a:pt x="111135" y="111250"/>
                    <a:pt x="133995" y="116330"/>
                    <a:pt x="139075" y="123950"/>
                  </a:cubicBezTo>
                  <a:cubicBezTo>
                    <a:pt x="142885" y="130300"/>
                    <a:pt x="139075" y="149350"/>
                    <a:pt x="132725" y="154430"/>
                  </a:cubicBezTo>
                  <a:cubicBezTo>
                    <a:pt x="127645" y="159510"/>
                    <a:pt x="111135" y="163320"/>
                    <a:pt x="102245" y="156970"/>
                  </a:cubicBezTo>
                  <a:cubicBezTo>
                    <a:pt x="89545" y="149350"/>
                    <a:pt x="92085" y="97280"/>
                    <a:pt x="80655" y="82040"/>
                  </a:cubicBezTo>
                  <a:cubicBezTo>
                    <a:pt x="74305" y="73150"/>
                    <a:pt x="62875" y="61720"/>
                    <a:pt x="56525" y="64260"/>
                  </a:cubicBezTo>
                  <a:cubicBezTo>
                    <a:pt x="47635" y="69340"/>
                    <a:pt x="62875" y="144270"/>
                    <a:pt x="53985" y="160780"/>
                  </a:cubicBezTo>
                  <a:cubicBezTo>
                    <a:pt x="50175" y="169670"/>
                    <a:pt x="41285" y="173480"/>
                    <a:pt x="34935" y="174750"/>
                  </a:cubicBezTo>
                  <a:cubicBezTo>
                    <a:pt x="27315" y="176020"/>
                    <a:pt x="18425" y="173480"/>
                    <a:pt x="12075" y="165860"/>
                  </a:cubicBezTo>
                  <a:cubicBezTo>
                    <a:pt x="645" y="149350"/>
                    <a:pt x="-5705" y="64260"/>
                    <a:pt x="6995" y="45210"/>
                  </a:cubicBezTo>
                  <a:cubicBezTo>
                    <a:pt x="13345" y="35050"/>
                    <a:pt x="29855" y="29970"/>
                    <a:pt x="37475" y="32510"/>
                  </a:cubicBezTo>
                  <a:cubicBezTo>
                    <a:pt x="45095" y="35050"/>
                    <a:pt x="53985" y="56640"/>
                    <a:pt x="53985" y="56640"/>
                  </a:cubicBezTo>
                </a:path>
              </a:pathLst>
            </a:custGeom>
            <a:solidFill>
              <a:srgbClr val="FFFFFF"/>
            </a:solidFill>
            <a:ln cap="sq">
              <a:noFill/>
              <a:prstDash val="solid"/>
              <a:miter/>
            </a:ln>
          </p:spPr>
        </p:sp>
      </p:grpSp>
      <p:grpSp>
        <p:nvGrpSpPr>
          <p:cNvPr id="42" name="Group 42"/>
          <p:cNvGrpSpPr/>
          <p:nvPr/>
        </p:nvGrpSpPr>
        <p:grpSpPr>
          <a:xfrm>
            <a:off x="12492038" y="2606992"/>
            <a:ext cx="870585" cy="314325"/>
            <a:chOff x="0" y="0"/>
            <a:chExt cx="1160780" cy="419100"/>
          </a:xfrm>
        </p:grpSpPr>
        <p:sp>
          <p:nvSpPr>
            <p:cNvPr id="43" name="Freeform 43"/>
            <p:cNvSpPr/>
            <p:nvPr/>
          </p:nvSpPr>
          <p:spPr>
            <a:xfrm>
              <a:off x="49030" y="50227"/>
              <a:ext cx="1059839" cy="317677"/>
            </a:xfrm>
            <a:custGeom>
              <a:avLst/>
              <a:gdLst/>
              <a:ahLst/>
              <a:cxnLst/>
              <a:rect l="l" t="t" r="r" b="b"/>
              <a:pathLst>
                <a:path w="1059839" h="317677">
                  <a:moveTo>
                    <a:pt x="1034280" y="206313"/>
                  </a:moveTo>
                  <a:cubicBezTo>
                    <a:pt x="48760" y="188533"/>
                    <a:pt x="46220" y="184723"/>
                    <a:pt x="43680" y="177103"/>
                  </a:cubicBezTo>
                  <a:cubicBezTo>
                    <a:pt x="41140" y="170753"/>
                    <a:pt x="41140" y="164403"/>
                    <a:pt x="46220" y="154243"/>
                  </a:cubicBezTo>
                  <a:cubicBezTo>
                    <a:pt x="61460" y="123763"/>
                    <a:pt x="175760" y="4383"/>
                    <a:pt x="204970" y="573"/>
                  </a:cubicBezTo>
                  <a:cubicBezTo>
                    <a:pt x="213860" y="-1967"/>
                    <a:pt x="221480" y="4383"/>
                    <a:pt x="225290" y="10733"/>
                  </a:cubicBezTo>
                  <a:cubicBezTo>
                    <a:pt x="230370" y="17083"/>
                    <a:pt x="230370" y="27243"/>
                    <a:pt x="226560" y="38673"/>
                  </a:cubicBezTo>
                  <a:cubicBezTo>
                    <a:pt x="216400" y="69153"/>
                    <a:pt x="146550" y="139003"/>
                    <a:pt x="109720" y="175833"/>
                  </a:cubicBezTo>
                  <a:cubicBezTo>
                    <a:pt x="84320" y="201233"/>
                    <a:pt x="56380" y="235523"/>
                    <a:pt x="36060" y="239333"/>
                  </a:cubicBezTo>
                  <a:cubicBezTo>
                    <a:pt x="23360" y="240603"/>
                    <a:pt x="5580" y="229173"/>
                    <a:pt x="1770" y="221553"/>
                  </a:cubicBezTo>
                  <a:cubicBezTo>
                    <a:pt x="-770" y="216473"/>
                    <a:pt x="-770" y="208853"/>
                    <a:pt x="3040" y="203773"/>
                  </a:cubicBezTo>
                  <a:cubicBezTo>
                    <a:pt x="11930" y="194883"/>
                    <a:pt x="47490" y="192343"/>
                    <a:pt x="75430" y="193613"/>
                  </a:cubicBezTo>
                  <a:cubicBezTo>
                    <a:pt x="113530" y="193613"/>
                    <a:pt x="177030" y="205043"/>
                    <a:pt x="210050" y="220283"/>
                  </a:cubicBezTo>
                  <a:cubicBezTo>
                    <a:pt x="231640" y="230443"/>
                    <a:pt x="249420" y="244413"/>
                    <a:pt x="258310" y="258383"/>
                  </a:cubicBezTo>
                  <a:cubicBezTo>
                    <a:pt x="264660" y="267273"/>
                    <a:pt x="269740" y="282513"/>
                    <a:pt x="265930" y="287593"/>
                  </a:cubicBezTo>
                  <a:cubicBezTo>
                    <a:pt x="260850" y="293943"/>
                    <a:pt x="239260" y="296483"/>
                    <a:pt x="231640" y="288863"/>
                  </a:cubicBezTo>
                  <a:cubicBezTo>
                    <a:pt x="208780" y="266003"/>
                    <a:pt x="222750" y="79313"/>
                    <a:pt x="232910" y="43753"/>
                  </a:cubicBezTo>
                  <a:cubicBezTo>
                    <a:pt x="235450" y="32323"/>
                    <a:pt x="237990" y="25973"/>
                    <a:pt x="243070" y="22163"/>
                  </a:cubicBezTo>
                  <a:cubicBezTo>
                    <a:pt x="249420" y="18353"/>
                    <a:pt x="260850" y="17083"/>
                    <a:pt x="267200" y="19623"/>
                  </a:cubicBezTo>
                  <a:cubicBezTo>
                    <a:pt x="273550" y="22163"/>
                    <a:pt x="281170" y="31053"/>
                    <a:pt x="282440" y="37403"/>
                  </a:cubicBezTo>
                  <a:cubicBezTo>
                    <a:pt x="283710" y="46293"/>
                    <a:pt x="276090" y="61533"/>
                    <a:pt x="269740" y="65343"/>
                  </a:cubicBezTo>
                  <a:cubicBezTo>
                    <a:pt x="263390" y="69153"/>
                    <a:pt x="251960" y="69153"/>
                    <a:pt x="245610" y="65343"/>
                  </a:cubicBezTo>
                  <a:cubicBezTo>
                    <a:pt x="239260" y="62803"/>
                    <a:pt x="231640" y="52643"/>
                    <a:pt x="232910" y="46293"/>
                  </a:cubicBezTo>
                  <a:cubicBezTo>
                    <a:pt x="232910" y="37403"/>
                    <a:pt x="248150" y="18353"/>
                    <a:pt x="255770" y="18353"/>
                  </a:cubicBezTo>
                  <a:cubicBezTo>
                    <a:pt x="264660" y="17083"/>
                    <a:pt x="277360" y="28513"/>
                    <a:pt x="283710" y="43753"/>
                  </a:cubicBezTo>
                  <a:cubicBezTo>
                    <a:pt x="300220" y="84393"/>
                    <a:pt x="301490" y="302833"/>
                    <a:pt x="272280" y="316803"/>
                  </a:cubicBezTo>
                  <a:cubicBezTo>
                    <a:pt x="257040" y="324423"/>
                    <a:pt x="231640" y="279973"/>
                    <a:pt x="201160" y="268543"/>
                  </a:cubicBezTo>
                  <a:cubicBezTo>
                    <a:pt x="155440" y="249493"/>
                    <a:pt x="19550" y="249493"/>
                    <a:pt x="18280" y="239333"/>
                  </a:cubicBezTo>
                  <a:cubicBezTo>
                    <a:pt x="18280" y="235523"/>
                    <a:pt x="48760" y="225363"/>
                    <a:pt x="48760" y="226633"/>
                  </a:cubicBezTo>
                  <a:cubicBezTo>
                    <a:pt x="48760" y="226633"/>
                    <a:pt x="32250" y="241873"/>
                    <a:pt x="23360" y="240603"/>
                  </a:cubicBezTo>
                  <a:cubicBezTo>
                    <a:pt x="15740" y="239333"/>
                    <a:pt x="4310" y="229173"/>
                    <a:pt x="1770" y="221553"/>
                  </a:cubicBezTo>
                  <a:cubicBezTo>
                    <a:pt x="-770" y="216473"/>
                    <a:pt x="-770" y="212663"/>
                    <a:pt x="3040" y="203773"/>
                  </a:cubicBezTo>
                  <a:cubicBezTo>
                    <a:pt x="18280" y="172023"/>
                    <a:pt x="170680" y="5653"/>
                    <a:pt x="204970" y="573"/>
                  </a:cubicBezTo>
                  <a:cubicBezTo>
                    <a:pt x="213860" y="-1967"/>
                    <a:pt x="221480" y="4383"/>
                    <a:pt x="225290" y="10733"/>
                  </a:cubicBezTo>
                  <a:cubicBezTo>
                    <a:pt x="230370" y="17083"/>
                    <a:pt x="230370" y="27243"/>
                    <a:pt x="226560" y="38673"/>
                  </a:cubicBezTo>
                  <a:cubicBezTo>
                    <a:pt x="216400" y="67883"/>
                    <a:pt x="146550" y="141543"/>
                    <a:pt x="114800" y="165673"/>
                  </a:cubicBezTo>
                  <a:cubicBezTo>
                    <a:pt x="94480" y="180913"/>
                    <a:pt x="72890" y="196153"/>
                    <a:pt x="61460" y="193613"/>
                  </a:cubicBezTo>
                  <a:cubicBezTo>
                    <a:pt x="51300" y="191073"/>
                    <a:pt x="41140" y="173293"/>
                    <a:pt x="42410" y="165673"/>
                  </a:cubicBezTo>
                  <a:cubicBezTo>
                    <a:pt x="42410" y="156783"/>
                    <a:pt x="51300" y="149163"/>
                    <a:pt x="66540" y="142813"/>
                  </a:cubicBezTo>
                  <a:cubicBezTo>
                    <a:pt x="127500" y="119953"/>
                    <a:pt x="467860" y="136463"/>
                    <a:pt x="566920" y="142813"/>
                  </a:cubicBezTo>
                  <a:cubicBezTo>
                    <a:pt x="610100" y="146623"/>
                    <a:pt x="617720" y="152973"/>
                    <a:pt x="658360" y="155513"/>
                  </a:cubicBezTo>
                  <a:cubicBezTo>
                    <a:pt x="742180" y="161863"/>
                    <a:pt x="994910" y="132653"/>
                    <a:pt x="1040630" y="156783"/>
                  </a:cubicBezTo>
                  <a:cubicBezTo>
                    <a:pt x="1054600" y="163133"/>
                    <a:pt x="1060950" y="175833"/>
                    <a:pt x="1059680" y="183453"/>
                  </a:cubicBezTo>
                  <a:cubicBezTo>
                    <a:pt x="1058410" y="192343"/>
                    <a:pt x="1034280" y="206313"/>
                    <a:pt x="1034280" y="206313"/>
                  </a:cubicBezTo>
                </a:path>
              </a:pathLst>
            </a:custGeom>
            <a:solidFill>
              <a:srgbClr val="FFFFFF"/>
            </a:solidFill>
            <a:ln cap="sq">
              <a:noFill/>
              <a:prstDash val="solid"/>
              <a:miter/>
            </a:ln>
          </p:spPr>
        </p:sp>
      </p:grpSp>
      <p:grpSp>
        <p:nvGrpSpPr>
          <p:cNvPr id="44" name="Group 44"/>
          <p:cNvGrpSpPr/>
          <p:nvPr/>
        </p:nvGrpSpPr>
        <p:grpSpPr>
          <a:xfrm>
            <a:off x="12552998" y="2618422"/>
            <a:ext cx="210503" cy="257175"/>
            <a:chOff x="0" y="0"/>
            <a:chExt cx="280670" cy="342900"/>
          </a:xfrm>
        </p:grpSpPr>
        <p:sp>
          <p:nvSpPr>
            <p:cNvPr id="45" name="Freeform 45"/>
            <p:cNvSpPr/>
            <p:nvPr/>
          </p:nvSpPr>
          <p:spPr>
            <a:xfrm>
              <a:off x="50800" y="50800"/>
              <a:ext cx="179320" cy="242754"/>
            </a:xfrm>
            <a:custGeom>
              <a:avLst/>
              <a:gdLst/>
              <a:ahLst/>
              <a:cxnLst/>
              <a:rect l="l" t="t" r="r" b="b"/>
              <a:pathLst>
                <a:path w="179320" h="242754">
                  <a:moveTo>
                    <a:pt x="176530" y="35560"/>
                  </a:moveTo>
                  <a:cubicBezTo>
                    <a:pt x="99060" y="96520"/>
                    <a:pt x="93980" y="80010"/>
                    <a:pt x="93980" y="72390"/>
                  </a:cubicBezTo>
                  <a:cubicBezTo>
                    <a:pt x="93980" y="63500"/>
                    <a:pt x="99060" y="52070"/>
                    <a:pt x="105410" y="48260"/>
                  </a:cubicBezTo>
                  <a:cubicBezTo>
                    <a:pt x="111760" y="43180"/>
                    <a:pt x="128270" y="41910"/>
                    <a:pt x="134620" y="45720"/>
                  </a:cubicBezTo>
                  <a:cubicBezTo>
                    <a:pt x="140970" y="50800"/>
                    <a:pt x="148590" y="69850"/>
                    <a:pt x="144780" y="78740"/>
                  </a:cubicBezTo>
                  <a:cubicBezTo>
                    <a:pt x="138430" y="90170"/>
                    <a:pt x="92710" y="110490"/>
                    <a:pt x="83820" y="105410"/>
                  </a:cubicBezTo>
                  <a:cubicBezTo>
                    <a:pt x="78740" y="101600"/>
                    <a:pt x="86360" y="83820"/>
                    <a:pt x="81280" y="77470"/>
                  </a:cubicBezTo>
                  <a:cubicBezTo>
                    <a:pt x="76200" y="71120"/>
                    <a:pt x="52070" y="73660"/>
                    <a:pt x="50800" y="68580"/>
                  </a:cubicBezTo>
                  <a:cubicBezTo>
                    <a:pt x="49530" y="60960"/>
                    <a:pt x="85090" y="33020"/>
                    <a:pt x="97790" y="33020"/>
                  </a:cubicBezTo>
                  <a:cubicBezTo>
                    <a:pt x="107950" y="33020"/>
                    <a:pt x="121920" y="44450"/>
                    <a:pt x="124460" y="54610"/>
                  </a:cubicBezTo>
                  <a:cubicBezTo>
                    <a:pt x="127000" y="73660"/>
                    <a:pt x="80010" y="139700"/>
                    <a:pt x="80010" y="139700"/>
                  </a:cubicBezTo>
                  <a:cubicBezTo>
                    <a:pt x="80010" y="138430"/>
                    <a:pt x="85090" y="119380"/>
                    <a:pt x="93980" y="111760"/>
                  </a:cubicBezTo>
                  <a:cubicBezTo>
                    <a:pt x="105410" y="99060"/>
                    <a:pt x="139700" y="81280"/>
                    <a:pt x="154940" y="83820"/>
                  </a:cubicBezTo>
                  <a:cubicBezTo>
                    <a:pt x="165100" y="85090"/>
                    <a:pt x="177800" y="97790"/>
                    <a:pt x="179070" y="106680"/>
                  </a:cubicBezTo>
                  <a:cubicBezTo>
                    <a:pt x="180340" y="114300"/>
                    <a:pt x="175260" y="123190"/>
                    <a:pt x="166370" y="132080"/>
                  </a:cubicBezTo>
                  <a:cubicBezTo>
                    <a:pt x="144780" y="151130"/>
                    <a:pt x="52070" y="187960"/>
                    <a:pt x="26670" y="186690"/>
                  </a:cubicBezTo>
                  <a:cubicBezTo>
                    <a:pt x="16510" y="185420"/>
                    <a:pt x="8890" y="181610"/>
                    <a:pt x="5080" y="176530"/>
                  </a:cubicBezTo>
                  <a:cubicBezTo>
                    <a:pt x="1270" y="170180"/>
                    <a:pt x="-1270" y="158750"/>
                    <a:pt x="1270" y="152400"/>
                  </a:cubicBezTo>
                  <a:cubicBezTo>
                    <a:pt x="6350" y="143510"/>
                    <a:pt x="24130" y="135890"/>
                    <a:pt x="38100" y="134620"/>
                  </a:cubicBezTo>
                  <a:cubicBezTo>
                    <a:pt x="59690" y="130810"/>
                    <a:pt x="104140" y="137160"/>
                    <a:pt x="119380" y="147320"/>
                  </a:cubicBezTo>
                  <a:cubicBezTo>
                    <a:pt x="128270" y="152400"/>
                    <a:pt x="134620" y="161290"/>
                    <a:pt x="134620" y="168910"/>
                  </a:cubicBezTo>
                  <a:cubicBezTo>
                    <a:pt x="134620" y="177800"/>
                    <a:pt x="123190" y="193040"/>
                    <a:pt x="114300" y="199390"/>
                  </a:cubicBezTo>
                  <a:cubicBezTo>
                    <a:pt x="105410" y="204470"/>
                    <a:pt x="93980" y="209550"/>
                    <a:pt x="85090" y="207010"/>
                  </a:cubicBezTo>
                  <a:cubicBezTo>
                    <a:pt x="77470" y="205740"/>
                    <a:pt x="66040" y="194310"/>
                    <a:pt x="63500" y="187960"/>
                  </a:cubicBezTo>
                  <a:cubicBezTo>
                    <a:pt x="62230" y="181610"/>
                    <a:pt x="62230" y="173990"/>
                    <a:pt x="67310" y="170180"/>
                  </a:cubicBezTo>
                  <a:cubicBezTo>
                    <a:pt x="76200" y="160020"/>
                    <a:pt x="123190" y="151130"/>
                    <a:pt x="137160" y="157480"/>
                  </a:cubicBezTo>
                  <a:cubicBezTo>
                    <a:pt x="148590" y="162560"/>
                    <a:pt x="157480" y="177800"/>
                    <a:pt x="157480" y="185420"/>
                  </a:cubicBezTo>
                  <a:cubicBezTo>
                    <a:pt x="156210" y="193040"/>
                    <a:pt x="146050" y="205740"/>
                    <a:pt x="137160" y="207010"/>
                  </a:cubicBezTo>
                  <a:cubicBezTo>
                    <a:pt x="127000" y="209550"/>
                    <a:pt x="105410" y="199390"/>
                    <a:pt x="97790" y="191770"/>
                  </a:cubicBezTo>
                  <a:cubicBezTo>
                    <a:pt x="92710" y="184150"/>
                    <a:pt x="92710" y="173990"/>
                    <a:pt x="92710" y="163830"/>
                  </a:cubicBezTo>
                  <a:cubicBezTo>
                    <a:pt x="91440" y="151130"/>
                    <a:pt x="88900" y="129540"/>
                    <a:pt x="95250" y="119380"/>
                  </a:cubicBezTo>
                  <a:cubicBezTo>
                    <a:pt x="101600" y="111760"/>
                    <a:pt x="118110" y="105410"/>
                    <a:pt x="127000" y="107950"/>
                  </a:cubicBezTo>
                  <a:cubicBezTo>
                    <a:pt x="133350" y="109220"/>
                    <a:pt x="138430" y="116840"/>
                    <a:pt x="142240" y="125730"/>
                  </a:cubicBezTo>
                  <a:cubicBezTo>
                    <a:pt x="151130" y="142240"/>
                    <a:pt x="167640" y="199390"/>
                    <a:pt x="158750" y="209550"/>
                  </a:cubicBezTo>
                  <a:cubicBezTo>
                    <a:pt x="152400" y="215900"/>
                    <a:pt x="130810" y="213360"/>
                    <a:pt x="120650" y="204470"/>
                  </a:cubicBezTo>
                  <a:cubicBezTo>
                    <a:pt x="106680" y="191770"/>
                    <a:pt x="90170" y="130810"/>
                    <a:pt x="99060" y="115570"/>
                  </a:cubicBezTo>
                  <a:cubicBezTo>
                    <a:pt x="105410" y="104140"/>
                    <a:pt x="140970" y="102870"/>
                    <a:pt x="140970" y="101600"/>
                  </a:cubicBezTo>
                  <a:cubicBezTo>
                    <a:pt x="140970" y="99060"/>
                    <a:pt x="114300" y="101600"/>
                    <a:pt x="114300" y="102870"/>
                  </a:cubicBezTo>
                  <a:cubicBezTo>
                    <a:pt x="114300" y="102870"/>
                    <a:pt x="142240" y="101600"/>
                    <a:pt x="143510" y="106680"/>
                  </a:cubicBezTo>
                  <a:cubicBezTo>
                    <a:pt x="146050" y="113030"/>
                    <a:pt x="113030" y="144780"/>
                    <a:pt x="102870" y="143510"/>
                  </a:cubicBezTo>
                  <a:cubicBezTo>
                    <a:pt x="92710" y="143510"/>
                    <a:pt x="78740" y="124460"/>
                    <a:pt x="80010" y="115570"/>
                  </a:cubicBezTo>
                  <a:cubicBezTo>
                    <a:pt x="81280" y="106680"/>
                    <a:pt x="107950" y="90170"/>
                    <a:pt x="118110" y="90170"/>
                  </a:cubicBezTo>
                  <a:cubicBezTo>
                    <a:pt x="125730" y="90170"/>
                    <a:pt x="134620" y="99060"/>
                    <a:pt x="137160" y="105410"/>
                  </a:cubicBezTo>
                  <a:cubicBezTo>
                    <a:pt x="139700" y="113030"/>
                    <a:pt x="135890" y="128270"/>
                    <a:pt x="130810" y="133350"/>
                  </a:cubicBezTo>
                  <a:cubicBezTo>
                    <a:pt x="125730" y="138430"/>
                    <a:pt x="113030" y="132080"/>
                    <a:pt x="104140" y="135890"/>
                  </a:cubicBezTo>
                  <a:cubicBezTo>
                    <a:pt x="91440" y="143510"/>
                    <a:pt x="74930" y="182880"/>
                    <a:pt x="62230" y="184150"/>
                  </a:cubicBezTo>
                  <a:cubicBezTo>
                    <a:pt x="54610" y="185420"/>
                    <a:pt x="40640" y="173990"/>
                    <a:pt x="40640" y="168910"/>
                  </a:cubicBezTo>
                  <a:cubicBezTo>
                    <a:pt x="41910" y="161290"/>
                    <a:pt x="99060" y="140970"/>
                    <a:pt x="115570" y="144780"/>
                  </a:cubicBezTo>
                  <a:cubicBezTo>
                    <a:pt x="123190" y="146050"/>
                    <a:pt x="130810" y="153670"/>
                    <a:pt x="132080" y="160020"/>
                  </a:cubicBezTo>
                  <a:cubicBezTo>
                    <a:pt x="134620" y="166370"/>
                    <a:pt x="134620" y="177800"/>
                    <a:pt x="129540" y="182880"/>
                  </a:cubicBezTo>
                  <a:cubicBezTo>
                    <a:pt x="119380" y="194310"/>
                    <a:pt x="73660" y="207010"/>
                    <a:pt x="57150" y="203200"/>
                  </a:cubicBezTo>
                  <a:cubicBezTo>
                    <a:pt x="46990" y="200660"/>
                    <a:pt x="38100" y="194310"/>
                    <a:pt x="35560" y="184150"/>
                  </a:cubicBezTo>
                  <a:cubicBezTo>
                    <a:pt x="30480" y="161290"/>
                    <a:pt x="69850" y="74930"/>
                    <a:pt x="90170" y="63500"/>
                  </a:cubicBezTo>
                  <a:cubicBezTo>
                    <a:pt x="101600" y="57150"/>
                    <a:pt x="121920" y="62230"/>
                    <a:pt x="127000" y="68580"/>
                  </a:cubicBezTo>
                  <a:cubicBezTo>
                    <a:pt x="132080" y="74930"/>
                    <a:pt x="130810" y="92710"/>
                    <a:pt x="125730" y="100330"/>
                  </a:cubicBezTo>
                  <a:cubicBezTo>
                    <a:pt x="121920" y="105410"/>
                    <a:pt x="110490" y="109220"/>
                    <a:pt x="102870" y="107950"/>
                  </a:cubicBezTo>
                  <a:cubicBezTo>
                    <a:pt x="96520" y="107950"/>
                    <a:pt x="86360" y="101600"/>
                    <a:pt x="83820" y="95250"/>
                  </a:cubicBezTo>
                  <a:cubicBezTo>
                    <a:pt x="80010" y="87630"/>
                    <a:pt x="83820" y="71120"/>
                    <a:pt x="88900" y="64770"/>
                  </a:cubicBezTo>
                  <a:cubicBezTo>
                    <a:pt x="93980" y="59690"/>
                    <a:pt x="104140" y="55880"/>
                    <a:pt x="111760" y="58420"/>
                  </a:cubicBezTo>
                  <a:cubicBezTo>
                    <a:pt x="119380" y="60960"/>
                    <a:pt x="129540" y="71120"/>
                    <a:pt x="132080" y="81280"/>
                  </a:cubicBezTo>
                  <a:cubicBezTo>
                    <a:pt x="134620" y="97790"/>
                    <a:pt x="116840" y="130810"/>
                    <a:pt x="106680" y="151130"/>
                  </a:cubicBezTo>
                  <a:cubicBezTo>
                    <a:pt x="96520" y="170180"/>
                    <a:pt x="81280" y="195580"/>
                    <a:pt x="69850" y="200660"/>
                  </a:cubicBezTo>
                  <a:cubicBezTo>
                    <a:pt x="60960" y="204470"/>
                    <a:pt x="52070" y="201930"/>
                    <a:pt x="45720" y="198120"/>
                  </a:cubicBezTo>
                  <a:cubicBezTo>
                    <a:pt x="39370" y="194310"/>
                    <a:pt x="34290" y="184150"/>
                    <a:pt x="34290" y="177800"/>
                  </a:cubicBezTo>
                  <a:cubicBezTo>
                    <a:pt x="34290" y="170180"/>
                    <a:pt x="38100" y="162560"/>
                    <a:pt x="45720" y="156210"/>
                  </a:cubicBezTo>
                  <a:cubicBezTo>
                    <a:pt x="57150" y="147320"/>
                    <a:pt x="93980" y="139700"/>
                    <a:pt x="109220" y="143510"/>
                  </a:cubicBezTo>
                  <a:cubicBezTo>
                    <a:pt x="119380" y="146050"/>
                    <a:pt x="129540" y="152400"/>
                    <a:pt x="132080" y="160020"/>
                  </a:cubicBezTo>
                  <a:cubicBezTo>
                    <a:pt x="135890" y="167640"/>
                    <a:pt x="133350" y="180340"/>
                    <a:pt x="125730" y="187960"/>
                  </a:cubicBezTo>
                  <a:cubicBezTo>
                    <a:pt x="111760" y="201930"/>
                    <a:pt x="53340" y="212090"/>
                    <a:pt x="33020" y="210820"/>
                  </a:cubicBezTo>
                  <a:cubicBezTo>
                    <a:pt x="22860" y="209550"/>
                    <a:pt x="13970" y="204470"/>
                    <a:pt x="10160" y="198120"/>
                  </a:cubicBezTo>
                  <a:cubicBezTo>
                    <a:pt x="5080" y="191770"/>
                    <a:pt x="1270" y="181610"/>
                    <a:pt x="5080" y="171450"/>
                  </a:cubicBezTo>
                  <a:cubicBezTo>
                    <a:pt x="12700" y="149860"/>
                    <a:pt x="81280" y="93980"/>
                    <a:pt x="106680" y="90170"/>
                  </a:cubicBezTo>
                  <a:cubicBezTo>
                    <a:pt x="119380" y="88900"/>
                    <a:pt x="133350" y="97790"/>
                    <a:pt x="137160" y="105410"/>
                  </a:cubicBezTo>
                  <a:cubicBezTo>
                    <a:pt x="139700" y="113030"/>
                    <a:pt x="133350" y="129540"/>
                    <a:pt x="124460" y="139700"/>
                  </a:cubicBezTo>
                  <a:cubicBezTo>
                    <a:pt x="114300" y="151130"/>
                    <a:pt x="82550" y="167640"/>
                    <a:pt x="69850" y="165100"/>
                  </a:cubicBezTo>
                  <a:cubicBezTo>
                    <a:pt x="60960" y="162560"/>
                    <a:pt x="50800" y="151130"/>
                    <a:pt x="50800" y="140970"/>
                  </a:cubicBezTo>
                  <a:cubicBezTo>
                    <a:pt x="50800" y="127000"/>
                    <a:pt x="72390" y="100330"/>
                    <a:pt x="88900" y="86360"/>
                  </a:cubicBezTo>
                  <a:cubicBezTo>
                    <a:pt x="104140" y="72390"/>
                    <a:pt x="134620" y="54610"/>
                    <a:pt x="148590" y="58420"/>
                  </a:cubicBezTo>
                  <a:cubicBezTo>
                    <a:pt x="158750" y="62230"/>
                    <a:pt x="167640" y="80010"/>
                    <a:pt x="167640" y="92710"/>
                  </a:cubicBezTo>
                  <a:cubicBezTo>
                    <a:pt x="168910" y="107950"/>
                    <a:pt x="153670" y="137160"/>
                    <a:pt x="140970" y="144780"/>
                  </a:cubicBezTo>
                  <a:cubicBezTo>
                    <a:pt x="132080" y="149860"/>
                    <a:pt x="115570" y="149860"/>
                    <a:pt x="106680" y="144780"/>
                  </a:cubicBezTo>
                  <a:cubicBezTo>
                    <a:pt x="99060" y="139700"/>
                    <a:pt x="93980" y="123190"/>
                    <a:pt x="92710" y="113030"/>
                  </a:cubicBezTo>
                  <a:cubicBezTo>
                    <a:pt x="90170" y="102870"/>
                    <a:pt x="90170" y="90170"/>
                    <a:pt x="95250" y="83820"/>
                  </a:cubicBezTo>
                  <a:cubicBezTo>
                    <a:pt x="102870" y="76200"/>
                    <a:pt x="125730" y="69850"/>
                    <a:pt x="137160" y="76200"/>
                  </a:cubicBezTo>
                  <a:cubicBezTo>
                    <a:pt x="153670" y="87630"/>
                    <a:pt x="161290" y="149860"/>
                    <a:pt x="162560" y="180340"/>
                  </a:cubicBezTo>
                  <a:cubicBezTo>
                    <a:pt x="163830" y="203200"/>
                    <a:pt x="163830" y="234950"/>
                    <a:pt x="153670" y="241300"/>
                  </a:cubicBezTo>
                  <a:cubicBezTo>
                    <a:pt x="144780" y="246380"/>
                    <a:pt x="120650" y="237490"/>
                    <a:pt x="110490" y="224790"/>
                  </a:cubicBezTo>
                  <a:cubicBezTo>
                    <a:pt x="96520" y="208280"/>
                    <a:pt x="88900" y="151130"/>
                    <a:pt x="92710" y="132080"/>
                  </a:cubicBezTo>
                  <a:cubicBezTo>
                    <a:pt x="93980" y="121920"/>
                    <a:pt x="96520" y="114300"/>
                    <a:pt x="102870" y="110490"/>
                  </a:cubicBezTo>
                  <a:cubicBezTo>
                    <a:pt x="110490" y="106680"/>
                    <a:pt x="125730" y="106680"/>
                    <a:pt x="132080" y="110490"/>
                  </a:cubicBezTo>
                  <a:cubicBezTo>
                    <a:pt x="138430" y="114300"/>
                    <a:pt x="142240" y="124460"/>
                    <a:pt x="143510" y="132080"/>
                  </a:cubicBezTo>
                  <a:cubicBezTo>
                    <a:pt x="143510" y="139700"/>
                    <a:pt x="129540" y="149860"/>
                    <a:pt x="132080" y="157480"/>
                  </a:cubicBezTo>
                  <a:cubicBezTo>
                    <a:pt x="133350" y="165100"/>
                    <a:pt x="156210" y="171450"/>
                    <a:pt x="157480" y="179070"/>
                  </a:cubicBezTo>
                  <a:cubicBezTo>
                    <a:pt x="157480" y="187960"/>
                    <a:pt x="148590" y="203200"/>
                    <a:pt x="137160" y="207010"/>
                  </a:cubicBezTo>
                  <a:cubicBezTo>
                    <a:pt x="123190" y="213360"/>
                    <a:pt x="78740" y="208280"/>
                    <a:pt x="69850" y="198120"/>
                  </a:cubicBezTo>
                  <a:cubicBezTo>
                    <a:pt x="63500" y="191770"/>
                    <a:pt x="62230" y="176530"/>
                    <a:pt x="67310" y="170180"/>
                  </a:cubicBezTo>
                  <a:cubicBezTo>
                    <a:pt x="69850" y="163830"/>
                    <a:pt x="86360" y="156210"/>
                    <a:pt x="91440" y="158750"/>
                  </a:cubicBezTo>
                  <a:cubicBezTo>
                    <a:pt x="96520" y="162560"/>
                    <a:pt x="100330" y="182880"/>
                    <a:pt x="93980" y="189230"/>
                  </a:cubicBezTo>
                  <a:cubicBezTo>
                    <a:pt x="85090" y="198120"/>
                    <a:pt x="35560" y="194310"/>
                    <a:pt x="20320" y="185420"/>
                  </a:cubicBezTo>
                  <a:cubicBezTo>
                    <a:pt x="8890" y="180340"/>
                    <a:pt x="0" y="166370"/>
                    <a:pt x="0" y="158750"/>
                  </a:cubicBezTo>
                  <a:cubicBezTo>
                    <a:pt x="0" y="151130"/>
                    <a:pt x="5080" y="146050"/>
                    <a:pt x="13970" y="138430"/>
                  </a:cubicBezTo>
                  <a:cubicBezTo>
                    <a:pt x="34290" y="121920"/>
                    <a:pt x="119380" y="82550"/>
                    <a:pt x="148590" y="83820"/>
                  </a:cubicBezTo>
                  <a:cubicBezTo>
                    <a:pt x="162560" y="85090"/>
                    <a:pt x="173990" y="92710"/>
                    <a:pt x="177800" y="100330"/>
                  </a:cubicBezTo>
                  <a:cubicBezTo>
                    <a:pt x="181610" y="107950"/>
                    <a:pt x="177800" y="119380"/>
                    <a:pt x="171450" y="128270"/>
                  </a:cubicBezTo>
                  <a:cubicBezTo>
                    <a:pt x="157480" y="144780"/>
                    <a:pt x="102870" y="165100"/>
                    <a:pt x="80010" y="168910"/>
                  </a:cubicBezTo>
                  <a:cubicBezTo>
                    <a:pt x="66040" y="171450"/>
                    <a:pt x="54610" y="171450"/>
                    <a:pt x="46990" y="167640"/>
                  </a:cubicBezTo>
                  <a:cubicBezTo>
                    <a:pt x="39370" y="162560"/>
                    <a:pt x="31750" y="152400"/>
                    <a:pt x="30480" y="142240"/>
                  </a:cubicBezTo>
                  <a:cubicBezTo>
                    <a:pt x="29210" y="127000"/>
                    <a:pt x="40640" y="92710"/>
                    <a:pt x="55880" y="81280"/>
                  </a:cubicBezTo>
                  <a:cubicBezTo>
                    <a:pt x="69850" y="69850"/>
                    <a:pt x="113030" y="66040"/>
                    <a:pt x="115570" y="71120"/>
                  </a:cubicBezTo>
                  <a:cubicBezTo>
                    <a:pt x="118110" y="76200"/>
                    <a:pt x="86360" y="107950"/>
                    <a:pt x="72390" y="110490"/>
                  </a:cubicBezTo>
                  <a:cubicBezTo>
                    <a:pt x="62230" y="113030"/>
                    <a:pt x="44450" y="106680"/>
                    <a:pt x="41910" y="99060"/>
                  </a:cubicBezTo>
                  <a:cubicBezTo>
                    <a:pt x="38100" y="90170"/>
                    <a:pt x="55880" y="62230"/>
                    <a:pt x="69850" y="53340"/>
                  </a:cubicBezTo>
                  <a:cubicBezTo>
                    <a:pt x="85090" y="43180"/>
                    <a:pt x="132080" y="43180"/>
                    <a:pt x="133350" y="45720"/>
                  </a:cubicBezTo>
                  <a:cubicBezTo>
                    <a:pt x="133350" y="46990"/>
                    <a:pt x="97790" y="58420"/>
                    <a:pt x="97790" y="57150"/>
                  </a:cubicBezTo>
                  <a:cubicBezTo>
                    <a:pt x="97790" y="55880"/>
                    <a:pt x="114300" y="41910"/>
                    <a:pt x="123190" y="41910"/>
                  </a:cubicBezTo>
                  <a:cubicBezTo>
                    <a:pt x="130810" y="43180"/>
                    <a:pt x="144780" y="57150"/>
                    <a:pt x="146050" y="66040"/>
                  </a:cubicBezTo>
                  <a:cubicBezTo>
                    <a:pt x="147320" y="74930"/>
                    <a:pt x="140970" y="85090"/>
                    <a:pt x="132080" y="92710"/>
                  </a:cubicBezTo>
                  <a:cubicBezTo>
                    <a:pt x="121920" y="102870"/>
                    <a:pt x="92710" y="118110"/>
                    <a:pt x="80010" y="115570"/>
                  </a:cubicBezTo>
                  <a:cubicBezTo>
                    <a:pt x="69850" y="111760"/>
                    <a:pt x="58420" y="95250"/>
                    <a:pt x="58420" y="85090"/>
                  </a:cubicBezTo>
                  <a:cubicBezTo>
                    <a:pt x="59690" y="69850"/>
                    <a:pt x="83820" y="49530"/>
                    <a:pt x="99060" y="35560"/>
                  </a:cubicBezTo>
                  <a:cubicBezTo>
                    <a:pt x="115570" y="21590"/>
                    <a:pt x="138430" y="1270"/>
                    <a:pt x="152400" y="0"/>
                  </a:cubicBezTo>
                  <a:cubicBezTo>
                    <a:pt x="161290" y="0"/>
                    <a:pt x="170180" y="6350"/>
                    <a:pt x="173990" y="11430"/>
                  </a:cubicBezTo>
                  <a:cubicBezTo>
                    <a:pt x="177800" y="17780"/>
                    <a:pt x="176530" y="35560"/>
                    <a:pt x="176530" y="35560"/>
                  </a:cubicBezTo>
                </a:path>
              </a:pathLst>
            </a:custGeom>
            <a:solidFill>
              <a:srgbClr val="FFFFFF"/>
            </a:solidFill>
            <a:ln cap="sq">
              <a:noFill/>
              <a:prstDash val="solid"/>
              <a:miter/>
            </a:ln>
          </p:spPr>
        </p:sp>
      </p:grpSp>
      <p:grpSp>
        <p:nvGrpSpPr>
          <p:cNvPr id="46" name="Group 46"/>
          <p:cNvGrpSpPr/>
          <p:nvPr/>
        </p:nvGrpSpPr>
        <p:grpSpPr>
          <a:xfrm>
            <a:off x="12620625" y="2594610"/>
            <a:ext cx="160020" cy="143828"/>
            <a:chOff x="0" y="0"/>
            <a:chExt cx="213360" cy="191770"/>
          </a:xfrm>
        </p:grpSpPr>
        <p:sp>
          <p:nvSpPr>
            <p:cNvPr id="47" name="Freeform 47"/>
            <p:cNvSpPr/>
            <p:nvPr/>
          </p:nvSpPr>
          <p:spPr>
            <a:xfrm>
              <a:off x="50800" y="50800"/>
              <a:ext cx="111158" cy="89163"/>
            </a:xfrm>
            <a:custGeom>
              <a:avLst/>
              <a:gdLst/>
              <a:ahLst/>
              <a:cxnLst/>
              <a:rect l="l" t="t" r="r" b="b"/>
              <a:pathLst>
                <a:path w="111158" h="89163">
                  <a:moveTo>
                    <a:pt x="0" y="43180"/>
                  </a:moveTo>
                  <a:cubicBezTo>
                    <a:pt x="20320" y="2540"/>
                    <a:pt x="29210" y="0"/>
                    <a:pt x="38100" y="0"/>
                  </a:cubicBezTo>
                  <a:cubicBezTo>
                    <a:pt x="46990" y="0"/>
                    <a:pt x="58420" y="1270"/>
                    <a:pt x="68580" y="7620"/>
                  </a:cubicBezTo>
                  <a:cubicBezTo>
                    <a:pt x="82550" y="16510"/>
                    <a:pt x="104140" y="39370"/>
                    <a:pt x="107950" y="53340"/>
                  </a:cubicBezTo>
                  <a:cubicBezTo>
                    <a:pt x="110490" y="63500"/>
                    <a:pt x="107950" y="77470"/>
                    <a:pt x="101600" y="83820"/>
                  </a:cubicBezTo>
                  <a:cubicBezTo>
                    <a:pt x="95250" y="88900"/>
                    <a:pt x="78740" y="88900"/>
                    <a:pt x="71120" y="85090"/>
                  </a:cubicBezTo>
                  <a:cubicBezTo>
                    <a:pt x="64770" y="82550"/>
                    <a:pt x="59690" y="71120"/>
                    <a:pt x="59690" y="64770"/>
                  </a:cubicBezTo>
                  <a:cubicBezTo>
                    <a:pt x="59690" y="57150"/>
                    <a:pt x="64770" y="46990"/>
                    <a:pt x="71120" y="43180"/>
                  </a:cubicBezTo>
                  <a:cubicBezTo>
                    <a:pt x="77470" y="39370"/>
                    <a:pt x="95250" y="40640"/>
                    <a:pt x="101600" y="44450"/>
                  </a:cubicBezTo>
                  <a:cubicBezTo>
                    <a:pt x="107950" y="48260"/>
                    <a:pt x="113030" y="59690"/>
                    <a:pt x="110490" y="67310"/>
                  </a:cubicBezTo>
                  <a:cubicBezTo>
                    <a:pt x="107950" y="74930"/>
                    <a:pt x="90170" y="91440"/>
                    <a:pt x="81280" y="88900"/>
                  </a:cubicBezTo>
                  <a:cubicBezTo>
                    <a:pt x="69850" y="87630"/>
                    <a:pt x="57150" y="35560"/>
                    <a:pt x="52070" y="36830"/>
                  </a:cubicBezTo>
                  <a:cubicBezTo>
                    <a:pt x="48260" y="36830"/>
                    <a:pt x="50800" y="54610"/>
                    <a:pt x="45720" y="59690"/>
                  </a:cubicBezTo>
                  <a:cubicBezTo>
                    <a:pt x="41910" y="66040"/>
                    <a:pt x="31750" y="72390"/>
                    <a:pt x="25400" y="71120"/>
                  </a:cubicBezTo>
                  <a:cubicBezTo>
                    <a:pt x="16510" y="69850"/>
                    <a:pt x="0" y="43180"/>
                    <a:pt x="0" y="43180"/>
                  </a:cubicBezTo>
                </a:path>
              </a:pathLst>
            </a:custGeom>
            <a:solidFill>
              <a:srgbClr val="FFFFFF"/>
            </a:solidFill>
            <a:ln cap="sq">
              <a:noFill/>
              <a:prstDash val="solid"/>
              <a:miter/>
            </a:ln>
          </p:spPr>
        </p:sp>
      </p:grpSp>
      <p:grpSp>
        <p:nvGrpSpPr>
          <p:cNvPr id="48" name="Group 48"/>
          <p:cNvGrpSpPr/>
          <p:nvPr/>
        </p:nvGrpSpPr>
        <p:grpSpPr>
          <a:xfrm>
            <a:off x="9353291" y="5033637"/>
            <a:ext cx="846773" cy="123825"/>
            <a:chOff x="0" y="0"/>
            <a:chExt cx="1129030" cy="165100"/>
          </a:xfrm>
        </p:grpSpPr>
        <p:sp>
          <p:nvSpPr>
            <p:cNvPr id="49" name="Freeform 49"/>
            <p:cNvSpPr/>
            <p:nvPr/>
          </p:nvSpPr>
          <p:spPr>
            <a:xfrm>
              <a:off x="50800" y="52070"/>
              <a:ext cx="1027593" cy="84989"/>
            </a:xfrm>
            <a:custGeom>
              <a:avLst/>
              <a:gdLst/>
              <a:ahLst/>
              <a:cxnLst/>
              <a:rect l="l" t="t" r="r" b="b"/>
              <a:pathLst>
                <a:path w="1027593" h="84989">
                  <a:moveTo>
                    <a:pt x="25400" y="10160"/>
                  </a:moveTo>
                  <a:cubicBezTo>
                    <a:pt x="1019810" y="5080"/>
                    <a:pt x="1028700" y="16510"/>
                    <a:pt x="1027430" y="25400"/>
                  </a:cubicBezTo>
                  <a:cubicBezTo>
                    <a:pt x="1027430" y="33020"/>
                    <a:pt x="1008380" y="49530"/>
                    <a:pt x="999490" y="48260"/>
                  </a:cubicBezTo>
                  <a:cubicBezTo>
                    <a:pt x="991870" y="48260"/>
                    <a:pt x="979170" y="35560"/>
                    <a:pt x="977900" y="27940"/>
                  </a:cubicBezTo>
                  <a:cubicBezTo>
                    <a:pt x="975360" y="20320"/>
                    <a:pt x="979170" y="10160"/>
                    <a:pt x="985520" y="5080"/>
                  </a:cubicBezTo>
                  <a:cubicBezTo>
                    <a:pt x="991870" y="0"/>
                    <a:pt x="1008380" y="-1270"/>
                    <a:pt x="1016000" y="1270"/>
                  </a:cubicBezTo>
                  <a:cubicBezTo>
                    <a:pt x="1022350" y="5080"/>
                    <a:pt x="1028700" y="15240"/>
                    <a:pt x="1027430" y="22860"/>
                  </a:cubicBezTo>
                  <a:cubicBezTo>
                    <a:pt x="1027430" y="30480"/>
                    <a:pt x="1019810" y="41910"/>
                    <a:pt x="1002030" y="49530"/>
                  </a:cubicBezTo>
                  <a:cubicBezTo>
                    <a:pt x="913130" y="87630"/>
                    <a:pt x="115570" y="100330"/>
                    <a:pt x="25400" y="60960"/>
                  </a:cubicBezTo>
                  <a:cubicBezTo>
                    <a:pt x="7620" y="53340"/>
                    <a:pt x="0" y="41910"/>
                    <a:pt x="0" y="33020"/>
                  </a:cubicBezTo>
                  <a:cubicBezTo>
                    <a:pt x="1270" y="25400"/>
                    <a:pt x="25400" y="10160"/>
                    <a:pt x="25400" y="10160"/>
                  </a:cubicBezTo>
                </a:path>
              </a:pathLst>
            </a:custGeom>
            <a:solidFill>
              <a:srgbClr val="FFFFFF"/>
            </a:solidFill>
            <a:ln cap="sq">
              <a:noFill/>
              <a:prstDash val="solid"/>
              <a:miter/>
            </a:ln>
          </p:spPr>
        </p:sp>
      </p:grpSp>
      <p:grpSp>
        <p:nvGrpSpPr>
          <p:cNvPr id="50" name="Group 50"/>
          <p:cNvGrpSpPr/>
          <p:nvPr/>
        </p:nvGrpSpPr>
        <p:grpSpPr>
          <a:xfrm>
            <a:off x="10077191" y="5051734"/>
            <a:ext cx="123825" cy="602932"/>
            <a:chOff x="0" y="0"/>
            <a:chExt cx="165100" cy="803910"/>
          </a:xfrm>
        </p:grpSpPr>
        <p:sp>
          <p:nvSpPr>
            <p:cNvPr id="51" name="Freeform 51"/>
            <p:cNvSpPr/>
            <p:nvPr/>
          </p:nvSpPr>
          <p:spPr>
            <a:xfrm>
              <a:off x="49265" y="50800"/>
              <a:ext cx="63765" cy="701974"/>
            </a:xfrm>
            <a:custGeom>
              <a:avLst/>
              <a:gdLst/>
              <a:ahLst/>
              <a:cxnLst/>
              <a:rect l="l" t="t" r="r" b="b"/>
              <a:pathLst>
                <a:path w="63765" h="701974">
                  <a:moveTo>
                    <a:pt x="63765" y="25400"/>
                  </a:moveTo>
                  <a:cubicBezTo>
                    <a:pt x="59955" y="622300"/>
                    <a:pt x="62495" y="674370"/>
                    <a:pt x="47255" y="692150"/>
                  </a:cubicBezTo>
                  <a:cubicBezTo>
                    <a:pt x="39635" y="701040"/>
                    <a:pt x="24395" y="703580"/>
                    <a:pt x="16775" y="701040"/>
                  </a:cubicBezTo>
                  <a:cubicBezTo>
                    <a:pt x="9155" y="697230"/>
                    <a:pt x="265" y="681990"/>
                    <a:pt x="1535" y="674370"/>
                  </a:cubicBezTo>
                  <a:cubicBezTo>
                    <a:pt x="2805" y="665480"/>
                    <a:pt x="21855" y="651510"/>
                    <a:pt x="30745" y="651510"/>
                  </a:cubicBezTo>
                  <a:cubicBezTo>
                    <a:pt x="37095" y="651510"/>
                    <a:pt x="47255" y="660400"/>
                    <a:pt x="49795" y="666750"/>
                  </a:cubicBezTo>
                  <a:cubicBezTo>
                    <a:pt x="52335" y="673100"/>
                    <a:pt x="52335" y="684530"/>
                    <a:pt x="48525" y="690880"/>
                  </a:cubicBezTo>
                  <a:cubicBezTo>
                    <a:pt x="43445" y="697230"/>
                    <a:pt x="26935" y="703580"/>
                    <a:pt x="19315" y="701040"/>
                  </a:cubicBezTo>
                  <a:cubicBezTo>
                    <a:pt x="11695" y="699770"/>
                    <a:pt x="4075" y="689610"/>
                    <a:pt x="1535" y="676910"/>
                  </a:cubicBezTo>
                  <a:cubicBezTo>
                    <a:pt x="-4815" y="654050"/>
                    <a:pt x="10425" y="615950"/>
                    <a:pt x="12965" y="563880"/>
                  </a:cubicBezTo>
                  <a:cubicBezTo>
                    <a:pt x="19315" y="452120"/>
                    <a:pt x="-9895" y="88900"/>
                    <a:pt x="12965" y="25400"/>
                  </a:cubicBezTo>
                  <a:cubicBezTo>
                    <a:pt x="19315" y="10160"/>
                    <a:pt x="28205" y="1270"/>
                    <a:pt x="35825" y="0"/>
                  </a:cubicBezTo>
                  <a:cubicBezTo>
                    <a:pt x="44715" y="0"/>
                    <a:pt x="63765" y="25400"/>
                    <a:pt x="63765" y="25400"/>
                  </a:cubicBezTo>
                </a:path>
              </a:pathLst>
            </a:custGeom>
            <a:solidFill>
              <a:srgbClr val="FFFFFF"/>
            </a:solidFill>
            <a:ln cap="sq">
              <a:noFill/>
              <a:prstDash val="solid"/>
              <a:miter/>
            </a:ln>
          </p:spPr>
        </p:sp>
      </p:grpSp>
      <p:grpSp>
        <p:nvGrpSpPr>
          <p:cNvPr id="52" name="Group 52"/>
          <p:cNvGrpSpPr/>
          <p:nvPr/>
        </p:nvGrpSpPr>
        <p:grpSpPr>
          <a:xfrm>
            <a:off x="9362816" y="5089834"/>
            <a:ext cx="152400" cy="723900"/>
            <a:chOff x="0" y="0"/>
            <a:chExt cx="203200" cy="965200"/>
          </a:xfrm>
        </p:grpSpPr>
        <p:sp>
          <p:nvSpPr>
            <p:cNvPr id="53" name="Freeform 53"/>
            <p:cNvSpPr/>
            <p:nvPr/>
          </p:nvSpPr>
          <p:spPr>
            <a:xfrm>
              <a:off x="41088" y="50124"/>
              <a:ext cx="111312" cy="864372"/>
            </a:xfrm>
            <a:custGeom>
              <a:avLst/>
              <a:gdLst/>
              <a:ahLst/>
              <a:cxnLst/>
              <a:rect l="l" t="t" r="r" b="b"/>
              <a:pathLst>
                <a:path w="111312" h="864372">
                  <a:moveTo>
                    <a:pt x="111312" y="31156"/>
                  </a:moveTo>
                  <a:cubicBezTo>
                    <a:pt x="55432" y="634406"/>
                    <a:pt x="80832" y="793156"/>
                    <a:pt x="60512" y="838876"/>
                  </a:cubicBezTo>
                  <a:cubicBezTo>
                    <a:pt x="54162" y="854116"/>
                    <a:pt x="42732" y="865546"/>
                    <a:pt x="33842" y="864276"/>
                  </a:cubicBezTo>
                  <a:cubicBezTo>
                    <a:pt x="24952" y="864276"/>
                    <a:pt x="8442" y="845226"/>
                    <a:pt x="9712" y="836336"/>
                  </a:cubicBezTo>
                  <a:cubicBezTo>
                    <a:pt x="10982" y="827446"/>
                    <a:pt x="31302" y="812206"/>
                    <a:pt x="38922" y="814746"/>
                  </a:cubicBezTo>
                  <a:cubicBezTo>
                    <a:pt x="47812" y="816016"/>
                    <a:pt x="61782" y="836336"/>
                    <a:pt x="60512" y="845226"/>
                  </a:cubicBezTo>
                  <a:cubicBezTo>
                    <a:pt x="59242" y="852846"/>
                    <a:pt x="44002" y="864276"/>
                    <a:pt x="36382" y="864276"/>
                  </a:cubicBezTo>
                  <a:cubicBezTo>
                    <a:pt x="27492" y="864276"/>
                    <a:pt x="16062" y="854116"/>
                    <a:pt x="9712" y="838876"/>
                  </a:cubicBezTo>
                  <a:cubicBezTo>
                    <a:pt x="-9338" y="794426"/>
                    <a:pt x="4632" y="642026"/>
                    <a:pt x="9712" y="527726"/>
                  </a:cubicBezTo>
                  <a:cubicBezTo>
                    <a:pt x="17332" y="384216"/>
                    <a:pt x="33842" y="123866"/>
                    <a:pt x="54162" y="48936"/>
                  </a:cubicBezTo>
                  <a:cubicBezTo>
                    <a:pt x="61782" y="23536"/>
                    <a:pt x="66862" y="5756"/>
                    <a:pt x="77022" y="676"/>
                  </a:cubicBezTo>
                  <a:cubicBezTo>
                    <a:pt x="84642" y="-1864"/>
                    <a:pt x="99882" y="3216"/>
                    <a:pt x="104962" y="8296"/>
                  </a:cubicBezTo>
                  <a:cubicBezTo>
                    <a:pt x="110042" y="13376"/>
                    <a:pt x="111312" y="31156"/>
                    <a:pt x="111312" y="31156"/>
                  </a:cubicBezTo>
                </a:path>
              </a:pathLst>
            </a:custGeom>
            <a:solidFill>
              <a:srgbClr val="FFFFFF"/>
            </a:solidFill>
            <a:ln cap="sq">
              <a:noFill/>
              <a:prstDash val="solid"/>
              <a:miter/>
            </a:ln>
          </p:spPr>
        </p:sp>
      </p:grpSp>
      <p:grpSp>
        <p:nvGrpSpPr>
          <p:cNvPr id="54" name="Group 54"/>
          <p:cNvGrpSpPr/>
          <p:nvPr/>
        </p:nvGrpSpPr>
        <p:grpSpPr>
          <a:xfrm>
            <a:off x="9372341" y="5522269"/>
            <a:ext cx="837248" cy="292418"/>
            <a:chOff x="0" y="0"/>
            <a:chExt cx="1116330" cy="389890"/>
          </a:xfrm>
        </p:grpSpPr>
        <p:sp>
          <p:nvSpPr>
            <p:cNvPr id="55" name="Freeform 55"/>
            <p:cNvSpPr/>
            <p:nvPr/>
          </p:nvSpPr>
          <p:spPr>
            <a:xfrm>
              <a:off x="50743" y="50637"/>
              <a:ext cx="1014787" cy="290815"/>
            </a:xfrm>
            <a:custGeom>
              <a:avLst/>
              <a:gdLst/>
              <a:ahLst/>
              <a:cxnLst/>
              <a:rect l="l" t="t" r="r" b="b"/>
              <a:pathLst>
                <a:path w="1014787" h="290815">
                  <a:moveTo>
                    <a:pt x="19107" y="237653"/>
                  </a:moveTo>
                  <a:cubicBezTo>
                    <a:pt x="694747" y="169073"/>
                    <a:pt x="916997" y="216063"/>
                    <a:pt x="955097" y="174153"/>
                  </a:cubicBezTo>
                  <a:cubicBezTo>
                    <a:pt x="972877" y="157643"/>
                    <a:pt x="956367" y="124623"/>
                    <a:pt x="952557" y="99223"/>
                  </a:cubicBezTo>
                  <a:cubicBezTo>
                    <a:pt x="947477" y="73823"/>
                    <a:pt x="923347" y="39533"/>
                    <a:pt x="927157" y="23023"/>
                  </a:cubicBezTo>
                  <a:cubicBezTo>
                    <a:pt x="929697" y="11593"/>
                    <a:pt x="939857" y="1433"/>
                    <a:pt x="947477" y="163"/>
                  </a:cubicBezTo>
                  <a:cubicBezTo>
                    <a:pt x="956367" y="-1107"/>
                    <a:pt x="976687" y="14133"/>
                    <a:pt x="977957" y="21753"/>
                  </a:cubicBezTo>
                  <a:cubicBezTo>
                    <a:pt x="979227" y="30643"/>
                    <a:pt x="962717" y="49693"/>
                    <a:pt x="953827" y="50963"/>
                  </a:cubicBezTo>
                  <a:cubicBezTo>
                    <a:pt x="946207" y="50963"/>
                    <a:pt x="927157" y="34453"/>
                    <a:pt x="927157" y="25563"/>
                  </a:cubicBezTo>
                  <a:cubicBezTo>
                    <a:pt x="927157" y="16673"/>
                    <a:pt x="944937" y="1433"/>
                    <a:pt x="953827" y="163"/>
                  </a:cubicBezTo>
                  <a:cubicBezTo>
                    <a:pt x="960177" y="-1107"/>
                    <a:pt x="967797" y="5243"/>
                    <a:pt x="974147" y="11593"/>
                  </a:cubicBezTo>
                  <a:cubicBezTo>
                    <a:pt x="983037" y="21753"/>
                    <a:pt x="986847" y="39533"/>
                    <a:pt x="991927" y="59853"/>
                  </a:cubicBezTo>
                  <a:cubicBezTo>
                    <a:pt x="1000817" y="89063"/>
                    <a:pt x="1014787" y="146213"/>
                    <a:pt x="1014787" y="172883"/>
                  </a:cubicBezTo>
                  <a:cubicBezTo>
                    <a:pt x="1013517" y="188123"/>
                    <a:pt x="1013517" y="198283"/>
                    <a:pt x="1005897" y="207173"/>
                  </a:cubicBezTo>
                  <a:cubicBezTo>
                    <a:pt x="998277" y="217333"/>
                    <a:pt x="988117" y="221143"/>
                    <a:pt x="967797" y="224953"/>
                  </a:cubicBezTo>
                  <a:cubicBezTo>
                    <a:pt x="906837" y="238923"/>
                    <a:pt x="717607" y="218603"/>
                    <a:pt x="575367" y="226223"/>
                  </a:cubicBezTo>
                  <a:cubicBezTo>
                    <a:pt x="407727" y="236383"/>
                    <a:pt x="88957" y="307503"/>
                    <a:pt x="25457" y="287183"/>
                  </a:cubicBezTo>
                  <a:cubicBezTo>
                    <a:pt x="8947" y="282103"/>
                    <a:pt x="1327" y="273213"/>
                    <a:pt x="57" y="265593"/>
                  </a:cubicBezTo>
                  <a:cubicBezTo>
                    <a:pt x="-1213" y="256703"/>
                    <a:pt x="19107" y="237653"/>
                    <a:pt x="19107" y="237653"/>
                  </a:cubicBezTo>
                </a:path>
              </a:pathLst>
            </a:custGeom>
            <a:solidFill>
              <a:srgbClr val="FFFFFF"/>
            </a:solidFill>
            <a:ln cap="sq">
              <a:noFill/>
              <a:prstDash val="solid"/>
              <a:miter/>
            </a:ln>
          </p:spPr>
        </p:sp>
      </p:grpSp>
      <p:grpSp>
        <p:nvGrpSpPr>
          <p:cNvPr id="56" name="Group 56"/>
          <p:cNvGrpSpPr/>
          <p:nvPr/>
        </p:nvGrpSpPr>
        <p:grpSpPr>
          <a:xfrm>
            <a:off x="9504738" y="5171749"/>
            <a:ext cx="282892" cy="277178"/>
            <a:chOff x="0" y="0"/>
            <a:chExt cx="377190" cy="369570"/>
          </a:xfrm>
        </p:grpSpPr>
        <p:sp>
          <p:nvSpPr>
            <p:cNvPr id="57" name="Freeform 57"/>
            <p:cNvSpPr/>
            <p:nvPr/>
          </p:nvSpPr>
          <p:spPr>
            <a:xfrm>
              <a:off x="50800" y="50663"/>
              <a:ext cx="274483" cy="266975"/>
            </a:xfrm>
            <a:custGeom>
              <a:avLst/>
              <a:gdLst/>
              <a:ahLst/>
              <a:cxnLst/>
              <a:rect l="l" t="t" r="r" b="b"/>
              <a:pathLst>
                <a:path w="274483" h="266975">
                  <a:moveTo>
                    <a:pt x="0" y="241437"/>
                  </a:moveTo>
                  <a:cubicBezTo>
                    <a:pt x="20320" y="29347"/>
                    <a:pt x="27940" y="25537"/>
                    <a:pt x="34290" y="24267"/>
                  </a:cubicBezTo>
                  <a:cubicBezTo>
                    <a:pt x="40640" y="24267"/>
                    <a:pt x="48260" y="26807"/>
                    <a:pt x="55880" y="33157"/>
                  </a:cubicBezTo>
                  <a:cubicBezTo>
                    <a:pt x="74930" y="49667"/>
                    <a:pt x="101600" y="157617"/>
                    <a:pt x="116840" y="157617"/>
                  </a:cubicBezTo>
                  <a:cubicBezTo>
                    <a:pt x="124460" y="157617"/>
                    <a:pt x="132080" y="139837"/>
                    <a:pt x="135890" y="124597"/>
                  </a:cubicBezTo>
                  <a:cubicBezTo>
                    <a:pt x="142240" y="99197"/>
                    <a:pt x="128270" y="39507"/>
                    <a:pt x="138430" y="19187"/>
                  </a:cubicBezTo>
                  <a:cubicBezTo>
                    <a:pt x="143510" y="9027"/>
                    <a:pt x="152400" y="137"/>
                    <a:pt x="160020" y="137"/>
                  </a:cubicBezTo>
                  <a:cubicBezTo>
                    <a:pt x="167640" y="-1133"/>
                    <a:pt x="180340" y="6487"/>
                    <a:pt x="187960" y="19187"/>
                  </a:cubicBezTo>
                  <a:cubicBezTo>
                    <a:pt x="203200" y="47127"/>
                    <a:pt x="175260" y="161427"/>
                    <a:pt x="199390" y="191907"/>
                  </a:cubicBezTo>
                  <a:cubicBezTo>
                    <a:pt x="214630" y="210957"/>
                    <a:pt x="262890" y="202067"/>
                    <a:pt x="270510" y="216037"/>
                  </a:cubicBezTo>
                  <a:cubicBezTo>
                    <a:pt x="276860" y="223657"/>
                    <a:pt x="274320" y="240167"/>
                    <a:pt x="267970" y="246517"/>
                  </a:cubicBezTo>
                  <a:cubicBezTo>
                    <a:pt x="262890" y="252867"/>
                    <a:pt x="246380" y="255407"/>
                    <a:pt x="238760" y="251597"/>
                  </a:cubicBezTo>
                  <a:cubicBezTo>
                    <a:pt x="231140" y="249057"/>
                    <a:pt x="224790" y="240167"/>
                    <a:pt x="224790" y="232547"/>
                  </a:cubicBezTo>
                  <a:cubicBezTo>
                    <a:pt x="223520" y="224927"/>
                    <a:pt x="232410" y="209687"/>
                    <a:pt x="240030" y="205877"/>
                  </a:cubicBezTo>
                  <a:cubicBezTo>
                    <a:pt x="245110" y="202067"/>
                    <a:pt x="257810" y="204607"/>
                    <a:pt x="262890" y="208417"/>
                  </a:cubicBezTo>
                  <a:cubicBezTo>
                    <a:pt x="269240" y="212227"/>
                    <a:pt x="275590" y="221117"/>
                    <a:pt x="274320" y="228737"/>
                  </a:cubicBezTo>
                  <a:cubicBezTo>
                    <a:pt x="274320" y="237627"/>
                    <a:pt x="260350" y="250327"/>
                    <a:pt x="248920" y="254137"/>
                  </a:cubicBezTo>
                  <a:cubicBezTo>
                    <a:pt x="234950" y="259217"/>
                    <a:pt x="210820" y="255407"/>
                    <a:pt x="195580" y="249057"/>
                  </a:cubicBezTo>
                  <a:cubicBezTo>
                    <a:pt x="181610" y="243977"/>
                    <a:pt x="170180" y="236357"/>
                    <a:pt x="161290" y="222387"/>
                  </a:cubicBezTo>
                  <a:cubicBezTo>
                    <a:pt x="147320" y="199527"/>
                    <a:pt x="140970" y="153807"/>
                    <a:pt x="137160" y="119517"/>
                  </a:cubicBezTo>
                  <a:cubicBezTo>
                    <a:pt x="133350" y="86497"/>
                    <a:pt x="129540" y="38237"/>
                    <a:pt x="138430" y="19187"/>
                  </a:cubicBezTo>
                  <a:cubicBezTo>
                    <a:pt x="142240" y="9027"/>
                    <a:pt x="152400" y="137"/>
                    <a:pt x="160020" y="137"/>
                  </a:cubicBezTo>
                  <a:cubicBezTo>
                    <a:pt x="168910" y="137"/>
                    <a:pt x="182880" y="12837"/>
                    <a:pt x="187960" y="25537"/>
                  </a:cubicBezTo>
                  <a:cubicBezTo>
                    <a:pt x="196850" y="44587"/>
                    <a:pt x="191770" y="87767"/>
                    <a:pt x="186690" y="115707"/>
                  </a:cubicBezTo>
                  <a:cubicBezTo>
                    <a:pt x="182880" y="141107"/>
                    <a:pt x="179070" y="171587"/>
                    <a:pt x="166370" y="185557"/>
                  </a:cubicBezTo>
                  <a:cubicBezTo>
                    <a:pt x="156210" y="196987"/>
                    <a:pt x="138430" y="202067"/>
                    <a:pt x="125730" y="203337"/>
                  </a:cubicBezTo>
                  <a:cubicBezTo>
                    <a:pt x="114300" y="204607"/>
                    <a:pt x="102870" y="202067"/>
                    <a:pt x="93980" y="196987"/>
                  </a:cubicBezTo>
                  <a:cubicBezTo>
                    <a:pt x="83820" y="191907"/>
                    <a:pt x="76200" y="184287"/>
                    <a:pt x="67310" y="170317"/>
                  </a:cubicBezTo>
                  <a:cubicBezTo>
                    <a:pt x="49530" y="146187"/>
                    <a:pt x="10160" y="73797"/>
                    <a:pt x="11430" y="49667"/>
                  </a:cubicBezTo>
                  <a:cubicBezTo>
                    <a:pt x="12700" y="38237"/>
                    <a:pt x="21590" y="29347"/>
                    <a:pt x="27940" y="26807"/>
                  </a:cubicBezTo>
                  <a:cubicBezTo>
                    <a:pt x="34290" y="22997"/>
                    <a:pt x="45720" y="25537"/>
                    <a:pt x="52070" y="29347"/>
                  </a:cubicBezTo>
                  <a:cubicBezTo>
                    <a:pt x="57150" y="33157"/>
                    <a:pt x="60960" y="39507"/>
                    <a:pt x="62230" y="49667"/>
                  </a:cubicBezTo>
                  <a:cubicBezTo>
                    <a:pt x="69850" y="81417"/>
                    <a:pt x="67310" y="217307"/>
                    <a:pt x="49530" y="247787"/>
                  </a:cubicBezTo>
                  <a:cubicBezTo>
                    <a:pt x="43180" y="260487"/>
                    <a:pt x="30480" y="268107"/>
                    <a:pt x="21590" y="266837"/>
                  </a:cubicBezTo>
                  <a:cubicBezTo>
                    <a:pt x="13970" y="265567"/>
                    <a:pt x="0" y="241437"/>
                    <a:pt x="0" y="241437"/>
                  </a:cubicBezTo>
                </a:path>
              </a:pathLst>
            </a:custGeom>
            <a:solidFill>
              <a:srgbClr val="FFFFFF"/>
            </a:solidFill>
            <a:ln cap="sq">
              <a:noFill/>
              <a:prstDash val="solid"/>
              <a:miter/>
            </a:ln>
          </p:spPr>
        </p:sp>
      </p:grpSp>
      <p:grpSp>
        <p:nvGrpSpPr>
          <p:cNvPr id="58" name="Group 58"/>
          <p:cNvGrpSpPr/>
          <p:nvPr/>
        </p:nvGrpSpPr>
        <p:grpSpPr>
          <a:xfrm>
            <a:off x="9730481" y="5173654"/>
            <a:ext cx="226695" cy="234315"/>
            <a:chOff x="0" y="0"/>
            <a:chExt cx="302260" cy="312420"/>
          </a:xfrm>
        </p:grpSpPr>
        <p:sp>
          <p:nvSpPr>
            <p:cNvPr id="59" name="Freeform 59"/>
            <p:cNvSpPr/>
            <p:nvPr/>
          </p:nvSpPr>
          <p:spPr>
            <a:xfrm>
              <a:off x="44855" y="50252"/>
              <a:ext cx="205642" cy="214709"/>
            </a:xfrm>
            <a:custGeom>
              <a:avLst/>
              <a:gdLst/>
              <a:ahLst/>
              <a:cxnLst/>
              <a:rect l="l" t="t" r="r" b="b"/>
              <a:pathLst>
                <a:path w="205642" h="214709">
                  <a:moveTo>
                    <a:pt x="162155" y="69128"/>
                  </a:moveTo>
                  <a:cubicBezTo>
                    <a:pt x="135485" y="48808"/>
                    <a:pt x="99925" y="42458"/>
                    <a:pt x="84685" y="47538"/>
                  </a:cubicBezTo>
                  <a:cubicBezTo>
                    <a:pt x="74525" y="51348"/>
                    <a:pt x="69445" y="57698"/>
                    <a:pt x="64365" y="67858"/>
                  </a:cubicBezTo>
                  <a:cubicBezTo>
                    <a:pt x="54205" y="86908"/>
                    <a:pt x="40235" y="146598"/>
                    <a:pt x="51665" y="159298"/>
                  </a:cubicBezTo>
                  <a:cubicBezTo>
                    <a:pt x="60555" y="168188"/>
                    <a:pt x="88495" y="150408"/>
                    <a:pt x="108815" y="151678"/>
                  </a:cubicBezTo>
                  <a:cubicBezTo>
                    <a:pt x="134215" y="151678"/>
                    <a:pt x="173585" y="156758"/>
                    <a:pt x="188825" y="164378"/>
                  </a:cubicBezTo>
                  <a:cubicBezTo>
                    <a:pt x="197715" y="169458"/>
                    <a:pt x="204065" y="175808"/>
                    <a:pt x="205335" y="182158"/>
                  </a:cubicBezTo>
                  <a:cubicBezTo>
                    <a:pt x="206605" y="189778"/>
                    <a:pt x="200255" y="206288"/>
                    <a:pt x="192635" y="210098"/>
                  </a:cubicBezTo>
                  <a:cubicBezTo>
                    <a:pt x="187555" y="215178"/>
                    <a:pt x="176125" y="215178"/>
                    <a:pt x="169775" y="211368"/>
                  </a:cubicBezTo>
                  <a:cubicBezTo>
                    <a:pt x="163425" y="208828"/>
                    <a:pt x="155805" y="198668"/>
                    <a:pt x="155805" y="192318"/>
                  </a:cubicBezTo>
                  <a:cubicBezTo>
                    <a:pt x="154535" y="185968"/>
                    <a:pt x="158345" y="174538"/>
                    <a:pt x="163425" y="169458"/>
                  </a:cubicBezTo>
                  <a:cubicBezTo>
                    <a:pt x="168505" y="165648"/>
                    <a:pt x="179935" y="161838"/>
                    <a:pt x="186285" y="164378"/>
                  </a:cubicBezTo>
                  <a:cubicBezTo>
                    <a:pt x="193905" y="166918"/>
                    <a:pt x="205335" y="179618"/>
                    <a:pt x="205335" y="187238"/>
                  </a:cubicBezTo>
                  <a:cubicBezTo>
                    <a:pt x="206605" y="194858"/>
                    <a:pt x="204065" y="205018"/>
                    <a:pt x="195175" y="208828"/>
                  </a:cubicBezTo>
                  <a:cubicBezTo>
                    <a:pt x="174855" y="221528"/>
                    <a:pt x="73255" y="211368"/>
                    <a:pt x="41505" y="199938"/>
                  </a:cubicBezTo>
                  <a:cubicBezTo>
                    <a:pt x="26265" y="193588"/>
                    <a:pt x="16105" y="188508"/>
                    <a:pt x="8485" y="175808"/>
                  </a:cubicBezTo>
                  <a:cubicBezTo>
                    <a:pt x="-1675" y="155488"/>
                    <a:pt x="-2945" y="104688"/>
                    <a:pt x="5945" y="78018"/>
                  </a:cubicBezTo>
                  <a:cubicBezTo>
                    <a:pt x="13565" y="53888"/>
                    <a:pt x="35155" y="31028"/>
                    <a:pt x="50395" y="18328"/>
                  </a:cubicBezTo>
                  <a:cubicBezTo>
                    <a:pt x="63095" y="8168"/>
                    <a:pt x="73255" y="3088"/>
                    <a:pt x="89765" y="548"/>
                  </a:cubicBezTo>
                  <a:cubicBezTo>
                    <a:pt x="113895" y="-1992"/>
                    <a:pt x="164695" y="4358"/>
                    <a:pt x="183745" y="18328"/>
                  </a:cubicBezTo>
                  <a:cubicBezTo>
                    <a:pt x="196445" y="28488"/>
                    <a:pt x="206605" y="51348"/>
                    <a:pt x="204065" y="61508"/>
                  </a:cubicBezTo>
                  <a:cubicBezTo>
                    <a:pt x="201525" y="67858"/>
                    <a:pt x="191365" y="74208"/>
                    <a:pt x="185015" y="75478"/>
                  </a:cubicBezTo>
                  <a:cubicBezTo>
                    <a:pt x="178665" y="76748"/>
                    <a:pt x="162155" y="69128"/>
                    <a:pt x="162155" y="69128"/>
                  </a:cubicBezTo>
                </a:path>
              </a:pathLst>
            </a:custGeom>
            <a:solidFill>
              <a:srgbClr val="FFFFFF"/>
            </a:solidFill>
            <a:ln cap="sq">
              <a:noFill/>
              <a:prstDash val="solid"/>
              <a:miter/>
            </a:ln>
          </p:spPr>
        </p:sp>
      </p:grpSp>
      <p:grpSp>
        <p:nvGrpSpPr>
          <p:cNvPr id="60" name="Group 60"/>
          <p:cNvGrpSpPr/>
          <p:nvPr/>
        </p:nvGrpSpPr>
        <p:grpSpPr>
          <a:xfrm>
            <a:off x="9495213" y="5427019"/>
            <a:ext cx="185738" cy="222885"/>
            <a:chOff x="0" y="0"/>
            <a:chExt cx="247650" cy="297180"/>
          </a:xfrm>
        </p:grpSpPr>
        <p:sp>
          <p:nvSpPr>
            <p:cNvPr id="61" name="Freeform 61"/>
            <p:cNvSpPr/>
            <p:nvPr/>
          </p:nvSpPr>
          <p:spPr>
            <a:xfrm>
              <a:off x="39548" y="46011"/>
              <a:ext cx="156350" cy="200567"/>
            </a:xfrm>
            <a:custGeom>
              <a:avLst/>
              <a:gdLst/>
              <a:ahLst/>
              <a:cxnLst/>
              <a:rect l="l" t="t" r="r" b="b"/>
              <a:pathLst>
                <a:path w="156350" h="200567">
                  <a:moveTo>
                    <a:pt x="60782" y="63209"/>
                  </a:moveTo>
                  <a:cubicBezTo>
                    <a:pt x="58242" y="191479"/>
                    <a:pt x="48082" y="199099"/>
                    <a:pt x="40462" y="200369"/>
                  </a:cubicBezTo>
                  <a:cubicBezTo>
                    <a:pt x="32842" y="200369"/>
                    <a:pt x="20142" y="192749"/>
                    <a:pt x="13792" y="180049"/>
                  </a:cubicBezTo>
                  <a:cubicBezTo>
                    <a:pt x="-178" y="152109"/>
                    <a:pt x="-9068" y="39079"/>
                    <a:pt x="15062" y="12409"/>
                  </a:cubicBezTo>
                  <a:cubicBezTo>
                    <a:pt x="31572" y="-5371"/>
                    <a:pt x="79832" y="-291"/>
                    <a:pt x="102692" y="4789"/>
                  </a:cubicBezTo>
                  <a:cubicBezTo>
                    <a:pt x="121742" y="8599"/>
                    <a:pt x="140792" y="18759"/>
                    <a:pt x="148412" y="30189"/>
                  </a:cubicBezTo>
                  <a:cubicBezTo>
                    <a:pt x="154762" y="37809"/>
                    <a:pt x="157302" y="49239"/>
                    <a:pt x="156032" y="58129"/>
                  </a:cubicBezTo>
                  <a:cubicBezTo>
                    <a:pt x="154762" y="67019"/>
                    <a:pt x="150952" y="77179"/>
                    <a:pt x="142062" y="84799"/>
                  </a:cubicBezTo>
                  <a:cubicBezTo>
                    <a:pt x="129362" y="96229"/>
                    <a:pt x="89992" y="110199"/>
                    <a:pt x="73482" y="107659"/>
                  </a:cubicBezTo>
                  <a:cubicBezTo>
                    <a:pt x="62052" y="105119"/>
                    <a:pt x="51892" y="96229"/>
                    <a:pt x="48082" y="88609"/>
                  </a:cubicBezTo>
                  <a:cubicBezTo>
                    <a:pt x="45542" y="82259"/>
                    <a:pt x="49352" y="70829"/>
                    <a:pt x="53162" y="65749"/>
                  </a:cubicBezTo>
                  <a:cubicBezTo>
                    <a:pt x="58242" y="60669"/>
                    <a:pt x="68402" y="55589"/>
                    <a:pt x="74752" y="56859"/>
                  </a:cubicBezTo>
                  <a:cubicBezTo>
                    <a:pt x="82372" y="56859"/>
                    <a:pt x="91262" y="63209"/>
                    <a:pt x="95072" y="69559"/>
                  </a:cubicBezTo>
                  <a:cubicBezTo>
                    <a:pt x="98882" y="75909"/>
                    <a:pt x="98882" y="87339"/>
                    <a:pt x="95072" y="93689"/>
                  </a:cubicBezTo>
                  <a:cubicBezTo>
                    <a:pt x="92532" y="100039"/>
                    <a:pt x="83642" y="106389"/>
                    <a:pt x="76022" y="107659"/>
                  </a:cubicBezTo>
                  <a:cubicBezTo>
                    <a:pt x="68402" y="107659"/>
                    <a:pt x="53162" y="98769"/>
                    <a:pt x="49352" y="91149"/>
                  </a:cubicBezTo>
                  <a:cubicBezTo>
                    <a:pt x="46812" y="83529"/>
                    <a:pt x="49352" y="67019"/>
                    <a:pt x="56972" y="61939"/>
                  </a:cubicBezTo>
                  <a:cubicBezTo>
                    <a:pt x="67132" y="54319"/>
                    <a:pt x="116662" y="64479"/>
                    <a:pt x="116662" y="63209"/>
                  </a:cubicBezTo>
                  <a:cubicBezTo>
                    <a:pt x="116662" y="61939"/>
                    <a:pt x="65862" y="42889"/>
                    <a:pt x="54432" y="53049"/>
                  </a:cubicBezTo>
                  <a:cubicBezTo>
                    <a:pt x="39192" y="67019"/>
                    <a:pt x="72212" y="150839"/>
                    <a:pt x="63322" y="174969"/>
                  </a:cubicBezTo>
                  <a:cubicBezTo>
                    <a:pt x="59512" y="187669"/>
                    <a:pt x="49352" y="197829"/>
                    <a:pt x="40462" y="200369"/>
                  </a:cubicBezTo>
                  <a:cubicBezTo>
                    <a:pt x="34112" y="201639"/>
                    <a:pt x="23952" y="196559"/>
                    <a:pt x="18872" y="191479"/>
                  </a:cubicBezTo>
                  <a:cubicBezTo>
                    <a:pt x="13792" y="185129"/>
                    <a:pt x="12522" y="177509"/>
                    <a:pt x="11252" y="166079"/>
                  </a:cubicBezTo>
                  <a:cubicBezTo>
                    <a:pt x="7442" y="143219"/>
                    <a:pt x="-178" y="77179"/>
                    <a:pt x="11252" y="56859"/>
                  </a:cubicBezTo>
                  <a:cubicBezTo>
                    <a:pt x="17602" y="45429"/>
                    <a:pt x="30302" y="36539"/>
                    <a:pt x="39192" y="37809"/>
                  </a:cubicBezTo>
                  <a:cubicBezTo>
                    <a:pt x="46812" y="39079"/>
                    <a:pt x="60782" y="63209"/>
                    <a:pt x="60782" y="63209"/>
                  </a:cubicBezTo>
                </a:path>
              </a:pathLst>
            </a:custGeom>
            <a:solidFill>
              <a:srgbClr val="FFFFFF"/>
            </a:solidFill>
            <a:ln cap="sq">
              <a:noFill/>
              <a:prstDash val="solid"/>
              <a:miter/>
            </a:ln>
          </p:spPr>
        </p:sp>
      </p:grpSp>
      <p:grpSp>
        <p:nvGrpSpPr>
          <p:cNvPr id="62" name="Group 62"/>
          <p:cNvGrpSpPr/>
          <p:nvPr/>
        </p:nvGrpSpPr>
        <p:grpSpPr>
          <a:xfrm>
            <a:off x="9657138" y="5457499"/>
            <a:ext cx="116205" cy="172402"/>
            <a:chOff x="0" y="0"/>
            <a:chExt cx="154940" cy="229870"/>
          </a:xfrm>
        </p:grpSpPr>
        <p:sp>
          <p:nvSpPr>
            <p:cNvPr id="63" name="Freeform 63"/>
            <p:cNvSpPr/>
            <p:nvPr/>
          </p:nvSpPr>
          <p:spPr>
            <a:xfrm>
              <a:off x="46514" y="50800"/>
              <a:ext cx="56478" cy="127116"/>
            </a:xfrm>
            <a:custGeom>
              <a:avLst/>
              <a:gdLst/>
              <a:ahLst/>
              <a:cxnLst/>
              <a:rect l="l" t="t" r="r" b="b"/>
              <a:pathLst>
                <a:path w="56478" h="127116">
                  <a:moveTo>
                    <a:pt x="55086" y="25400"/>
                  </a:moveTo>
                  <a:cubicBezTo>
                    <a:pt x="50006" y="120650"/>
                    <a:pt x="38576" y="128270"/>
                    <a:pt x="29686" y="127000"/>
                  </a:cubicBezTo>
                  <a:cubicBezTo>
                    <a:pt x="22066" y="127000"/>
                    <a:pt x="9366" y="115570"/>
                    <a:pt x="6826" y="107950"/>
                  </a:cubicBezTo>
                  <a:cubicBezTo>
                    <a:pt x="4286" y="100330"/>
                    <a:pt x="8096" y="90170"/>
                    <a:pt x="13176" y="85090"/>
                  </a:cubicBezTo>
                  <a:cubicBezTo>
                    <a:pt x="18256" y="80010"/>
                    <a:pt x="28416" y="74930"/>
                    <a:pt x="36036" y="77470"/>
                  </a:cubicBezTo>
                  <a:cubicBezTo>
                    <a:pt x="43656" y="78740"/>
                    <a:pt x="56356" y="91440"/>
                    <a:pt x="56356" y="99060"/>
                  </a:cubicBezTo>
                  <a:cubicBezTo>
                    <a:pt x="57626" y="107950"/>
                    <a:pt x="48736" y="123190"/>
                    <a:pt x="41116" y="125730"/>
                  </a:cubicBezTo>
                  <a:cubicBezTo>
                    <a:pt x="33496" y="128270"/>
                    <a:pt x="18256" y="125730"/>
                    <a:pt x="11906" y="118110"/>
                  </a:cubicBezTo>
                  <a:cubicBezTo>
                    <a:pt x="-794" y="102870"/>
                    <a:pt x="-3334" y="45720"/>
                    <a:pt x="4286" y="25400"/>
                  </a:cubicBezTo>
                  <a:cubicBezTo>
                    <a:pt x="8096" y="13970"/>
                    <a:pt x="18256" y="1270"/>
                    <a:pt x="25876" y="0"/>
                  </a:cubicBezTo>
                  <a:cubicBezTo>
                    <a:pt x="34766" y="0"/>
                    <a:pt x="55086" y="25400"/>
                    <a:pt x="55086" y="25400"/>
                  </a:cubicBezTo>
                </a:path>
              </a:pathLst>
            </a:custGeom>
            <a:solidFill>
              <a:srgbClr val="FFFFFF"/>
            </a:solidFill>
            <a:ln cap="sq">
              <a:noFill/>
              <a:prstDash val="solid"/>
              <a:miter/>
            </a:ln>
          </p:spPr>
        </p:sp>
      </p:grpSp>
      <p:grpSp>
        <p:nvGrpSpPr>
          <p:cNvPr id="64" name="Group 64"/>
          <p:cNvGrpSpPr/>
          <p:nvPr/>
        </p:nvGrpSpPr>
        <p:grpSpPr>
          <a:xfrm>
            <a:off x="9659043" y="5398444"/>
            <a:ext cx="111442" cy="108585"/>
            <a:chOff x="0" y="0"/>
            <a:chExt cx="148590" cy="144780"/>
          </a:xfrm>
        </p:grpSpPr>
        <p:sp>
          <p:nvSpPr>
            <p:cNvPr id="65" name="Freeform 65"/>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sp>
      </p:grpSp>
      <p:grpSp>
        <p:nvGrpSpPr>
          <p:cNvPr id="66" name="Group 66"/>
          <p:cNvGrpSpPr/>
          <p:nvPr/>
        </p:nvGrpSpPr>
        <p:grpSpPr>
          <a:xfrm>
            <a:off x="9790488" y="5430829"/>
            <a:ext cx="178117" cy="206692"/>
            <a:chOff x="0" y="0"/>
            <a:chExt cx="237490" cy="275590"/>
          </a:xfrm>
        </p:grpSpPr>
        <p:sp>
          <p:nvSpPr>
            <p:cNvPr id="67" name="Freeform 67"/>
            <p:cNvSpPr/>
            <p:nvPr/>
          </p:nvSpPr>
          <p:spPr>
            <a:xfrm>
              <a:off x="45075" y="50040"/>
              <a:ext cx="142052" cy="175061"/>
            </a:xfrm>
            <a:custGeom>
              <a:avLst/>
              <a:gdLst/>
              <a:ahLst/>
              <a:cxnLst/>
              <a:rect l="l" t="t" r="r" b="b"/>
              <a:pathLst>
                <a:path w="142052" h="175061">
                  <a:moveTo>
                    <a:pt x="53985" y="56640"/>
                  </a:moveTo>
                  <a:cubicBezTo>
                    <a:pt x="50175" y="169670"/>
                    <a:pt x="41285" y="173480"/>
                    <a:pt x="34935" y="174750"/>
                  </a:cubicBezTo>
                  <a:cubicBezTo>
                    <a:pt x="27315" y="176020"/>
                    <a:pt x="18425" y="173480"/>
                    <a:pt x="12075" y="165860"/>
                  </a:cubicBezTo>
                  <a:cubicBezTo>
                    <a:pt x="1915" y="151890"/>
                    <a:pt x="645" y="92200"/>
                    <a:pt x="5725" y="64260"/>
                  </a:cubicBezTo>
                  <a:cubicBezTo>
                    <a:pt x="10805" y="45210"/>
                    <a:pt x="20965" y="26160"/>
                    <a:pt x="31125" y="16000"/>
                  </a:cubicBezTo>
                  <a:cubicBezTo>
                    <a:pt x="38745" y="8380"/>
                    <a:pt x="47635" y="3300"/>
                    <a:pt x="56525" y="760"/>
                  </a:cubicBezTo>
                  <a:cubicBezTo>
                    <a:pt x="65415" y="-510"/>
                    <a:pt x="74305" y="-510"/>
                    <a:pt x="83195" y="3300"/>
                  </a:cubicBezTo>
                  <a:cubicBezTo>
                    <a:pt x="95895" y="9650"/>
                    <a:pt x="113675" y="29970"/>
                    <a:pt x="123835" y="49020"/>
                  </a:cubicBezTo>
                  <a:cubicBezTo>
                    <a:pt x="135265" y="71880"/>
                    <a:pt x="144155" y="116330"/>
                    <a:pt x="141615" y="134110"/>
                  </a:cubicBezTo>
                  <a:cubicBezTo>
                    <a:pt x="140345" y="144270"/>
                    <a:pt x="137805" y="151890"/>
                    <a:pt x="131455" y="155700"/>
                  </a:cubicBezTo>
                  <a:cubicBezTo>
                    <a:pt x="123835" y="160780"/>
                    <a:pt x="107325" y="160780"/>
                    <a:pt x="100975" y="155700"/>
                  </a:cubicBezTo>
                  <a:cubicBezTo>
                    <a:pt x="94625" y="151890"/>
                    <a:pt x="89545" y="141730"/>
                    <a:pt x="90815" y="134110"/>
                  </a:cubicBezTo>
                  <a:cubicBezTo>
                    <a:pt x="90815" y="127760"/>
                    <a:pt x="95895" y="116330"/>
                    <a:pt x="103515" y="113790"/>
                  </a:cubicBezTo>
                  <a:cubicBezTo>
                    <a:pt x="111135" y="111250"/>
                    <a:pt x="133995" y="116330"/>
                    <a:pt x="139075" y="123950"/>
                  </a:cubicBezTo>
                  <a:cubicBezTo>
                    <a:pt x="142885" y="130300"/>
                    <a:pt x="139075" y="149350"/>
                    <a:pt x="132725" y="154430"/>
                  </a:cubicBezTo>
                  <a:cubicBezTo>
                    <a:pt x="127645" y="159510"/>
                    <a:pt x="111135" y="163320"/>
                    <a:pt x="102245" y="156970"/>
                  </a:cubicBezTo>
                  <a:cubicBezTo>
                    <a:pt x="89545" y="149350"/>
                    <a:pt x="92085" y="97280"/>
                    <a:pt x="80655" y="82040"/>
                  </a:cubicBezTo>
                  <a:cubicBezTo>
                    <a:pt x="74305" y="73150"/>
                    <a:pt x="62875" y="61720"/>
                    <a:pt x="56525" y="64260"/>
                  </a:cubicBezTo>
                  <a:cubicBezTo>
                    <a:pt x="47635" y="69340"/>
                    <a:pt x="62875" y="144270"/>
                    <a:pt x="53985" y="160780"/>
                  </a:cubicBezTo>
                  <a:cubicBezTo>
                    <a:pt x="50175" y="169670"/>
                    <a:pt x="41285" y="173480"/>
                    <a:pt x="34935" y="174750"/>
                  </a:cubicBezTo>
                  <a:cubicBezTo>
                    <a:pt x="27315" y="176020"/>
                    <a:pt x="18425" y="173480"/>
                    <a:pt x="12075" y="165860"/>
                  </a:cubicBezTo>
                  <a:cubicBezTo>
                    <a:pt x="645" y="149350"/>
                    <a:pt x="-5705" y="64260"/>
                    <a:pt x="6995" y="45210"/>
                  </a:cubicBezTo>
                  <a:cubicBezTo>
                    <a:pt x="13345" y="35050"/>
                    <a:pt x="29855" y="29970"/>
                    <a:pt x="37475" y="32510"/>
                  </a:cubicBezTo>
                  <a:cubicBezTo>
                    <a:pt x="45095" y="35050"/>
                    <a:pt x="53985" y="56640"/>
                    <a:pt x="53985" y="56640"/>
                  </a:cubicBezTo>
                </a:path>
              </a:pathLst>
            </a:custGeom>
            <a:solidFill>
              <a:srgbClr val="FFFFFF"/>
            </a:solidFill>
            <a:ln cap="sq">
              <a:noFill/>
              <a:prstDash val="solid"/>
              <a:miter/>
            </a:ln>
          </p:spPr>
        </p:sp>
      </p:grpSp>
      <p:grpSp>
        <p:nvGrpSpPr>
          <p:cNvPr id="68" name="Group 68"/>
          <p:cNvGrpSpPr/>
          <p:nvPr/>
        </p:nvGrpSpPr>
        <p:grpSpPr>
          <a:xfrm rot="-10800000">
            <a:off x="10230624" y="5251309"/>
            <a:ext cx="870585" cy="314325"/>
            <a:chOff x="0" y="0"/>
            <a:chExt cx="1160780" cy="419100"/>
          </a:xfrm>
        </p:grpSpPr>
        <p:sp>
          <p:nvSpPr>
            <p:cNvPr id="69" name="Freeform 69"/>
            <p:cNvSpPr/>
            <p:nvPr/>
          </p:nvSpPr>
          <p:spPr>
            <a:xfrm>
              <a:off x="49030" y="50227"/>
              <a:ext cx="1059839" cy="317677"/>
            </a:xfrm>
            <a:custGeom>
              <a:avLst/>
              <a:gdLst/>
              <a:ahLst/>
              <a:cxnLst/>
              <a:rect l="l" t="t" r="r" b="b"/>
              <a:pathLst>
                <a:path w="1059839" h="317677">
                  <a:moveTo>
                    <a:pt x="1034280" y="206313"/>
                  </a:moveTo>
                  <a:cubicBezTo>
                    <a:pt x="48760" y="188533"/>
                    <a:pt x="46220" y="184723"/>
                    <a:pt x="43680" y="177103"/>
                  </a:cubicBezTo>
                  <a:cubicBezTo>
                    <a:pt x="41140" y="170753"/>
                    <a:pt x="41140" y="164403"/>
                    <a:pt x="46220" y="154243"/>
                  </a:cubicBezTo>
                  <a:cubicBezTo>
                    <a:pt x="61460" y="123763"/>
                    <a:pt x="175760" y="4383"/>
                    <a:pt x="204970" y="573"/>
                  </a:cubicBezTo>
                  <a:cubicBezTo>
                    <a:pt x="213860" y="-1967"/>
                    <a:pt x="221480" y="4383"/>
                    <a:pt x="225290" y="10733"/>
                  </a:cubicBezTo>
                  <a:cubicBezTo>
                    <a:pt x="230370" y="17083"/>
                    <a:pt x="230370" y="27243"/>
                    <a:pt x="226560" y="38673"/>
                  </a:cubicBezTo>
                  <a:cubicBezTo>
                    <a:pt x="216400" y="69153"/>
                    <a:pt x="146550" y="139003"/>
                    <a:pt x="109720" y="175833"/>
                  </a:cubicBezTo>
                  <a:cubicBezTo>
                    <a:pt x="84320" y="201233"/>
                    <a:pt x="56380" y="235523"/>
                    <a:pt x="36060" y="239333"/>
                  </a:cubicBezTo>
                  <a:cubicBezTo>
                    <a:pt x="23360" y="240603"/>
                    <a:pt x="5580" y="229173"/>
                    <a:pt x="1770" y="221553"/>
                  </a:cubicBezTo>
                  <a:cubicBezTo>
                    <a:pt x="-770" y="216473"/>
                    <a:pt x="-770" y="208853"/>
                    <a:pt x="3040" y="203773"/>
                  </a:cubicBezTo>
                  <a:cubicBezTo>
                    <a:pt x="11930" y="194883"/>
                    <a:pt x="47490" y="192343"/>
                    <a:pt x="75430" y="193613"/>
                  </a:cubicBezTo>
                  <a:cubicBezTo>
                    <a:pt x="113530" y="193613"/>
                    <a:pt x="177030" y="205043"/>
                    <a:pt x="210050" y="220283"/>
                  </a:cubicBezTo>
                  <a:cubicBezTo>
                    <a:pt x="231640" y="230443"/>
                    <a:pt x="249420" y="244413"/>
                    <a:pt x="258310" y="258383"/>
                  </a:cubicBezTo>
                  <a:cubicBezTo>
                    <a:pt x="264660" y="267273"/>
                    <a:pt x="269740" y="282513"/>
                    <a:pt x="265930" y="287593"/>
                  </a:cubicBezTo>
                  <a:cubicBezTo>
                    <a:pt x="260850" y="293943"/>
                    <a:pt x="239260" y="296483"/>
                    <a:pt x="231640" y="288863"/>
                  </a:cubicBezTo>
                  <a:cubicBezTo>
                    <a:pt x="208780" y="266003"/>
                    <a:pt x="222750" y="79313"/>
                    <a:pt x="232910" y="43753"/>
                  </a:cubicBezTo>
                  <a:cubicBezTo>
                    <a:pt x="235450" y="32323"/>
                    <a:pt x="237990" y="25973"/>
                    <a:pt x="243070" y="22163"/>
                  </a:cubicBezTo>
                  <a:cubicBezTo>
                    <a:pt x="249420" y="18353"/>
                    <a:pt x="260850" y="17083"/>
                    <a:pt x="267200" y="19623"/>
                  </a:cubicBezTo>
                  <a:cubicBezTo>
                    <a:pt x="273550" y="22163"/>
                    <a:pt x="281170" y="31053"/>
                    <a:pt x="282440" y="37403"/>
                  </a:cubicBezTo>
                  <a:cubicBezTo>
                    <a:pt x="283710" y="46293"/>
                    <a:pt x="276090" y="61533"/>
                    <a:pt x="269740" y="65343"/>
                  </a:cubicBezTo>
                  <a:cubicBezTo>
                    <a:pt x="263390" y="69153"/>
                    <a:pt x="251960" y="69153"/>
                    <a:pt x="245610" y="65343"/>
                  </a:cubicBezTo>
                  <a:cubicBezTo>
                    <a:pt x="239260" y="62803"/>
                    <a:pt x="231640" y="52643"/>
                    <a:pt x="232910" y="46293"/>
                  </a:cubicBezTo>
                  <a:cubicBezTo>
                    <a:pt x="232910" y="37403"/>
                    <a:pt x="248150" y="18353"/>
                    <a:pt x="255770" y="18353"/>
                  </a:cubicBezTo>
                  <a:cubicBezTo>
                    <a:pt x="264660" y="17083"/>
                    <a:pt x="277360" y="28513"/>
                    <a:pt x="283710" y="43753"/>
                  </a:cubicBezTo>
                  <a:cubicBezTo>
                    <a:pt x="300220" y="84393"/>
                    <a:pt x="301490" y="302833"/>
                    <a:pt x="272280" y="316803"/>
                  </a:cubicBezTo>
                  <a:cubicBezTo>
                    <a:pt x="257040" y="324423"/>
                    <a:pt x="231640" y="279973"/>
                    <a:pt x="201160" y="268543"/>
                  </a:cubicBezTo>
                  <a:cubicBezTo>
                    <a:pt x="155440" y="249493"/>
                    <a:pt x="19550" y="249493"/>
                    <a:pt x="18280" y="239333"/>
                  </a:cubicBezTo>
                  <a:cubicBezTo>
                    <a:pt x="18280" y="235523"/>
                    <a:pt x="48760" y="225363"/>
                    <a:pt x="48760" y="226633"/>
                  </a:cubicBezTo>
                  <a:cubicBezTo>
                    <a:pt x="48760" y="226633"/>
                    <a:pt x="32250" y="241873"/>
                    <a:pt x="23360" y="240603"/>
                  </a:cubicBezTo>
                  <a:cubicBezTo>
                    <a:pt x="15740" y="239333"/>
                    <a:pt x="4310" y="229173"/>
                    <a:pt x="1770" y="221553"/>
                  </a:cubicBezTo>
                  <a:cubicBezTo>
                    <a:pt x="-770" y="216473"/>
                    <a:pt x="-770" y="212663"/>
                    <a:pt x="3040" y="203773"/>
                  </a:cubicBezTo>
                  <a:cubicBezTo>
                    <a:pt x="18280" y="172023"/>
                    <a:pt x="170680" y="5653"/>
                    <a:pt x="204970" y="573"/>
                  </a:cubicBezTo>
                  <a:cubicBezTo>
                    <a:pt x="213860" y="-1967"/>
                    <a:pt x="221480" y="4383"/>
                    <a:pt x="225290" y="10733"/>
                  </a:cubicBezTo>
                  <a:cubicBezTo>
                    <a:pt x="230370" y="17083"/>
                    <a:pt x="230370" y="27243"/>
                    <a:pt x="226560" y="38673"/>
                  </a:cubicBezTo>
                  <a:cubicBezTo>
                    <a:pt x="216400" y="67883"/>
                    <a:pt x="146550" y="141543"/>
                    <a:pt x="114800" y="165673"/>
                  </a:cubicBezTo>
                  <a:cubicBezTo>
                    <a:pt x="94480" y="180913"/>
                    <a:pt x="72890" y="196153"/>
                    <a:pt x="61460" y="193613"/>
                  </a:cubicBezTo>
                  <a:cubicBezTo>
                    <a:pt x="51300" y="191073"/>
                    <a:pt x="41140" y="173293"/>
                    <a:pt x="42410" y="165673"/>
                  </a:cubicBezTo>
                  <a:cubicBezTo>
                    <a:pt x="42410" y="156783"/>
                    <a:pt x="51300" y="149163"/>
                    <a:pt x="66540" y="142813"/>
                  </a:cubicBezTo>
                  <a:cubicBezTo>
                    <a:pt x="127500" y="119953"/>
                    <a:pt x="467860" y="136463"/>
                    <a:pt x="566920" y="142813"/>
                  </a:cubicBezTo>
                  <a:cubicBezTo>
                    <a:pt x="610100" y="146623"/>
                    <a:pt x="617720" y="152973"/>
                    <a:pt x="658360" y="155513"/>
                  </a:cubicBezTo>
                  <a:cubicBezTo>
                    <a:pt x="742180" y="161863"/>
                    <a:pt x="994910" y="132653"/>
                    <a:pt x="1040630" y="156783"/>
                  </a:cubicBezTo>
                  <a:cubicBezTo>
                    <a:pt x="1054600" y="163133"/>
                    <a:pt x="1060950" y="175833"/>
                    <a:pt x="1059680" y="183453"/>
                  </a:cubicBezTo>
                  <a:cubicBezTo>
                    <a:pt x="1058410" y="192343"/>
                    <a:pt x="1034280" y="206313"/>
                    <a:pt x="1034280" y="206313"/>
                  </a:cubicBezTo>
                </a:path>
              </a:pathLst>
            </a:custGeom>
            <a:solidFill>
              <a:srgbClr val="FFFFFF"/>
            </a:solidFill>
            <a:ln cap="sq">
              <a:noFill/>
              <a:prstDash val="solid"/>
              <a:miter/>
            </a:ln>
          </p:spPr>
        </p:sp>
      </p:grpSp>
      <p:grpSp>
        <p:nvGrpSpPr>
          <p:cNvPr id="70" name="Group 70"/>
          <p:cNvGrpSpPr/>
          <p:nvPr/>
        </p:nvGrpSpPr>
        <p:grpSpPr>
          <a:xfrm rot="-10800000">
            <a:off x="10829747" y="5297029"/>
            <a:ext cx="210503" cy="257175"/>
            <a:chOff x="0" y="0"/>
            <a:chExt cx="280670" cy="342900"/>
          </a:xfrm>
        </p:grpSpPr>
        <p:sp>
          <p:nvSpPr>
            <p:cNvPr id="71" name="Freeform 71"/>
            <p:cNvSpPr/>
            <p:nvPr/>
          </p:nvSpPr>
          <p:spPr>
            <a:xfrm>
              <a:off x="50800" y="50800"/>
              <a:ext cx="179320" cy="242754"/>
            </a:xfrm>
            <a:custGeom>
              <a:avLst/>
              <a:gdLst/>
              <a:ahLst/>
              <a:cxnLst/>
              <a:rect l="l" t="t" r="r" b="b"/>
              <a:pathLst>
                <a:path w="179320" h="242754">
                  <a:moveTo>
                    <a:pt x="176530" y="35560"/>
                  </a:moveTo>
                  <a:cubicBezTo>
                    <a:pt x="99060" y="96520"/>
                    <a:pt x="93980" y="80010"/>
                    <a:pt x="93980" y="72390"/>
                  </a:cubicBezTo>
                  <a:cubicBezTo>
                    <a:pt x="93980" y="63500"/>
                    <a:pt x="99060" y="52070"/>
                    <a:pt x="105410" y="48260"/>
                  </a:cubicBezTo>
                  <a:cubicBezTo>
                    <a:pt x="111760" y="43180"/>
                    <a:pt x="128270" y="41910"/>
                    <a:pt x="134620" y="45720"/>
                  </a:cubicBezTo>
                  <a:cubicBezTo>
                    <a:pt x="140970" y="50800"/>
                    <a:pt x="148590" y="69850"/>
                    <a:pt x="144780" y="78740"/>
                  </a:cubicBezTo>
                  <a:cubicBezTo>
                    <a:pt x="138430" y="90170"/>
                    <a:pt x="92710" y="110490"/>
                    <a:pt x="83820" y="105410"/>
                  </a:cubicBezTo>
                  <a:cubicBezTo>
                    <a:pt x="78740" y="101600"/>
                    <a:pt x="86360" y="83820"/>
                    <a:pt x="81280" y="77470"/>
                  </a:cubicBezTo>
                  <a:cubicBezTo>
                    <a:pt x="76200" y="71120"/>
                    <a:pt x="52070" y="73660"/>
                    <a:pt x="50800" y="68580"/>
                  </a:cubicBezTo>
                  <a:cubicBezTo>
                    <a:pt x="49530" y="60960"/>
                    <a:pt x="85090" y="33020"/>
                    <a:pt x="97790" y="33020"/>
                  </a:cubicBezTo>
                  <a:cubicBezTo>
                    <a:pt x="107950" y="33020"/>
                    <a:pt x="121920" y="44450"/>
                    <a:pt x="124460" y="54610"/>
                  </a:cubicBezTo>
                  <a:cubicBezTo>
                    <a:pt x="127000" y="73660"/>
                    <a:pt x="80010" y="139700"/>
                    <a:pt x="80010" y="139700"/>
                  </a:cubicBezTo>
                  <a:cubicBezTo>
                    <a:pt x="80010" y="138430"/>
                    <a:pt x="85090" y="119380"/>
                    <a:pt x="93980" y="111760"/>
                  </a:cubicBezTo>
                  <a:cubicBezTo>
                    <a:pt x="105410" y="99060"/>
                    <a:pt x="139700" y="81280"/>
                    <a:pt x="154940" y="83820"/>
                  </a:cubicBezTo>
                  <a:cubicBezTo>
                    <a:pt x="165100" y="85090"/>
                    <a:pt x="177800" y="97790"/>
                    <a:pt x="179070" y="106680"/>
                  </a:cubicBezTo>
                  <a:cubicBezTo>
                    <a:pt x="180340" y="114300"/>
                    <a:pt x="175260" y="123190"/>
                    <a:pt x="166370" y="132080"/>
                  </a:cubicBezTo>
                  <a:cubicBezTo>
                    <a:pt x="144780" y="151130"/>
                    <a:pt x="52070" y="187960"/>
                    <a:pt x="26670" y="186690"/>
                  </a:cubicBezTo>
                  <a:cubicBezTo>
                    <a:pt x="16510" y="185420"/>
                    <a:pt x="8890" y="181610"/>
                    <a:pt x="5080" y="176530"/>
                  </a:cubicBezTo>
                  <a:cubicBezTo>
                    <a:pt x="1270" y="170180"/>
                    <a:pt x="-1270" y="158750"/>
                    <a:pt x="1270" y="152400"/>
                  </a:cubicBezTo>
                  <a:cubicBezTo>
                    <a:pt x="6350" y="143510"/>
                    <a:pt x="24130" y="135890"/>
                    <a:pt x="38100" y="134620"/>
                  </a:cubicBezTo>
                  <a:cubicBezTo>
                    <a:pt x="59690" y="130810"/>
                    <a:pt x="104140" y="137160"/>
                    <a:pt x="119380" y="147320"/>
                  </a:cubicBezTo>
                  <a:cubicBezTo>
                    <a:pt x="128270" y="152400"/>
                    <a:pt x="134620" y="161290"/>
                    <a:pt x="134620" y="168910"/>
                  </a:cubicBezTo>
                  <a:cubicBezTo>
                    <a:pt x="134620" y="177800"/>
                    <a:pt x="123190" y="193040"/>
                    <a:pt x="114300" y="199390"/>
                  </a:cubicBezTo>
                  <a:cubicBezTo>
                    <a:pt x="105410" y="204470"/>
                    <a:pt x="93980" y="209550"/>
                    <a:pt x="85090" y="207010"/>
                  </a:cubicBezTo>
                  <a:cubicBezTo>
                    <a:pt x="77470" y="205740"/>
                    <a:pt x="66040" y="194310"/>
                    <a:pt x="63500" y="187960"/>
                  </a:cubicBezTo>
                  <a:cubicBezTo>
                    <a:pt x="62230" y="181610"/>
                    <a:pt x="62230" y="173990"/>
                    <a:pt x="67310" y="170180"/>
                  </a:cubicBezTo>
                  <a:cubicBezTo>
                    <a:pt x="76200" y="160020"/>
                    <a:pt x="123190" y="151130"/>
                    <a:pt x="137160" y="157480"/>
                  </a:cubicBezTo>
                  <a:cubicBezTo>
                    <a:pt x="148590" y="162560"/>
                    <a:pt x="157480" y="177800"/>
                    <a:pt x="157480" y="185420"/>
                  </a:cubicBezTo>
                  <a:cubicBezTo>
                    <a:pt x="156210" y="193040"/>
                    <a:pt x="146050" y="205740"/>
                    <a:pt x="137160" y="207010"/>
                  </a:cubicBezTo>
                  <a:cubicBezTo>
                    <a:pt x="127000" y="209550"/>
                    <a:pt x="105410" y="199390"/>
                    <a:pt x="97790" y="191770"/>
                  </a:cubicBezTo>
                  <a:cubicBezTo>
                    <a:pt x="92710" y="184150"/>
                    <a:pt x="92710" y="173990"/>
                    <a:pt x="92710" y="163830"/>
                  </a:cubicBezTo>
                  <a:cubicBezTo>
                    <a:pt x="91440" y="151130"/>
                    <a:pt x="88900" y="129540"/>
                    <a:pt x="95250" y="119380"/>
                  </a:cubicBezTo>
                  <a:cubicBezTo>
                    <a:pt x="101600" y="111760"/>
                    <a:pt x="118110" y="105410"/>
                    <a:pt x="127000" y="107950"/>
                  </a:cubicBezTo>
                  <a:cubicBezTo>
                    <a:pt x="133350" y="109220"/>
                    <a:pt x="138430" y="116840"/>
                    <a:pt x="142240" y="125730"/>
                  </a:cubicBezTo>
                  <a:cubicBezTo>
                    <a:pt x="151130" y="142240"/>
                    <a:pt x="167640" y="199390"/>
                    <a:pt x="158750" y="209550"/>
                  </a:cubicBezTo>
                  <a:cubicBezTo>
                    <a:pt x="152400" y="215900"/>
                    <a:pt x="130810" y="213360"/>
                    <a:pt x="120650" y="204470"/>
                  </a:cubicBezTo>
                  <a:cubicBezTo>
                    <a:pt x="106680" y="191770"/>
                    <a:pt x="90170" y="130810"/>
                    <a:pt x="99060" y="115570"/>
                  </a:cubicBezTo>
                  <a:cubicBezTo>
                    <a:pt x="105410" y="104140"/>
                    <a:pt x="140970" y="102870"/>
                    <a:pt x="140970" y="101600"/>
                  </a:cubicBezTo>
                  <a:cubicBezTo>
                    <a:pt x="140970" y="99060"/>
                    <a:pt x="114300" y="101600"/>
                    <a:pt x="114300" y="102870"/>
                  </a:cubicBezTo>
                  <a:cubicBezTo>
                    <a:pt x="114300" y="102870"/>
                    <a:pt x="142240" y="101600"/>
                    <a:pt x="143510" y="106680"/>
                  </a:cubicBezTo>
                  <a:cubicBezTo>
                    <a:pt x="146050" y="113030"/>
                    <a:pt x="113030" y="144780"/>
                    <a:pt x="102870" y="143510"/>
                  </a:cubicBezTo>
                  <a:cubicBezTo>
                    <a:pt x="92710" y="143510"/>
                    <a:pt x="78740" y="124460"/>
                    <a:pt x="80010" y="115570"/>
                  </a:cubicBezTo>
                  <a:cubicBezTo>
                    <a:pt x="81280" y="106680"/>
                    <a:pt x="107950" y="90170"/>
                    <a:pt x="118110" y="90170"/>
                  </a:cubicBezTo>
                  <a:cubicBezTo>
                    <a:pt x="125730" y="90170"/>
                    <a:pt x="134620" y="99060"/>
                    <a:pt x="137160" y="105410"/>
                  </a:cubicBezTo>
                  <a:cubicBezTo>
                    <a:pt x="139700" y="113030"/>
                    <a:pt x="135890" y="128270"/>
                    <a:pt x="130810" y="133350"/>
                  </a:cubicBezTo>
                  <a:cubicBezTo>
                    <a:pt x="125730" y="138430"/>
                    <a:pt x="113030" y="132080"/>
                    <a:pt x="104140" y="135890"/>
                  </a:cubicBezTo>
                  <a:cubicBezTo>
                    <a:pt x="91440" y="143510"/>
                    <a:pt x="74930" y="182880"/>
                    <a:pt x="62230" y="184150"/>
                  </a:cubicBezTo>
                  <a:cubicBezTo>
                    <a:pt x="54610" y="185420"/>
                    <a:pt x="40640" y="173990"/>
                    <a:pt x="40640" y="168910"/>
                  </a:cubicBezTo>
                  <a:cubicBezTo>
                    <a:pt x="41910" y="161290"/>
                    <a:pt x="99060" y="140970"/>
                    <a:pt x="115570" y="144780"/>
                  </a:cubicBezTo>
                  <a:cubicBezTo>
                    <a:pt x="123190" y="146050"/>
                    <a:pt x="130810" y="153670"/>
                    <a:pt x="132080" y="160020"/>
                  </a:cubicBezTo>
                  <a:cubicBezTo>
                    <a:pt x="134620" y="166370"/>
                    <a:pt x="134620" y="177800"/>
                    <a:pt x="129540" y="182880"/>
                  </a:cubicBezTo>
                  <a:cubicBezTo>
                    <a:pt x="119380" y="194310"/>
                    <a:pt x="73660" y="207010"/>
                    <a:pt x="57150" y="203200"/>
                  </a:cubicBezTo>
                  <a:cubicBezTo>
                    <a:pt x="46990" y="200660"/>
                    <a:pt x="38100" y="194310"/>
                    <a:pt x="35560" y="184150"/>
                  </a:cubicBezTo>
                  <a:cubicBezTo>
                    <a:pt x="30480" y="161290"/>
                    <a:pt x="69850" y="74930"/>
                    <a:pt x="90170" y="63500"/>
                  </a:cubicBezTo>
                  <a:cubicBezTo>
                    <a:pt x="101600" y="57150"/>
                    <a:pt x="121920" y="62230"/>
                    <a:pt x="127000" y="68580"/>
                  </a:cubicBezTo>
                  <a:cubicBezTo>
                    <a:pt x="132080" y="74930"/>
                    <a:pt x="130810" y="92710"/>
                    <a:pt x="125730" y="100330"/>
                  </a:cubicBezTo>
                  <a:cubicBezTo>
                    <a:pt x="121920" y="105410"/>
                    <a:pt x="110490" y="109220"/>
                    <a:pt x="102870" y="107950"/>
                  </a:cubicBezTo>
                  <a:cubicBezTo>
                    <a:pt x="96520" y="107950"/>
                    <a:pt x="86360" y="101600"/>
                    <a:pt x="83820" y="95250"/>
                  </a:cubicBezTo>
                  <a:cubicBezTo>
                    <a:pt x="80010" y="87630"/>
                    <a:pt x="83820" y="71120"/>
                    <a:pt x="88900" y="64770"/>
                  </a:cubicBezTo>
                  <a:cubicBezTo>
                    <a:pt x="93980" y="59690"/>
                    <a:pt x="104140" y="55880"/>
                    <a:pt x="111760" y="58420"/>
                  </a:cubicBezTo>
                  <a:cubicBezTo>
                    <a:pt x="119380" y="60960"/>
                    <a:pt x="129540" y="71120"/>
                    <a:pt x="132080" y="81280"/>
                  </a:cubicBezTo>
                  <a:cubicBezTo>
                    <a:pt x="134620" y="97790"/>
                    <a:pt x="116840" y="130810"/>
                    <a:pt x="106680" y="151130"/>
                  </a:cubicBezTo>
                  <a:cubicBezTo>
                    <a:pt x="96520" y="170180"/>
                    <a:pt x="81280" y="195580"/>
                    <a:pt x="69850" y="200660"/>
                  </a:cubicBezTo>
                  <a:cubicBezTo>
                    <a:pt x="60960" y="204470"/>
                    <a:pt x="52070" y="201930"/>
                    <a:pt x="45720" y="198120"/>
                  </a:cubicBezTo>
                  <a:cubicBezTo>
                    <a:pt x="39370" y="194310"/>
                    <a:pt x="34290" y="184150"/>
                    <a:pt x="34290" y="177800"/>
                  </a:cubicBezTo>
                  <a:cubicBezTo>
                    <a:pt x="34290" y="170180"/>
                    <a:pt x="38100" y="162560"/>
                    <a:pt x="45720" y="156210"/>
                  </a:cubicBezTo>
                  <a:cubicBezTo>
                    <a:pt x="57150" y="147320"/>
                    <a:pt x="93980" y="139700"/>
                    <a:pt x="109220" y="143510"/>
                  </a:cubicBezTo>
                  <a:cubicBezTo>
                    <a:pt x="119380" y="146050"/>
                    <a:pt x="129540" y="152400"/>
                    <a:pt x="132080" y="160020"/>
                  </a:cubicBezTo>
                  <a:cubicBezTo>
                    <a:pt x="135890" y="167640"/>
                    <a:pt x="133350" y="180340"/>
                    <a:pt x="125730" y="187960"/>
                  </a:cubicBezTo>
                  <a:cubicBezTo>
                    <a:pt x="111760" y="201930"/>
                    <a:pt x="53340" y="212090"/>
                    <a:pt x="33020" y="210820"/>
                  </a:cubicBezTo>
                  <a:cubicBezTo>
                    <a:pt x="22860" y="209550"/>
                    <a:pt x="13970" y="204470"/>
                    <a:pt x="10160" y="198120"/>
                  </a:cubicBezTo>
                  <a:cubicBezTo>
                    <a:pt x="5080" y="191770"/>
                    <a:pt x="1270" y="181610"/>
                    <a:pt x="5080" y="171450"/>
                  </a:cubicBezTo>
                  <a:cubicBezTo>
                    <a:pt x="12700" y="149860"/>
                    <a:pt x="81280" y="93980"/>
                    <a:pt x="106680" y="90170"/>
                  </a:cubicBezTo>
                  <a:cubicBezTo>
                    <a:pt x="119380" y="88900"/>
                    <a:pt x="133350" y="97790"/>
                    <a:pt x="137160" y="105410"/>
                  </a:cubicBezTo>
                  <a:cubicBezTo>
                    <a:pt x="139700" y="113030"/>
                    <a:pt x="133350" y="129540"/>
                    <a:pt x="124460" y="139700"/>
                  </a:cubicBezTo>
                  <a:cubicBezTo>
                    <a:pt x="114300" y="151130"/>
                    <a:pt x="82550" y="167640"/>
                    <a:pt x="69850" y="165100"/>
                  </a:cubicBezTo>
                  <a:cubicBezTo>
                    <a:pt x="60960" y="162560"/>
                    <a:pt x="50800" y="151130"/>
                    <a:pt x="50800" y="140970"/>
                  </a:cubicBezTo>
                  <a:cubicBezTo>
                    <a:pt x="50800" y="127000"/>
                    <a:pt x="72390" y="100330"/>
                    <a:pt x="88900" y="86360"/>
                  </a:cubicBezTo>
                  <a:cubicBezTo>
                    <a:pt x="104140" y="72390"/>
                    <a:pt x="134620" y="54610"/>
                    <a:pt x="148590" y="58420"/>
                  </a:cubicBezTo>
                  <a:cubicBezTo>
                    <a:pt x="158750" y="62230"/>
                    <a:pt x="167640" y="80010"/>
                    <a:pt x="167640" y="92710"/>
                  </a:cubicBezTo>
                  <a:cubicBezTo>
                    <a:pt x="168910" y="107950"/>
                    <a:pt x="153670" y="137160"/>
                    <a:pt x="140970" y="144780"/>
                  </a:cubicBezTo>
                  <a:cubicBezTo>
                    <a:pt x="132080" y="149860"/>
                    <a:pt x="115570" y="149860"/>
                    <a:pt x="106680" y="144780"/>
                  </a:cubicBezTo>
                  <a:cubicBezTo>
                    <a:pt x="99060" y="139700"/>
                    <a:pt x="93980" y="123190"/>
                    <a:pt x="92710" y="113030"/>
                  </a:cubicBezTo>
                  <a:cubicBezTo>
                    <a:pt x="90170" y="102870"/>
                    <a:pt x="90170" y="90170"/>
                    <a:pt x="95250" y="83820"/>
                  </a:cubicBezTo>
                  <a:cubicBezTo>
                    <a:pt x="102870" y="76200"/>
                    <a:pt x="125730" y="69850"/>
                    <a:pt x="137160" y="76200"/>
                  </a:cubicBezTo>
                  <a:cubicBezTo>
                    <a:pt x="153670" y="87630"/>
                    <a:pt x="161290" y="149860"/>
                    <a:pt x="162560" y="180340"/>
                  </a:cubicBezTo>
                  <a:cubicBezTo>
                    <a:pt x="163830" y="203200"/>
                    <a:pt x="163830" y="234950"/>
                    <a:pt x="153670" y="241300"/>
                  </a:cubicBezTo>
                  <a:cubicBezTo>
                    <a:pt x="144780" y="246380"/>
                    <a:pt x="120650" y="237490"/>
                    <a:pt x="110490" y="224790"/>
                  </a:cubicBezTo>
                  <a:cubicBezTo>
                    <a:pt x="96520" y="208280"/>
                    <a:pt x="88900" y="151130"/>
                    <a:pt x="92710" y="132080"/>
                  </a:cubicBezTo>
                  <a:cubicBezTo>
                    <a:pt x="93980" y="121920"/>
                    <a:pt x="96520" y="114300"/>
                    <a:pt x="102870" y="110490"/>
                  </a:cubicBezTo>
                  <a:cubicBezTo>
                    <a:pt x="110490" y="106680"/>
                    <a:pt x="125730" y="106680"/>
                    <a:pt x="132080" y="110490"/>
                  </a:cubicBezTo>
                  <a:cubicBezTo>
                    <a:pt x="138430" y="114300"/>
                    <a:pt x="142240" y="124460"/>
                    <a:pt x="143510" y="132080"/>
                  </a:cubicBezTo>
                  <a:cubicBezTo>
                    <a:pt x="143510" y="139700"/>
                    <a:pt x="129540" y="149860"/>
                    <a:pt x="132080" y="157480"/>
                  </a:cubicBezTo>
                  <a:cubicBezTo>
                    <a:pt x="133350" y="165100"/>
                    <a:pt x="156210" y="171450"/>
                    <a:pt x="157480" y="179070"/>
                  </a:cubicBezTo>
                  <a:cubicBezTo>
                    <a:pt x="157480" y="187960"/>
                    <a:pt x="148590" y="203200"/>
                    <a:pt x="137160" y="207010"/>
                  </a:cubicBezTo>
                  <a:cubicBezTo>
                    <a:pt x="123190" y="213360"/>
                    <a:pt x="78740" y="208280"/>
                    <a:pt x="69850" y="198120"/>
                  </a:cubicBezTo>
                  <a:cubicBezTo>
                    <a:pt x="63500" y="191770"/>
                    <a:pt x="62230" y="176530"/>
                    <a:pt x="67310" y="170180"/>
                  </a:cubicBezTo>
                  <a:cubicBezTo>
                    <a:pt x="69850" y="163830"/>
                    <a:pt x="86360" y="156210"/>
                    <a:pt x="91440" y="158750"/>
                  </a:cubicBezTo>
                  <a:cubicBezTo>
                    <a:pt x="96520" y="162560"/>
                    <a:pt x="100330" y="182880"/>
                    <a:pt x="93980" y="189230"/>
                  </a:cubicBezTo>
                  <a:cubicBezTo>
                    <a:pt x="85090" y="198120"/>
                    <a:pt x="35560" y="194310"/>
                    <a:pt x="20320" y="185420"/>
                  </a:cubicBezTo>
                  <a:cubicBezTo>
                    <a:pt x="8890" y="180340"/>
                    <a:pt x="0" y="166370"/>
                    <a:pt x="0" y="158750"/>
                  </a:cubicBezTo>
                  <a:cubicBezTo>
                    <a:pt x="0" y="151130"/>
                    <a:pt x="5080" y="146050"/>
                    <a:pt x="13970" y="138430"/>
                  </a:cubicBezTo>
                  <a:cubicBezTo>
                    <a:pt x="34290" y="121920"/>
                    <a:pt x="119380" y="82550"/>
                    <a:pt x="148590" y="83820"/>
                  </a:cubicBezTo>
                  <a:cubicBezTo>
                    <a:pt x="162560" y="85090"/>
                    <a:pt x="173990" y="92710"/>
                    <a:pt x="177800" y="100330"/>
                  </a:cubicBezTo>
                  <a:cubicBezTo>
                    <a:pt x="181610" y="107950"/>
                    <a:pt x="177800" y="119380"/>
                    <a:pt x="171450" y="128270"/>
                  </a:cubicBezTo>
                  <a:cubicBezTo>
                    <a:pt x="157480" y="144780"/>
                    <a:pt x="102870" y="165100"/>
                    <a:pt x="80010" y="168910"/>
                  </a:cubicBezTo>
                  <a:cubicBezTo>
                    <a:pt x="66040" y="171450"/>
                    <a:pt x="54610" y="171450"/>
                    <a:pt x="46990" y="167640"/>
                  </a:cubicBezTo>
                  <a:cubicBezTo>
                    <a:pt x="39370" y="162560"/>
                    <a:pt x="31750" y="152400"/>
                    <a:pt x="30480" y="142240"/>
                  </a:cubicBezTo>
                  <a:cubicBezTo>
                    <a:pt x="29210" y="127000"/>
                    <a:pt x="40640" y="92710"/>
                    <a:pt x="55880" y="81280"/>
                  </a:cubicBezTo>
                  <a:cubicBezTo>
                    <a:pt x="69850" y="69850"/>
                    <a:pt x="113030" y="66040"/>
                    <a:pt x="115570" y="71120"/>
                  </a:cubicBezTo>
                  <a:cubicBezTo>
                    <a:pt x="118110" y="76200"/>
                    <a:pt x="86360" y="107950"/>
                    <a:pt x="72390" y="110490"/>
                  </a:cubicBezTo>
                  <a:cubicBezTo>
                    <a:pt x="62230" y="113030"/>
                    <a:pt x="44450" y="106680"/>
                    <a:pt x="41910" y="99060"/>
                  </a:cubicBezTo>
                  <a:cubicBezTo>
                    <a:pt x="38100" y="90170"/>
                    <a:pt x="55880" y="62230"/>
                    <a:pt x="69850" y="53340"/>
                  </a:cubicBezTo>
                  <a:cubicBezTo>
                    <a:pt x="85090" y="43180"/>
                    <a:pt x="132080" y="43180"/>
                    <a:pt x="133350" y="45720"/>
                  </a:cubicBezTo>
                  <a:cubicBezTo>
                    <a:pt x="133350" y="46990"/>
                    <a:pt x="97790" y="58420"/>
                    <a:pt x="97790" y="57150"/>
                  </a:cubicBezTo>
                  <a:cubicBezTo>
                    <a:pt x="97790" y="55880"/>
                    <a:pt x="114300" y="41910"/>
                    <a:pt x="123190" y="41910"/>
                  </a:cubicBezTo>
                  <a:cubicBezTo>
                    <a:pt x="130810" y="43180"/>
                    <a:pt x="144780" y="57150"/>
                    <a:pt x="146050" y="66040"/>
                  </a:cubicBezTo>
                  <a:cubicBezTo>
                    <a:pt x="147320" y="74930"/>
                    <a:pt x="140970" y="85090"/>
                    <a:pt x="132080" y="92710"/>
                  </a:cubicBezTo>
                  <a:cubicBezTo>
                    <a:pt x="121920" y="102870"/>
                    <a:pt x="92710" y="118110"/>
                    <a:pt x="80010" y="115570"/>
                  </a:cubicBezTo>
                  <a:cubicBezTo>
                    <a:pt x="69850" y="111760"/>
                    <a:pt x="58420" y="95250"/>
                    <a:pt x="58420" y="85090"/>
                  </a:cubicBezTo>
                  <a:cubicBezTo>
                    <a:pt x="59690" y="69850"/>
                    <a:pt x="83820" y="49530"/>
                    <a:pt x="99060" y="35560"/>
                  </a:cubicBezTo>
                  <a:cubicBezTo>
                    <a:pt x="115570" y="21590"/>
                    <a:pt x="138430" y="1270"/>
                    <a:pt x="152400" y="0"/>
                  </a:cubicBezTo>
                  <a:cubicBezTo>
                    <a:pt x="161290" y="0"/>
                    <a:pt x="170180" y="6350"/>
                    <a:pt x="173990" y="11430"/>
                  </a:cubicBezTo>
                  <a:cubicBezTo>
                    <a:pt x="177800" y="17780"/>
                    <a:pt x="176530" y="35560"/>
                    <a:pt x="176530" y="35560"/>
                  </a:cubicBezTo>
                </a:path>
              </a:pathLst>
            </a:custGeom>
            <a:solidFill>
              <a:srgbClr val="FFFFFF"/>
            </a:solidFill>
            <a:ln cap="sq">
              <a:noFill/>
              <a:prstDash val="solid"/>
              <a:miter/>
            </a:ln>
          </p:spPr>
        </p:sp>
      </p:grpSp>
      <p:grpSp>
        <p:nvGrpSpPr>
          <p:cNvPr id="72" name="Group 72"/>
          <p:cNvGrpSpPr/>
          <p:nvPr/>
        </p:nvGrpSpPr>
        <p:grpSpPr>
          <a:xfrm rot="-10800000">
            <a:off x="10812602" y="5434189"/>
            <a:ext cx="160020" cy="143828"/>
            <a:chOff x="0" y="0"/>
            <a:chExt cx="213360" cy="191770"/>
          </a:xfrm>
        </p:grpSpPr>
        <p:sp>
          <p:nvSpPr>
            <p:cNvPr id="73" name="Freeform 73"/>
            <p:cNvSpPr/>
            <p:nvPr/>
          </p:nvSpPr>
          <p:spPr>
            <a:xfrm>
              <a:off x="50800" y="50800"/>
              <a:ext cx="111158" cy="89163"/>
            </a:xfrm>
            <a:custGeom>
              <a:avLst/>
              <a:gdLst/>
              <a:ahLst/>
              <a:cxnLst/>
              <a:rect l="l" t="t" r="r" b="b"/>
              <a:pathLst>
                <a:path w="111158" h="89163">
                  <a:moveTo>
                    <a:pt x="0" y="43180"/>
                  </a:moveTo>
                  <a:cubicBezTo>
                    <a:pt x="20320" y="2540"/>
                    <a:pt x="29210" y="0"/>
                    <a:pt x="38100" y="0"/>
                  </a:cubicBezTo>
                  <a:cubicBezTo>
                    <a:pt x="46990" y="0"/>
                    <a:pt x="58420" y="1270"/>
                    <a:pt x="68580" y="7620"/>
                  </a:cubicBezTo>
                  <a:cubicBezTo>
                    <a:pt x="82550" y="16510"/>
                    <a:pt x="104140" y="39370"/>
                    <a:pt x="107950" y="53340"/>
                  </a:cubicBezTo>
                  <a:cubicBezTo>
                    <a:pt x="110490" y="63500"/>
                    <a:pt x="107950" y="77470"/>
                    <a:pt x="101600" y="83820"/>
                  </a:cubicBezTo>
                  <a:cubicBezTo>
                    <a:pt x="95250" y="88900"/>
                    <a:pt x="78740" y="88900"/>
                    <a:pt x="71120" y="85090"/>
                  </a:cubicBezTo>
                  <a:cubicBezTo>
                    <a:pt x="64770" y="82550"/>
                    <a:pt x="59690" y="71120"/>
                    <a:pt x="59690" y="64770"/>
                  </a:cubicBezTo>
                  <a:cubicBezTo>
                    <a:pt x="59690" y="57150"/>
                    <a:pt x="64770" y="46990"/>
                    <a:pt x="71120" y="43180"/>
                  </a:cubicBezTo>
                  <a:cubicBezTo>
                    <a:pt x="77470" y="39370"/>
                    <a:pt x="95250" y="40640"/>
                    <a:pt x="101600" y="44450"/>
                  </a:cubicBezTo>
                  <a:cubicBezTo>
                    <a:pt x="107950" y="48260"/>
                    <a:pt x="113030" y="59690"/>
                    <a:pt x="110490" y="67310"/>
                  </a:cubicBezTo>
                  <a:cubicBezTo>
                    <a:pt x="107950" y="74930"/>
                    <a:pt x="90170" y="91440"/>
                    <a:pt x="81280" y="88900"/>
                  </a:cubicBezTo>
                  <a:cubicBezTo>
                    <a:pt x="69850" y="87630"/>
                    <a:pt x="57150" y="35560"/>
                    <a:pt x="52070" y="36830"/>
                  </a:cubicBezTo>
                  <a:cubicBezTo>
                    <a:pt x="48260" y="36830"/>
                    <a:pt x="50800" y="54610"/>
                    <a:pt x="45720" y="59690"/>
                  </a:cubicBezTo>
                  <a:cubicBezTo>
                    <a:pt x="41910" y="66040"/>
                    <a:pt x="31750" y="72390"/>
                    <a:pt x="25400" y="71120"/>
                  </a:cubicBezTo>
                  <a:cubicBezTo>
                    <a:pt x="16510" y="69850"/>
                    <a:pt x="0" y="43180"/>
                    <a:pt x="0" y="43180"/>
                  </a:cubicBezTo>
                </a:path>
              </a:pathLst>
            </a:custGeom>
            <a:solidFill>
              <a:srgbClr val="FFFFFF"/>
            </a:solidFill>
            <a:ln cap="sq">
              <a:noFill/>
              <a:prstDash val="solid"/>
              <a:miter/>
            </a:ln>
          </p:spPr>
        </p:sp>
      </p:grpSp>
      <p:grpSp>
        <p:nvGrpSpPr>
          <p:cNvPr id="74" name="Group 74"/>
          <p:cNvGrpSpPr/>
          <p:nvPr/>
        </p:nvGrpSpPr>
        <p:grpSpPr>
          <a:xfrm>
            <a:off x="10647045" y="2426017"/>
            <a:ext cx="118110" cy="717232"/>
            <a:chOff x="0" y="0"/>
            <a:chExt cx="157480" cy="956310"/>
          </a:xfrm>
        </p:grpSpPr>
        <p:sp>
          <p:nvSpPr>
            <p:cNvPr id="75" name="Freeform 75"/>
            <p:cNvSpPr/>
            <p:nvPr/>
          </p:nvSpPr>
          <p:spPr>
            <a:xfrm>
              <a:off x="26490" y="50800"/>
              <a:ext cx="77819" cy="854710"/>
            </a:xfrm>
            <a:custGeom>
              <a:avLst/>
              <a:gdLst/>
              <a:ahLst/>
              <a:cxnLst/>
              <a:rect l="l" t="t" r="r" b="b"/>
              <a:pathLst>
                <a:path w="77819" h="854710">
                  <a:moveTo>
                    <a:pt x="75110" y="25400"/>
                  </a:moveTo>
                  <a:cubicBezTo>
                    <a:pt x="77650" y="803910"/>
                    <a:pt x="81460" y="831850"/>
                    <a:pt x="70030" y="844550"/>
                  </a:cubicBezTo>
                  <a:cubicBezTo>
                    <a:pt x="62410" y="852170"/>
                    <a:pt x="48440" y="855980"/>
                    <a:pt x="40820" y="853440"/>
                  </a:cubicBezTo>
                  <a:cubicBezTo>
                    <a:pt x="33200" y="849630"/>
                    <a:pt x="23040" y="834390"/>
                    <a:pt x="24310" y="826770"/>
                  </a:cubicBezTo>
                  <a:cubicBezTo>
                    <a:pt x="25580" y="817880"/>
                    <a:pt x="38280" y="806450"/>
                    <a:pt x="45900" y="803910"/>
                  </a:cubicBezTo>
                  <a:cubicBezTo>
                    <a:pt x="52250" y="802640"/>
                    <a:pt x="63680" y="806450"/>
                    <a:pt x="68760" y="811530"/>
                  </a:cubicBezTo>
                  <a:cubicBezTo>
                    <a:pt x="72570" y="816610"/>
                    <a:pt x="76380" y="828040"/>
                    <a:pt x="75110" y="834390"/>
                  </a:cubicBezTo>
                  <a:cubicBezTo>
                    <a:pt x="72570" y="842010"/>
                    <a:pt x="58600" y="854710"/>
                    <a:pt x="50980" y="854710"/>
                  </a:cubicBezTo>
                  <a:cubicBezTo>
                    <a:pt x="42090" y="854710"/>
                    <a:pt x="31930" y="845820"/>
                    <a:pt x="24310" y="829310"/>
                  </a:cubicBezTo>
                  <a:cubicBezTo>
                    <a:pt x="-9980" y="749300"/>
                    <a:pt x="-6170" y="105410"/>
                    <a:pt x="24310" y="25400"/>
                  </a:cubicBezTo>
                  <a:cubicBezTo>
                    <a:pt x="30660" y="8890"/>
                    <a:pt x="38280" y="1270"/>
                    <a:pt x="47170" y="0"/>
                  </a:cubicBezTo>
                  <a:cubicBezTo>
                    <a:pt x="54790" y="0"/>
                    <a:pt x="75110" y="25400"/>
                    <a:pt x="75110" y="25400"/>
                  </a:cubicBezTo>
                </a:path>
              </a:pathLst>
            </a:custGeom>
            <a:solidFill>
              <a:srgbClr val="FF0000"/>
            </a:solidFill>
            <a:ln cap="sq">
              <a:noFill/>
              <a:prstDash val="solid"/>
              <a:miter/>
            </a:ln>
          </p:spPr>
        </p:sp>
      </p:grpSp>
      <p:grpSp>
        <p:nvGrpSpPr>
          <p:cNvPr id="76" name="Group 76"/>
          <p:cNvGrpSpPr/>
          <p:nvPr/>
        </p:nvGrpSpPr>
        <p:grpSpPr>
          <a:xfrm>
            <a:off x="10421302" y="3041333"/>
            <a:ext cx="630555" cy="117158"/>
            <a:chOff x="0" y="0"/>
            <a:chExt cx="840740" cy="156210"/>
          </a:xfrm>
        </p:grpSpPr>
        <p:sp>
          <p:nvSpPr>
            <p:cNvPr id="77" name="Freeform 77"/>
            <p:cNvSpPr/>
            <p:nvPr/>
          </p:nvSpPr>
          <p:spPr>
            <a:xfrm>
              <a:off x="50608" y="50800"/>
              <a:ext cx="740154" cy="63525"/>
            </a:xfrm>
            <a:custGeom>
              <a:avLst/>
              <a:gdLst/>
              <a:ahLst/>
              <a:cxnLst/>
              <a:rect l="l" t="t" r="r" b="b"/>
              <a:pathLst>
                <a:path w="740154" h="63525">
                  <a:moveTo>
                    <a:pt x="25592" y="0"/>
                  </a:moveTo>
                  <a:cubicBezTo>
                    <a:pt x="734252" y="8890"/>
                    <a:pt x="738062" y="13970"/>
                    <a:pt x="739332" y="21590"/>
                  </a:cubicBezTo>
                  <a:cubicBezTo>
                    <a:pt x="740602" y="29210"/>
                    <a:pt x="734252" y="45720"/>
                    <a:pt x="727902" y="49530"/>
                  </a:cubicBezTo>
                  <a:cubicBezTo>
                    <a:pt x="720282" y="54610"/>
                    <a:pt x="703772" y="52070"/>
                    <a:pt x="697422" y="46990"/>
                  </a:cubicBezTo>
                  <a:cubicBezTo>
                    <a:pt x="692342" y="41910"/>
                    <a:pt x="688532" y="30480"/>
                    <a:pt x="689802" y="24130"/>
                  </a:cubicBezTo>
                  <a:cubicBezTo>
                    <a:pt x="691072" y="16510"/>
                    <a:pt x="703772" y="5080"/>
                    <a:pt x="712662" y="2540"/>
                  </a:cubicBezTo>
                  <a:cubicBezTo>
                    <a:pt x="719012" y="1270"/>
                    <a:pt x="729172" y="6350"/>
                    <a:pt x="734252" y="11430"/>
                  </a:cubicBezTo>
                  <a:cubicBezTo>
                    <a:pt x="738062" y="16510"/>
                    <a:pt x="741872" y="27940"/>
                    <a:pt x="739332" y="35560"/>
                  </a:cubicBezTo>
                  <a:cubicBezTo>
                    <a:pt x="736792" y="43180"/>
                    <a:pt x="729172" y="48260"/>
                    <a:pt x="715202" y="53340"/>
                  </a:cubicBezTo>
                  <a:cubicBezTo>
                    <a:pt x="651702" y="74930"/>
                    <a:pt x="285942" y="55880"/>
                    <a:pt x="160212" y="53340"/>
                  </a:cubicBezTo>
                  <a:cubicBezTo>
                    <a:pt x="95442" y="52070"/>
                    <a:pt x="35752" y="60960"/>
                    <a:pt x="14162" y="46990"/>
                  </a:cubicBezTo>
                  <a:cubicBezTo>
                    <a:pt x="4002" y="41910"/>
                    <a:pt x="-1078" y="29210"/>
                    <a:pt x="192" y="21590"/>
                  </a:cubicBezTo>
                  <a:cubicBezTo>
                    <a:pt x="2732" y="13970"/>
                    <a:pt x="25592" y="0"/>
                    <a:pt x="25592" y="0"/>
                  </a:cubicBezTo>
                </a:path>
              </a:pathLst>
            </a:custGeom>
            <a:solidFill>
              <a:srgbClr val="FF0000"/>
            </a:solidFill>
            <a:ln cap="sq">
              <a:noFill/>
              <a:prstDash val="solid"/>
              <a:miter/>
            </a:ln>
          </p:spPr>
        </p:sp>
      </p:grpSp>
      <p:grpSp>
        <p:nvGrpSpPr>
          <p:cNvPr id="78" name="Group 78"/>
          <p:cNvGrpSpPr/>
          <p:nvPr/>
        </p:nvGrpSpPr>
        <p:grpSpPr>
          <a:xfrm>
            <a:off x="10522268" y="3128962"/>
            <a:ext cx="445770" cy="117158"/>
            <a:chOff x="0" y="0"/>
            <a:chExt cx="594360" cy="156210"/>
          </a:xfrm>
        </p:grpSpPr>
        <p:sp>
          <p:nvSpPr>
            <p:cNvPr id="79" name="Freeform 79"/>
            <p:cNvSpPr/>
            <p:nvPr/>
          </p:nvSpPr>
          <p:spPr>
            <a:xfrm>
              <a:off x="50641" y="50800"/>
              <a:ext cx="491649" cy="71803"/>
            </a:xfrm>
            <a:custGeom>
              <a:avLst/>
              <a:gdLst/>
              <a:ahLst/>
              <a:cxnLst/>
              <a:rect l="l" t="t" r="r" b="b"/>
              <a:pathLst>
                <a:path w="491649" h="71803">
                  <a:moveTo>
                    <a:pt x="24289" y="0"/>
                  </a:moveTo>
                  <a:cubicBezTo>
                    <a:pt x="481489" y="11430"/>
                    <a:pt x="491649" y="21590"/>
                    <a:pt x="491649" y="30480"/>
                  </a:cubicBezTo>
                  <a:cubicBezTo>
                    <a:pt x="490379" y="39370"/>
                    <a:pt x="471329" y="55880"/>
                    <a:pt x="463709" y="54610"/>
                  </a:cubicBezTo>
                  <a:cubicBezTo>
                    <a:pt x="454819" y="53340"/>
                    <a:pt x="439579" y="33020"/>
                    <a:pt x="440849" y="25400"/>
                  </a:cubicBezTo>
                  <a:cubicBezTo>
                    <a:pt x="442119" y="16510"/>
                    <a:pt x="462439" y="3810"/>
                    <a:pt x="471329" y="3810"/>
                  </a:cubicBezTo>
                  <a:cubicBezTo>
                    <a:pt x="478949" y="5080"/>
                    <a:pt x="491649" y="20320"/>
                    <a:pt x="491649" y="27940"/>
                  </a:cubicBezTo>
                  <a:cubicBezTo>
                    <a:pt x="490379" y="36830"/>
                    <a:pt x="481489" y="48260"/>
                    <a:pt x="466249" y="54610"/>
                  </a:cubicBezTo>
                  <a:cubicBezTo>
                    <a:pt x="410369" y="78740"/>
                    <a:pt x="68739" y="77470"/>
                    <a:pt x="19209" y="50800"/>
                  </a:cubicBezTo>
                  <a:cubicBezTo>
                    <a:pt x="5239" y="43180"/>
                    <a:pt x="-1111" y="30480"/>
                    <a:pt x="159" y="22860"/>
                  </a:cubicBezTo>
                  <a:cubicBezTo>
                    <a:pt x="159" y="13970"/>
                    <a:pt x="24289" y="0"/>
                    <a:pt x="24289" y="0"/>
                  </a:cubicBezTo>
                </a:path>
              </a:pathLst>
            </a:custGeom>
            <a:solidFill>
              <a:srgbClr val="FF0000"/>
            </a:solidFill>
            <a:ln cap="sq">
              <a:noFill/>
              <a:prstDash val="solid"/>
              <a:miter/>
            </a:ln>
          </p:spPr>
        </p:sp>
      </p:grpSp>
      <p:grpSp>
        <p:nvGrpSpPr>
          <p:cNvPr id="80" name="Group 80"/>
          <p:cNvGrpSpPr/>
          <p:nvPr/>
        </p:nvGrpSpPr>
        <p:grpSpPr>
          <a:xfrm>
            <a:off x="10701338" y="3246120"/>
            <a:ext cx="111442" cy="108585"/>
            <a:chOff x="0" y="0"/>
            <a:chExt cx="148590" cy="144780"/>
          </a:xfrm>
        </p:grpSpPr>
        <p:sp>
          <p:nvSpPr>
            <p:cNvPr id="81" name="Freeform 81"/>
            <p:cNvSpPr/>
            <p:nvPr/>
          </p:nvSpPr>
          <p:spPr>
            <a:xfrm>
              <a:off x="48446" y="49054"/>
              <a:ext cx="48074" cy="40785"/>
            </a:xfrm>
            <a:custGeom>
              <a:avLst/>
              <a:gdLst/>
              <a:ahLst/>
              <a:cxnLst/>
              <a:rect l="l" t="t" r="r" b="b"/>
              <a:pathLst>
                <a:path w="48074" h="40785">
                  <a:moveTo>
                    <a:pt x="48074" y="14446"/>
                  </a:moveTo>
                  <a:cubicBezTo>
                    <a:pt x="26484" y="48736"/>
                    <a:pt x="6164" y="42386"/>
                    <a:pt x="2354" y="34766"/>
                  </a:cubicBezTo>
                  <a:cubicBezTo>
                    <a:pt x="-2726" y="27146"/>
                    <a:pt x="1084" y="6826"/>
                    <a:pt x="7434" y="1746"/>
                  </a:cubicBezTo>
                  <a:cubicBezTo>
                    <a:pt x="15054" y="-3334"/>
                    <a:pt x="41724" y="4286"/>
                    <a:pt x="41724" y="4286"/>
                  </a:cubicBezTo>
                </a:path>
              </a:pathLst>
            </a:custGeom>
            <a:solidFill>
              <a:srgbClr val="FF0000"/>
            </a:solidFill>
            <a:ln cap="sq">
              <a:noFill/>
              <a:prstDash val="solid"/>
              <a:miter/>
            </a:ln>
          </p:spPr>
        </p:sp>
      </p:grpSp>
      <p:grpSp>
        <p:nvGrpSpPr>
          <p:cNvPr id="82" name="Group 82"/>
          <p:cNvGrpSpPr/>
          <p:nvPr/>
        </p:nvGrpSpPr>
        <p:grpSpPr>
          <a:xfrm>
            <a:off x="11747182" y="4876800"/>
            <a:ext cx="132398" cy="807720"/>
            <a:chOff x="0" y="0"/>
            <a:chExt cx="176530" cy="1076960"/>
          </a:xfrm>
        </p:grpSpPr>
        <p:sp>
          <p:nvSpPr>
            <p:cNvPr id="83" name="Freeform 83"/>
            <p:cNvSpPr/>
            <p:nvPr/>
          </p:nvSpPr>
          <p:spPr>
            <a:xfrm>
              <a:off x="45374" y="50800"/>
              <a:ext cx="92365" cy="975360"/>
            </a:xfrm>
            <a:custGeom>
              <a:avLst/>
              <a:gdLst/>
              <a:ahLst/>
              <a:cxnLst/>
              <a:rect l="l" t="t" r="r" b="b"/>
              <a:pathLst>
                <a:path w="92365" h="975360">
                  <a:moveTo>
                    <a:pt x="56226" y="25400"/>
                  </a:moveTo>
                  <a:cubicBezTo>
                    <a:pt x="84166" y="524510"/>
                    <a:pt x="108296" y="882650"/>
                    <a:pt x="79086" y="949960"/>
                  </a:cubicBezTo>
                  <a:cubicBezTo>
                    <a:pt x="71466" y="966470"/>
                    <a:pt x="61306" y="975360"/>
                    <a:pt x="52416" y="975360"/>
                  </a:cubicBezTo>
                  <a:cubicBezTo>
                    <a:pt x="43526" y="974090"/>
                    <a:pt x="28286" y="955040"/>
                    <a:pt x="28286" y="947420"/>
                  </a:cubicBezTo>
                  <a:cubicBezTo>
                    <a:pt x="28286" y="939800"/>
                    <a:pt x="34636" y="929640"/>
                    <a:pt x="42256" y="927100"/>
                  </a:cubicBezTo>
                  <a:cubicBezTo>
                    <a:pt x="48606" y="924560"/>
                    <a:pt x="66386" y="927100"/>
                    <a:pt x="71466" y="932180"/>
                  </a:cubicBezTo>
                  <a:cubicBezTo>
                    <a:pt x="77816" y="937260"/>
                    <a:pt x="80356" y="948690"/>
                    <a:pt x="77816" y="955040"/>
                  </a:cubicBezTo>
                  <a:cubicBezTo>
                    <a:pt x="76546" y="962660"/>
                    <a:pt x="62576" y="975360"/>
                    <a:pt x="54956" y="975360"/>
                  </a:cubicBezTo>
                  <a:cubicBezTo>
                    <a:pt x="46066" y="975360"/>
                    <a:pt x="35906" y="966470"/>
                    <a:pt x="28286" y="949960"/>
                  </a:cubicBezTo>
                  <a:cubicBezTo>
                    <a:pt x="-924" y="882650"/>
                    <a:pt x="33366" y="513080"/>
                    <a:pt x="28286" y="342900"/>
                  </a:cubicBezTo>
                  <a:cubicBezTo>
                    <a:pt x="23206" y="219710"/>
                    <a:pt x="-13624" y="71120"/>
                    <a:pt x="5426" y="25400"/>
                  </a:cubicBezTo>
                  <a:cubicBezTo>
                    <a:pt x="11776" y="10160"/>
                    <a:pt x="24476" y="0"/>
                    <a:pt x="33366" y="0"/>
                  </a:cubicBezTo>
                  <a:cubicBezTo>
                    <a:pt x="42256" y="0"/>
                    <a:pt x="56226" y="25400"/>
                    <a:pt x="56226" y="25400"/>
                  </a:cubicBezTo>
                </a:path>
              </a:pathLst>
            </a:custGeom>
            <a:solidFill>
              <a:srgbClr val="FF0000"/>
            </a:solidFill>
            <a:ln cap="sq">
              <a:noFill/>
              <a:prstDash val="solid"/>
              <a:miter/>
            </a:ln>
          </p:spPr>
        </p:sp>
      </p:grpSp>
      <p:grpSp>
        <p:nvGrpSpPr>
          <p:cNvPr id="84" name="Group 84"/>
          <p:cNvGrpSpPr/>
          <p:nvPr/>
        </p:nvGrpSpPr>
        <p:grpSpPr>
          <a:xfrm>
            <a:off x="11526202" y="4853940"/>
            <a:ext cx="580072" cy="114300"/>
            <a:chOff x="0" y="0"/>
            <a:chExt cx="773430" cy="152400"/>
          </a:xfrm>
        </p:grpSpPr>
        <p:sp>
          <p:nvSpPr>
            <p:cNvPr id="85" name="Freeform 85"/>
            <p:cNvSpPr/>
            <p:nvPr/>
          </p:nvSpPr>
          <p:spPr>
            <a:xfrm>
              <a:off x="50681" y="50476"/>
              <a:ext cx="671949" cy="73510"/>
            </a:xfrm>
            <a:custGeom>
              <a:avLst/>
              <a:gdLst/>
              <a:ahLst/>
              <a:cxnLst/>
              <a:rect l="l" t="t" r="r" b="b"/>
              <a:pathLst>
                <a:path w="671949" h="73510">
                  <a:moveTo>
                    <a:pt x="25519" y="324"/>
                  </a:moveTo>
                  <a:cubicBezTo>
                    <a:pt x="663059" y="6674"/>
                    <a:pt x="671949" y="18104"/>
                    <a:pt x="671949" y="26994"/>
                  </a:cubicBezTo>
                  <a:cubicBezTo>
                    <a:pt x="670679" y="34614"/>
                    <a:pt x="651629" y="51124"/>
                    <a:pt x="644009" y="51124"/>
                  </a:cubicBezTo>
                  <a:cubicBezTo>
                    <a:pt x="635119" y="49854"/>
                    <a:pt x="623689" y="37154"/>
                    <a:pt x="621149" y="29534"/>
                  </a:cubicBezTo>
                  <a:cubicBezTo>
                    <a:pt x="619879" y="23184"/>
                    <a:pt x="623689" y="11754"/>
                    <a:pt x="628769" y="6674"/>
                  </a:cubicBezTo>
                  <a:cubicBezTo>
                    <a:pt x="633849" y="1594"/>
                    <a:pt x="645279" y="-946"/>
                    <a:pt x="651629" y="324"/>
                  </a:cubicBezTo>
                  <a:cubicBezTo>
                    <a:pt x="659249" y="2864"/>
                    <a:pt x="671949" y="15564"/>
                    <a:pt x="671949" y="24454"/>
                  </a:cubicBezTo>
                  <a:cubicBezTo>
                    <a:pt x="671949" y="33344"/>
                    <a:pt x="663059" y="43504"/>
                    <a:pt x="646549" y="51124"/>
                  </a:cubicBezTo>
                  <a:cubicBezTo>
                    <a:pt x="577969" y="80334"/>
                    <a:pt x="92829" y="81604"/>
                    <a:pt x="25519" y="51124"/>
                  </a:cubicBezTo>
                  <a:cubicBezTo>
                    <a:pt x="7739" y="43504"/>
                    <a:pt x="-1151" y="30804"/>
                    <a:pt x="119" y="21914"/>
                  </a:cubicBezTo>
                  <a:cubicBezTo>
                    <a:pt x="119" y="14294"/>
                    <a:pt x="25519" y="324"/>
                    <a:pt x="25519" y="324"/>
                  </a:cubicBezTo>
                </a:path>
              </a:pathLst>
            </a:custGeom>
            <a:solidFill>
              <a:srgbClr val="FF0000"/>
            </a:solidFill>
            <a:ln cap="sq">
              <a:noFill/>
              <a:prstDash val="solid"/>
              <a:miter/>
            </a:ln>
          </p:spPr>
        </p:sp>
      </p:grpSp>
      <p:grpSp>
        <p:nvGrpSpPr>
          <p:cNvPr id="86" name="Group 86"/>
          <p:cNvGrpSpPr/>
          <p:nvPr/>
        </p:nvGrpSpPr>
        <p:grpSpPr>
          <a:xfrm>
            <a:off x="12089130" y="4598670"/>
            <a:ext cx="307658" cy="376238"/>
            <a:chOff x="0" y="0"/>
            <a:chExt cx="410210" cy="501650"/>
          </a:xfrm>
        </p:grpSpPr>
        <p:sp>
          <p:nvSpPr>
            <p:cNvPr id="87" name="Freeform 87"/>
            <p:cNvSpPr/>
            <p:nvPr/>
          </p:nvSpPr>
          <p:spPr>
            <a:xfrm>
              <a:off x="48487" y="50439"/>
              <a:ext cx="310988" cy="400856"/>
            </a:xfrm>
            <a:custGeom>
              <a:avLst/>
              <a:gdLst/>
              <a:ahLst/>
              <a:cxnLst/>
              <a:rect l="l" t="t" r="r" b="b"/>
              <a:pathLst>
                <a:path w="310988" h="400856">
                  <a:moveTo>
                    <a:pt x="44223" y="81641"/>
                  </a:moveTo>
                  <a:cubicBezTo>
                    <a:pt x="222023" y="348341"/>
                    <a:pt x="205513" y="310241"/>
                    <a:pt x="206783" y="281031"/>
                  </a:cubicBezTo>
                  <a:cubicBezTo>
                    <a:pt x="206783" y="228961"/>
                    <a:pt x="220753" y="119741"/>
                    <a:pt x="237263" y="70211"/>
                  </a:cubicBezTo>
                  <a:cubicBezTo>
                    <a:pt x="247423" y="39731"/>
                    <a:pt x="257583" y="7981"/>
                    <a:pt x="272823" y="1631"/>
                  </a:cubicBezTo>
                  <a:cubicBezTo>
                    <a:pt x="282983" y="-2179"/>
                    <a:pt x="303303" y="5441"/>
                    <a:pt x="308383" y="11791"/>
                  </a:cubicBezTo>
                  <a:cubicBezTo>
                    <a:pt x="312193" y="18141"/>
                    <a:pt x="310923" y="29571"/>
                    <a:pt x="308383" y="35921"/>
                  </a:cubicBezTo>
                  <a:cubicBezTo>
                    <a:pt x="304573" y="42271"/>
                    <a:pt x="295683" y="48621"/>
                    <a:pt x="288063" y="49891"/>
                  </a:cubicBezTo>
                  <a:cubicBezTo>
                    <a:pt x="281713" y="49891"/>
                    <a:pt x="270283" y="46081"/>
                    <a:pt x="266473" y="39731"/>
                  </a:cubicBezTo>
                  <a:cubicBezTo>
                    <a:pt x="261393" y="34651"/>
                    <a:pt x="258853" y="23221"/>
                    <a:pt x="261393" y="16871"/>
                  </a:cubicBezTo>
                  <a:cubicBezTo>
                    <a:pt x="265203" y="9251"/>
                    <a:pt x="285523" y="-2179"/>
                    <a:pt x="294413" y="361"/>
                  </a:cubicBezTo>
                  <a:cubicBezTo>
                    <a:pt x="302033" y="1631"/>
                    <a:pt x="310923" y="15601"/>
                    <a:pt x="310923" y="25761"/>
                  </a:cubicBezTo>
                  <a:cubicBezTo>
                    <a:pt x="312193" y="38461"/>
                    <a:pt x="294413" y="48621"/>
                    <a:pt x="288063" y="71481"/>
                  </a:cubicBezTo>
                  <a:cubicBezTo>
                    <a:pt x="271553" y="123551"/>
                    <a:pt x="269013" y="298811"/>
                    <a:pt x="248693" y="352151"/>
                  </a:cubicBezTo>
                  <a:cubicBezTo>
                    <a:pt x="239803" y="375011"/>
                    <a:pt x="229643" y="394061"/>
                    <a:pt x="216943" y="399141"/>
                  </a:cubicBezTo>
                  <a:cubicBezTo>
                    <a:pt x="208053" y="402951"/>
                    <a:pt x="197893" y="400411"/>
                    <a:pt x="185193" y="391521"/>
                  </a:cubicBezTo>
                  <a:cubicBezTo>
                    <a:pt x="145823" y="364851"/>
                    <a:pt x="28983" y="178161"/>
                    <a:pt x="8663" y="123551"/>
                  </a:cubicBezTo>
                  <a:cubicBezTo>
                    <a:pt x="1043" y="103231"/>
                    <a:pt x="-2767" y="85451"/>
                    <a:pt x="2313" y="77831"/>
                  </a:cubicBezTo>
                  <a:cubicBezTo>
                    <a:pt x="6123" y="71481"/>
                    <a:pt x="17553" y="67671"/>
                    <a:pt x="25173" y="68941"/>
                  </a:cubicBezTo>
                  <a:cubicBezTo>
                    <a:pt x="31523" y="70211"/>
                    <a:pt x="44223" y="81641"/>
                    <a:pt x="44223" y="81641"/>
                  </a:cubicBezTo>
                </a:path>
              </a:pathLst>
            </a:custGeom>
            <a:solidFill>
              <a:srgbClr val="FF0000"/>
            </a:solidFill>
            <a:ln cap="sq">
              <a:noFill/>
              <a:prstDash val="solid"/>
              <a:miter/>
            </a:ln>
          </p:spPr>
        </p:sp>
      </p:grpSp>
      <p:grpSp>
        <p:nvGrpSpPr>
          <p:cNvPr id="88" name="Group 88"/>
          <p:cNvGrpSpPr/>
          <p:nvPr/>
        </p:nvGrpSpPr>
        <p:grpSpPr>
          <a:xfrm>
            <a:off x="12381548" y="4701540"/>
            <a:ext cx="271462" cy="306705"/>
            <a:chOff x="0" y="0"/>
            <a:chExt cx="361950" cy="408940"/>
          </a:xfrm>
        </p:grpSpPr>
        <p:sp>
          <p:nvSpPr>
            <p:cNvPr id="89" name="Freeform 89"/>
            <p:cNvSpPr/>
            <p:nvPr/>
          </p:nvSpPr>
          <p:spPr>
            <a:xfrm>
              <a:off x="48085" y="48031"/>
              <a:ext cx="263464" cy="310306"/>
            </a:xfrm>
            <a:custGeom>
              <a:avLst/>
              <a:gdLst/>
              <a:ahLst/>
              <a:cxnLst/>
              <a:rect l="l" t="t" r="r" b="b"/>
              <a:pathLst>
                <a:path w="263464" h="310306">
                  <a:moveTo>
                    <a:pt x="172895" y="67539"/>
                  </a:moveTo>
                  <a:cubicBezTo>
                    <a:pt x="83995" y="56109"/>
                    <a:pt x="73835" y="61189"/>
                    <a:pt x="66215" y="68809"/>
                  </a:cubicBezTo>
                  <a:cubicBezTo>
                    <a:pt x="59865" y="75159"/>
                    <a:pt x="56055" y="85319"/>
                    <a:pt x="53515" y="98019"/>
                  </a:cubicBezTo>
                  <a:cubicBezTo>
                    <a:pt x="48435" y="124689"/>
                    <a:pt x="45895" y="191999"/>
                    <a:pt x="53515" y="217399"/>
                  </a:cubicBezTo>
                  <a:cubicBezTo>
                    <a:pt x="58595" y="230099"/>
                    <a:pt x="63675" y="237719"/>
                    <a:pt x="76375" y="244069"/>
                  </a:cubicBezTo>
                  <a:cubicBezTo>
                    <a:pt x="105585" y="259309"/>
                    <a:pt x="219885" y="247879"/>
                    <a:pt x="246555" y="260579"/>
                  </a:cubicBezTo>
                  <a:cubicBezTo>
                    <a:pt x="255445" y="265659"/>
                    <a:pt x="260525" y="270739"/>
                    <a:pt x="263065" y="278359"/>
                  </a:cubicBezTo>
                  <a:cubicBezTo>
                    <a:pt x="264335" y="284709"/>
                    <a:pt x="261795" y="296139"/>
                    <a:pt x="256715" y="301219"/>
                  </a:cubicBezTo>
                  <a:cubicBezTo>
                    <a:pt x="252905" y="306299"/>
                    <a:pt x="242745" y="311379"/>
                    <a:pt x="235125" y="310109"/>
                  </a:cubicBezTo>
                  <a:cubicBezTo>
                    <a:pt x="228775" y="308839"/>
                    <a:pt x="218615" y="302489"/>
                    <a:pt x="216075" y="296139"/>
                  </a:cubicBezTo>
                  <a:cubicBezTo>
                    <a:pt x="212265" y="291059"/>
                    <a:pt x="212265" y="279629"/>
                    <a:pt x="216075" y="273279"/>
                  </a:cubicBezTo>
                  <a:cubicBezTo>
                    <a:pt x="218615" y="266929"/>
                    <a:pt x="228775" y="259309"/>
                    <a:pt x="235125" y="259309"/>
                  </a:cubicBezTo>
                  <a:cubicBezTo>
                    <a:pt x="244015" y="259309"/>
                    <a:pt x="257985" y="268199"/>
                    <a:pt x="261795" y="275819"/>
                  </a:cubicBezTo>
                  <a:cubicBezTo>
                    <a:pt x="264335" y="282169"/>
                    <a:pt x="264335" y="293599"/>
                    <a:pt x="259255" y="298679"/>
                  </a:cubicBezTo>
                  <a:cubicBezTo>
                    <a:pt x="247825" y="310109"/>
                    <a:pt x="202105" y="310109"/>
                    <a:pt x="170355" y="308839"/>
                  </a:cubicBezTo>
                  <a:cubicBezTo>
                    <a:pt x="130985" y="306299"/>
                    <a:pt x="64945" y="289789"/>
                    <a:pt x="38275" y="278359"/>
                  </a:cubicBezTo>
                  <a:cubicBezTo>
                    <a:pt x="26845" y="273279"/>
                    <a:pt x="20495" y="270739"/>
                    <a:pt x="14145" y="263119"/>
                  </a:cubicBezTo>
                  <a:cubicBezTo>
                    <a:pt x="6525" y="252959"/>
                    <a:pt x="5255" y="236449"/>
                    <a:pt x="2715" y="217399"/>
                  </a:cubicBezTo>
                  <a:cubicBezTo>
                    <a:pt x="175" y="186919"/>
                    <a:pt x="-2365" y="129769"/>
                    <a:pt x="3985" y="98019"/>
                  </a:cubicBezTo>
                  <a:cubicBezTo>
                    <a:pt x="9065" y="73889"/>
                    <a:pt x="14145" y="56109"/>
                    <a:pt x="26845" y="39599"/>
                  </a:cubicBezTo>
                  <a:cubicBezTo>
                    <a:pt x="40815" y="23089"/>
                    <a:pt x="67485" y="9119"/>
                    <a:pt x="89075" y="2769"/>
                  </a:cubicBezTo>
                  <a:cubicBezTo>
                    <a:pt x="108125" y="-2311"/>
                    <a:pt x="129715" y="229"/>
                    <a:pt x="148765" y="5309"/>
                  </a:cubicBezTo>
                  <a:cubicBezTo>
                    <a:pt x="169085" y="10389"/>
                    <a:pt x="202105" y="23089"/>
                    <a:pt x="208455" y="35789"/>
                  </a:cubicBezTo>
                  <a:cubicBezTo>
                    <a:pt x="212265" y="43409"/>
                    <a:pt x="207185" y="58649"/>
                    <a:pt x="200835" y="63729"/>
                  </a:cubicBezTo>
                  <a:cubicBezTo>
                    <a:pt x="195755" y="68809"/>
                    <a:pt x="172895" y="67539"/>
                    <a:pt x="172895" y="67539"/>
                  </a:cubicBezTo>
                </a:path>
              </a:pathLst>
            </a:custGeom>
            <a:solidFill>
              <a:srgbClr val="FF0000"/>
            </a:solidFill>
            <a:ln cap="sq">
              <a:noFill/>
              <a:prstDash val="solid"/>
              <a:miter/>
            </a:ln>
          </p:spPr>
        </p:sp>
      </p:grpSp>
      <p:grpSp>
        <p:nvGrpSpPr>
          <p:cNvPr id="90" name="Group 90"/>
          <p:cNvGrpSpPr/>
          <p:nvPr/>
        </p:nvGrpSpPr>
        <p:grpSpPr>
          <a:xfrm>
            <a:off x="12620625" y="4720590"/>
            <a:ext cx="282892" cy="288608"/>
            <a:chOff x="0" y="0"/>
            <a:chExt cx="377190" cy="384810"/>
          </a:xfrm>
        </p:grpSpPr>
        <p:sp>
          <p:nvSpPr>
            <p:cNvPr id="91" name="Freeform 91"/>
            <p:cNvSpPr/>
            <p:nvPr/>
          </p:nvSpPr>
          <p:spPr>
            <a:xfrm>
              <a:off x="47955" y="49674"/>
              <a:ext cx="278752" cy="283204"/>
            </a:xfrm>
            <a:custGeom>
              <a:avLst/>
              <a:gdLst/>
              <a:ahLst/>
              <a:cxnLst/>
              <a:rect l="l" t="t" r="r" b="b"/>
              <a:pathLst>
                <a:path w="278752" h="283204">
                  <a:moveTo>
                    <a:pt x="150165" y="70976"/>
                  </a:moveTo>
                  <a:cubicBezTo>
                    <a:pt x="143815" y="43036"/>
                    <a:pt x="106985" y="44306"/>
                    <a:pt x="90475" y="53196"/>
                  </a:cubicBezTo>
                  <a:cubicBezTo>
                    <a:pt x="73965" y="63356"/>
                    <a:pt x="59995" y="90026"/>
                    <a:pt x="53645" y="110346"/>
                  </a:cubicBezTo>
                  <a:cubicBezTo>
                    <a:pt x="48565" y="129396"/>
                    <a:pt x="44755" y="153526"/>
                    <a:pt x="53645" y="171306"/>
                  </a:cubicBezTo>
                  <a:cubicBezTo>
                    <a:pt x="66345" y="194166"/>
                    <a:pt x="103175" y="214486"/>
                    <a:pt x="134925" y="224646"/>
                  </a:cubicBezTo>
                  <a:cubicBezTo>
                    <a:pt x="171755" y="234806"/>
                    <a:pt x="241605" y="214486"/>
                    <a:pt x="263195" y="225916"/>
                  </a:cubicBezTo>
                  <a:cubicBezTo>
                    <a:pt x="273355" y="232266"/>
                    <a:pt x="278435" y="244966"/>
                    <a:pt x="278435" y="252586"/>
                  </a:cubicBezTo>
                  <a:cubicBezTo>
                    <a:pt x="278435" y="260206"/>
                    <a:pt x="272085" y="269096"/>
                    <a:pt x="265735" y="272906"/>
                  </a:cubicBezTo>
                  <a:cubicBezTo>
                    <a:pt x="259385" y="275446"/>
                    <a:pt x="247955" y="275446"/>
                    <a:pt x="241605" y="272906"/>
                  </a:cubicBezTo>
                  <a:cubicBezTo>
                    <a:pt x="235255" y="269096"/>
                    <a:pt x="227635" y="260206"/>
                    <a:pt x="227635" y="252586"/>
                  </a:cubicBezTo>
                  <a:cubicBezTo>
                    <a:pt x="228905" y="244966"/>
                    <a:pt x="242875" y="225916"/>
                    <a:pt x="251765" y="224646"/>
                  </a:cubicBezTo>
                  <a:cubicBezTo>
                    <a:pt x="259385" y="223376"/>
                    <a:pt x="274625" y="234806"/>
                    <a:pt x="277165" y="241156"/>
                  </a:cubicBezTo>
                  <a:cubicBezTo>
                    <a:pt x="279705" y="248776"/>
                    <a:pt x="279705" y="258936"/>
                    <a:pt x="273355" y="265286"/>
                  </a:cubicBezTo>
                  <a:cubicBezTo>
                    <a:pt x="264465" y="275446"/>
                    <a:pt x="231445" y="281796"/>
                    <a:pt x="204775" y="283066"/>
                  </a:cubicBezTo>
                  <a:cubicBezTo>
                    <a:pt x="174295" y="284336"/>
                    <a:pt x="128575" y="276716"/>
                    <a:pt x="99365" y="265286"/>
                  </a:cubicBezTo>
                  <a:cubicBezTo>
                    <a:pt x="73965" y="255126"/>
                    <a:pt x="52375" y="241156"/>
                    <a:pt x="35865" y="224646"/>
                  </a:cubicBezTo>
                  <a:cubicBezTo>
                    <a:pt x="20625" y="209406"/>
                    <a:pt x="9195" y="190356"/>
                    <a:pt x="2845" y="171306"/>
                  </a:cubicBezTo>
                  <a:cubicBezTo>
                    <a:pt x="-2235" y="152256"/>
                    <a:pt x="305" y="129396"/>
                    <a:pt x="4115" y="110346"/>
                  </a:cubicBezTo>
                  <a:cubicBezTo>
                    <a:pt x="7925" y="91296"/>
                    <a:pt x="14275" y="70976"/>
                    <a:pt x="24435" y="54466"/>
                  </a:cubicBezTo>
                  <a:cubicBezTo>
                    <a:pt x="35865" y="37956"/>
                    <a:pt x="51105" y="18906"/>
                    <a:pt x="70155" y="10016"/>
                  </a:cubicBezTo>
                  <a:cubicBezTo>
                    <a:pt x="91745" y="-144"/>
                    <a:pt x="127305" y="-1414"/>
                    <a:pt x="146355" y="1126"/>
                  </a:cubicBezTo>
                  <a:cubicBezTo>
                    <a:pt x="160325" y="2396"/>
                    <a:pt x="169215" y="7476"/>
                    <a:pt x="178105" y="15096"/>
                  </a:cubicBezTo>
                  <a:cubicBezTo>
                    <a:pt x="188265" y="22716"/>
                    <a:pt x="197155" y="36686"/>
                    <a:pt x="200965" y="48116"/>
                  </a:cubicBezTo>
                  <a:cubicBezTo>
                    <a:pt x="203505" y="59546"/>
                    <a:pt x="203505" y="76056"/>
                    <a:pt x="198425" y="83676"/>
                  </a:cubicBezTo>
                  <a:cubicBezTo>
                    <a:pt x="192075" y="91296"/>
                    <a:pt x="174295" y="97646"/>
                    <a:pt x="166675" y="95106"/>
                  </a:cubicBezTo>
                  <a:cubicBezTo>
                    <a:pt x="159055" y="92566"/>
                    <a:pt x="150165" y="70976"/>
                    <a:pt x="150165" y="70976"/>
                  </a:cubicBezTo>
                </a:path>
              </a:pathLst>
            </a:custGeom>
            <a:solidFill>
              <a:srgbClr val="FF0000"/>
            </a:solidFill>
            <a:ln cap="sq">
              <a:noFill/>
              <a:prstDash val="solid"/>
              <a:miter/>
            </a:ln>
          </p:spPr>
        </p:sp>
      </p:grpSp>
      <p:grpSp>
        <p:nvGrpSpPr>
          <p:cNvPr id="92" name="Group 92"/>
          <p:cNvGrpSpPr/>
          <p:nvPr/>
        </p:nvGrpSpPr>
        <p:grpSpPr>
          <a:xfrm>
            <a:off x="10470832" y="4964430"/>
            <a:ext cx="258128" cy="314325"/>
            <a:chOff x="0" y="0"/>
            <a:chExt cx="344170" cy="419100"/>
          </a:xfrm>
        </p:grpSpPr>
        <p:sp>
          <p:nvSpPr>
            <p:cNvPr id="93" name="Freeform 93"/>
            <p:cNvSpPr/>
            <p:nvPr/>
          </p:nvSpPr>
          <p:spPr>
            <a:xfrm>
              <a:off x="50568" y="50146"/>
              <a:ext cx="245345" cy="316980"/>
            </a:xfrm>
            <a:custGeom>
              <a:avLst/>
              <a:gdLst/>
              <a:ahLst/>
              <a:cxnLst/>
              <a:rect l="l" t="t" r="r" b="b"/>
              <a:pathLst>
                <a:path w="245345" h="316980">
                  <a:moveTo>
                    <a:pt x="49762" y="64154"/>
                  </a:moveTo>
                  <a:cubicBezTo>
                    <a:pt x="78972" y="173374"/>
                    <a:pt x="87862" y="262274"/>
                    <a:pt x="75162" y="291484"/>
                  </a:cubicBezTo>
                  <a:cubicBezTo>
                    <a:pt x="68812" y="306724"/>
                    <a:pt x="56112" y="318154"/>
                    <a:pt x="45952" y="316884"/>
                  </a:cubicBezTo>
                  <a:cubicBezTo>
                    <a:pt x="34522" y="315614"/>
                    <a:pt x="18012" y="288944"/>
                    <a:pt x="10392" y="263544"/>
                  </a:cubicBezTo>
                  <a:cubicBezTo>
                    <a:pt x="-2308" y="219094"/>
                    <a:pt x="-3578" y="103524"/>
                    <a:pt x="15472" y="61614"/>
                  </a:cubicBezTo>
                  <a:cubicBezTo>
                    <a:pt x="25632" y="36214"/>
                    <a:pt x="47222" y="22244"/>
                    <a:pt x="66272" y="12084"/>
                  </a:cubicBezTo>
                  <a:cubicBezTo>
                    <a:pt x="84052" y="3194"/>
                    <a:pt x="108182" y="-1886"/>
                    <a:pt x="128502" y="654"/>
                  </a:cubicBezTo>
                  <a:cubicBezTo>
                    <a:pt x="150092" y="4464"/>
                    <a:pt x="176762" y="18434"/>
                    <a:pt x="193272" y="33674"/>
                  </a:cubicBezTo>
                  <a:cubicBezTo>
                    <a:pt x="207242" y="46374"/>
                    <a:pt x="214862" y="60344"/>
                    <a:pt x="222482" y="83204"/>
                  </a:cubicBezTo>
                  <a:cubicBezTo>
                    <a:pt x="236452" y="126384"/>
                    <a:pt x="254232" y="255924"/>
                    <a:pt x="240262" y="281324"/>
                  </a:cubicBezTo>
                  <a:cubicBezTo>
                    <a:pt x="236452" y="288944"/>
                    <a:pt x="226292" y="291484"/>
                    <a:pt x="219942" y="291484"/>
                  </a:cubicBezTo>
                  <a:cubicBezTo>
                    <a:pt x="212322" y="291484"/>
                    <a:pt x="202162" y="286404"/>
                    <a:pt x="198352" y="280054"/>
                  </a:cubicBezTo>
                  <a:cubicBezTo>
                    <a:pt x="195812" y="272434"/>
                    <a:pt x="199622" y="248304"/>
                    <a:pt x="207242" y="244494"/>
                  </a:cubicBezTo>
                  <a:cubicBezTo>
                    <a:pt x="214862" y="239414"/>
                    <a:pt x="237722" y="247034"/>
                    <a:pt x="242802" y="254654"/>
                  </a:cubicBezTo>
                  <a:cubicBezTo>
                    <a:pt x="246612" y="261004"/>
                    <a:pt x="244072" y="280054"/>
                    <a:pt x="237722" y="285134"/>
                  </a:cubicBezTo>
                  <a:cubicBezTo>
                    <a:pt x="230102" y="290214"/>
                    <a:pt x="209782" y="291484"/>
                    <a:pt x="200892" y="282594"/>
                  </a:cubicBezTo>
                  <a:cubicBezTo>
                    <a:pt x="178032" y="261004"/>
                    <a:pt x="185652" y="121304"/>
                    <a:pt x="171682" y="88284"/>
                  </a:cubicBezTo>
                  <a:cubicBezTo>
                    <a:pt x="165332" y="74314"/>
                    <a:pt x="160252" y="69234"/>
                    <a:pt x="151362" y="62884"/>
                  </a:cubicBezTo>
                  <a:cubicBezTo>
                    <a:pt x="142472" y="56534"/>
                    <a:pt x="127232" y="51454"/>
                    <a:pt x="114532" y="52724"/>
                  </a:cubicBezTo>
                  <a:cubicBezTo>
                    <a:pt x="99292" y="53994"/>
                    <a:pt x="76432" y="61614"/>
                    <a:pt x="65002" y="78124"/>
                  </a:cubicBezTo>
                  <a:cubicBezTo>
                    <a:pt x="47222" y="106064"/>
                    <a:pt x="56112" y="187344"/>
                    <a:pt x="59922" y="226714"/>
                  </a:cubicBezTo>
                  <a:cubicBezTo>
                    <a:pt x="62462" y="253384"/>
                    <a:pt x="80242" y="276244"/>
                    <a:pt x="75162" y="291484"/>
                  </a:cubicBezTo>
                  <a:cubicBezTo>
                    <a:pt x="71352" y="304184"/>
                    <a:pt x="54842" y="316884"/>
                    <a:pt x="45952" y="316884"/>
                  </a:cubicBezTo>
                  <a:cubicBezTo>
                    <a:pt x="38332" y="316884"/>
                    <a:pt x="29442" y="309264"/>
                    <a:pt x="24362" y="297834"/>
                  </a:cubicBezTo>
                  <a:cubicBezTo>
                    <a:pt x="12932" y="272434"/>
                    <a:pt x="28172" y="183534"/>
                    <a:pt x="21822" y="141624"/>
                  </a:cubicBezTo>
                  <a:cubicBezTo>
                    <a:pt x="16742" y="114954"/>
                    <a:pt x="-2308" y="90824"/>
                    <a:pt x="232" y="74314"/>
                  </a:cubicBezTo>
                  <a:cubicBezTo>
                    <a:pt x="2772" y="62884"/>
                    <a:pt x="12932" y="48914"/>
                    <a:pt x="21822" y="47644"/>
                  </a:cubicBezTo>
                  <a:cubicBezTo>
                    <a:pt x="29442" y="46374"/>
                    <a:pt x="49762" y="64154"/>
                    <a:pt x="49762" y="64154"/>
                  </a:cubicBezTo>
                </a:path>
              </a:pathLst>
            </a:custGeom>
            <a:solidFill>
              <a:srgbClr val="FF0000"/>
            </a:solidFill>
            <a:ln cap="sq">
              <a:noFill/>
              <a:prstDash val="solid"/>
              <a:miter/>
            </a:ln>
          </p:spPr>
        </p:sp>
      </p:grpSp>
      <p:grpSp>
        <p:nvGrpSpPr>
          <p:cNvPr id="94" name="Group 94"/>
          <p:cNvGrpSpPr/>
          <p:nvPr/>
        </p:nvGrpSpPr>
        <p:grpSpPr>
          <a:xfrm>
            <a:off x="10512743" y="5074920"/>
            <a:ext cx="173355" cy="114300"/>
            <a:chOff x="0" y="0"/>
            <a:chExt cx="231140" cy="152400"/>
          </a:xfrm>
        </p:grpSpPr>
        <p:sp>
          <p:nvSpPr>
            <p:cNvPr id="95" name="Freeform 95"/>
            <p:cNvSpPr/>
            <p:nvPr/>
          </p:nvSpPr>
          <p:spPr>
            <a:xfrm>
              <a:off x="50719" y="50476"/>
              <a:ext cx="128351" cy="56689"/>
            </a:xfrm>
            <a:custGeom>
              <a:avLst/>
              <a:gdLst/>
              <a:ahLst/>
              <a:cxnLst/>
              <a:rect l="l" t="t" r="r" b="b"/>
              <a:pathLst>
                <a:path w="128351" h="56689">
                  <a:moveTo>
                    <a:pt x="24211" y="324"/>
                  </a:moveTo>
                  <a:cubicBezTo>
                    <a:pt x="125811" y="11754"/>
                    <a:pt x="129621" y="26994"/>
                    <a:pt x="125811" y="34614"/>
                  </a:cubicBezTo>
                  <a:cubicBezTo>
                    <a:pt x="123271" y="42234"/>
                    <a:pt x="108031" y="51124"/>
                    <a:pt x="100411" y="51124"/>
                  </a:cubicBezTo>
                  <a:cubicBezTo>
                    <a:pt x="91521" y="49854"/>
                    <a:pt x="78821" y="37154"/>
                    <a:pt x="77551" y="29534"/>
                  </a:cubicBezTo>
                  <a:cubicBezTo>
                    <a:pt x="76281" y="23184"/>
                    <a:pt x="80091" y="11754"/>
                    <a:pt x="85171" y="6674"/>
                  </a:cubicBezTo>
                  <a:cubicBezTo>
                    <a:pt x="90251" y="1594"/>
                    <a:pt x="101681" y="-946"/>
                    <a:pt x="108031" y="324"/>
                  </a:cubicBezTo>
                  <a:cubicBezTo>
                    <a:pt x="115651" y="2864"/>
                    <a:pt x="127081" y="15564"/>
                    <a:pt x="128351" y="24454"/>
                  </a:cubicBezTo>
                  <a:cubicBezTo>
                    <a:pt x="128351" y="32074"/>
                    <a:pt x="120731" y="43504"/>
                    <a:pt x="110571" y="49854"/>
                  </a:cubicBezTo>
                  <a:cubicBezTo>
                    <a:pt x="94061" y="58744"/>
                    <a:pt x="43261" y="58744"/>
                    <a:pt x="24211" y="51124"/>
                  </a:cubicBezTo>
                  <a:cubicBezTo>
                    <a:pt x="12781" y="44774"/>
                    <a:pt x="-1189" y="30804"/>
                    <a:pt x="81" y="21914"/>
                  </a:cubicBezTo>
                  <a:cubicBezTo>
                    <a:pt x="81" y="14294"/>
                    <a:pt x="24211" y="324"/>
                    <a:pt x="24211" y="324"/>
                  </a:cubicBezTo>
                </a:path>
              </a:pathLst>
            </a:custGeom>
            <a:solidFill>
              <a:srgbClr val="FF0000"/>
            </a:solidFill>
            <a:ln cap="sq">
              <a:noFill/>
              <a:prstDash val="solid"/>
              <a:miter/>
            </a:ln>
          </p:spPr>
        </p:sp>
      </p:grpSp>
      <p:grpSp>
        <p:nvGrpSpPr>
          <p:cNvPr id="96" name="Group 96"/>
          <p:cNvGrpSpPr/>
          <p:nvPr/>
        </p:nvGrpSpPr>
        <p:grpSpPr>
          <a:xfrm>
            <a:off x="10709910" y="4919662"/>
            <a:ext cx="244792" cy="322897"/>
            <a:chOff x="0" y="0"/>
            <a:chExt cx="326390" cy="430530"/>
          </a:xfrm>
        </p:grpSpPr>
        <p:sp>
          <p:nvSpPr>
            <p:cNvPr id="97" name="Freeform 97"/>
            <p:cNvSpPr/>
            <p:nvPr/>
          </p:nvSpPr>
          <p:spPr>
            <a:xfrm>
              <a:off x="49213" y="50693"/>
              <a:ext cx="226689" cy="328201"/>
            </a:xfrm>
            <a:custGeom>
              <a:avLst/>
              <a:gdLst/>
              <a:ahLst/>
              <a:cxnLst/>
              <a:rect l="l" t="t" r="r" b="b"/>
              <a:pathLst>
                <a:path w="226689" h="328201">
                  <a:moveTo>
                    <a:pt x="173037" y="87737"/>
                  </a:moveTo>
                  <a:cubicBezTo>
                    <a:pt x="174307" y="61067"/>
                    <a:pt x="126047" y="42017"/>
                    <a:pt x="105727" y="48367"/>
                  </a:cubicBezTo>
                  <a:cubicBezTo>
                    <a:pt x="84137" y="54717"/>
                    <a:pt x="60007" y="97897"/>
                    <a:pt x="53657" y="118217"/>
                  </a:cubicBezTo>
                  <a:cubicBezTo>
                    <a:pt x="49847" y="130917"/>
                    <a:pt x="49847" y="141077"/>
                    <a:pt x="52387" y="153777"/>
                  </a:cubicBezTo>
                  <a:cubicBezTo>
                    <a:pt x="56197" y="167747"/>
                    <a:pt x="61277" y="186797"/>
                    <a:pt x="73977" y="202037"/>
                  </a:cubicBezTo>
                  <a:cubicBezTo>
                    <a:pt x="91757" y="224897"/>
                    <a:pt x="134937" y="252837"/>
                    <a:pt x="161607" y="266807"/>
                  </a:cubicBezTo>
                  <a:cubicBezTo>
                    <a:pt x="181927" y="276967"/>
                    <a:pt x="207327" y="275697"/>
                    <a:pt x="217487" y="284587"/>
                  </a:cubicBezTo>
                  <a:cubicBezTo>
                    <a:pt x="222567" y="290937"/>
                    <a:pt x="225107" y="301097"/>
                    <a:pt x="222567" y="308717"/>
                  </a:cubicBezTo>
                  <a:cubicBezTo>
                    <a:pt x="220027" y="316337"/>
                    <a:pt x="207327" y="326497"/>
                    <a:pt x="199707" y="327767"/>
                  </a:cubicBezTo>
                  <a:cubicBezTo>
                    <a:pt x="192087" y="329037"/>
                    <a:pt x="181927" y="322687"/>
                    <a:pt x="178117" y="317607"/>
                  </a:cubicBezTo>
                  <a:cubicBezTo>
                    <a:pt x="174307" y="311257"/>
                    <a:pt x="171767" y="299827"/>
                    <a:pt x="174307" y="293477"/>
                  </a:cubicBezTo>
                  <a:cubicBezTo>
                    <a:pt x="176847" y="287127"/>
                    <a:pt x="184467" y="279507"/>
                    <a:pt x="192087" y="278237"/>
                  </a:cubicBezTo>
                  <a:cubicBezTo>
                    <a:pt x="198437" y="275697"/>
                    <a:pt x="209867" y="278237"/>
                    <a:pt x="214947" y="283317"/>
                  </a:cubicBezTo>
                  <a:cubicBezTo>
                    <a:pt x="220027" y="288397"/>
                    <a:pt x="223837" y="306177"/>
                    <a:pt x="221297" y="313797"/>
                  </a:cubicBezTo>
                  <a:cubicBezTo>
                    <a:pt x="218757" y="320147"/>
                    <a:pt x="211137" y="325227"/>
                    <a:pt x="202247" y="327767"/>
                  </a:cubicBezTo>
                  <a:cubicBezTo>
                    <a:pt x="187007" y="330307"/>
                    <a:pt x="157797" y="321417"/>
                    <a:pt x="134937" y="308717"/>
                  </a:cubicBezTo>
                  <a:cubicBezTo>
                    <a:pt x="100647" y="290937"/>
                    <a:pt x="47307" y="247757"/>
                    <a:pt x="25717" y="218547"/>
                  </a:cubicBezTo>
                  <a:cubicBezTo>
                    <a:pt x="11747" y="199497"/>
                    <a:pt x="5397" y="182987"/>
                    <a:pt x="1587" y="162667"/>
                  </a:cubicBezTo>
                  <a:cubicBezTo>
                    <a:pt x="-953" y="143617"/>
                    <a:pt x="-953" y="122027"/>
                    <a:pt x="5397" y="100437"/>
                  </a:cubicBezTo>
                  <a:cubicBezTo>
                    <a:pt x="14287" y="75037"/>
                    <a:pt x="33337" y="40747"/>
                    <a:pt x="53657" y="24237"/>
                  </a:cubicBezTo>
                  <a:cubicBezTo>
                    <a:pt x="71437" y="8997"/>
                    <a:pt x="93027" y="-1163"/>
                    <a:pt x="117157" y="107"/>
                  </a:cubicBezTo>
                  <a:cubicBezTo>
                    <a:pt x="146367" y="107"/>
                    <a:pt x="198437" y="25507"/>
                    <a:pt x="214947" y="40747"/>
                  </a:cubicBezTo>
                  <a:cubicBezTo>
                    <a:pt x="222567" y="49637"/>
                    <a:pt x="225107" y="58527"/>
                    <a:pt x="226377" y="68687"/>
                  </a:cubicBezTo>
                  <a:cubicBezTo>
                    <a:pt x="227647" y="81387"/>
                    <a:pt x="225107" y="100437"/>
                    <a:pt x="217487" y="109327"/>
                  </a:cubicBezTo>
                  <a:cubicBezTo>
                    <a:pt x="212407" y="115677"/>
                    <a:pt x="197167" y="119487"/>
                    <a:pt x="190817" y="116947"/>
                  </a:cubicBezTo>
                  <a:cubicBezTo>
                    <a:pt x="181927" y="114407"/>
                    <a:pt x="173037" y="87737"/>
                    <a:pt x="173037" y="87737"/>
                  </a:cubicBezTo>
                </a:path>
              </a:pathLst>
            </a:custGeom>
            <a:solidFill>
              <a:srgbClr val="FF0000"/>
            </a:solidFill>
            <a:ln cap="sq">
              <a:noFill/>
              <a:prstDash val="solid"/>
              <a:miter/>
            </a:ln>
          </p:spPr>
        </p:sp>
      </p:grpSp>
      <p:grpSp>
        <p:nvGrpSpPr>
          <p:cNvPr id="98" name="Group 98"/>
          <p:cNvGrpSpPr/>
          <p:nvPr/>
        </p:nvGrpSpPr>
        <p:grpSpPr>
          <a:xfrm>
            <a:off x="10989945" y="4952047"/>
            <a:ext cx="138112" cy="255270"/>
            <a:chOff x="0" y="0"/>
            <a:chExt cx="184150" cy="340360"/>
          </a:xfrm>
        </p:grpSpPr>
        <p:sp>
          <p:nvSpPr>
            <p:cNvPr id="99" name="Freeform 99"/>
            <p:cNvSpPr/>
            <p:nvPr/>
          </p:nvSpPr>
          <p:spPr>
            <a:xfrm>
              <a:off x="39350" y="50800"/>
              <a:ext cx="94000" cy="238760"/>
            </a:xfrm>
            <a:custGeom>
              <a:avLst/>
              <a:gdLst/>
              <a:ahLst/>
              <a:cxnLst/>
              <a:rect l="l" t="t" r="r" b="b"/>
              <a:pathLst>
                <a:path w="94000" h="238760">
                  <a:moveTo>
                    <a:pt x="62250" y="25400"/>
                  </a:moveTo>
                  <a:cubicBezTo>
                    <a:pt x="68600" y="199390"/>
                    <a:pt x="92730" y="203200"/>
                    <a:pt x="94000" y="213360"/>
                  </a:cubicBezTo>
                  <a:cubicBezTo>
                    <a:pt x="94000" y="222250"/>
                    <a:pt x="82570" y="236220"/>
                    <a:pt x="73680" y="237490"/>
                  </a:cubicBezTo>
                  <a:cubicBezTo>
                    <a:pt x="66060" y="238760"/>
                    <a:pt x="44470" y="226060"/>
                    <a:pt x="43200" y="217170"/>
                  </a:cubicBezTo>
                  <a:cubicBezTo>
                    <a:pt x="41930" y="209550"/>
                    <a:pt x="55900" y="189230"/>
                    <a:pt x="64790" y="187960"/>
                  </a:cubicBezTo>
                  <a:cubicBezTo>
                    <a:pt x="72410" y="186690"/>
                    <a:pt x="92730" y="201930"/>
                    <a:pt x="92730" y="210820"/>
                  </a:cubicBezTo>
                  <a:cubicBezTo>
                    <a:pt x="94000" y="219710"/>
                    <a:pt x="78760" y="237490"/>
                    <a:pt x="68600" y="238760"/>
                  </a:cubicBezTo>
                  <a:cubicBezTo>
                    <a:pt x="53360" y="238760"/>
                    <a:pt x="21610" y="209550"/>
                    <a:pt x="11450" y="182880"/>
                  </a:cubicBezTo>
                  <a:cubicBezTo>
                    <a:pt x="-5060" y="146050"/>
                    <a:pt x="-2520" y="54610"/>
                    <a:pt x="11450" y="25400"/>
                  </a:cubicBezTo>
                  <a:cubicBezTo>
                    <a:pt x="17800" y="11430"/>
                    <a:pt x="30500" y="0"/>
                    <a:pt x="39390" y="0"/>
                  </a:cubicBezTo>
                  <a:cubicBezTo>
                    <a:pt x="47010" y="1270"/>
                    <a:pt x="62250" y="25400"/>
                    <a:pt x="62250" y="25400"/>
                  </a:cubicBezTo>
                </a:path>
              </a:pathLst>
            </a:custGeom>
            <a:solidFill>
              <a:srgbClr val="FF0000"/>
            </a:solidFill>
            <a:ln cap="sq">
              <a:noFill/>
              <a:prstDash val="solid"/>
              <a:miter/>
            </a:ln>
          </p:spPr>
        </p:sp>
      </p:grpSp>
      <p:grpSp>
        <p:nvGrpSpPr>
          <p:cNvPr id="100" name="Group 100"/>
          <p:cNvGrpSpPr/>
          <p:nvPr/>
        </p:nvGrpSpPr>
        <p:grpSpPr>
          <a:xfrm>
            <a:off x="10937557" y="5011103"/>
            <a:ext cx="278130" cy="114300"/>
            <a:chOff x="0" y="0"/>
            <a:chExt cx="370840" cy="152400"/>
          </a:xfrm>
        </p:grpSpPr>
        <p:sp>
          <p:nvSpPr>
            <p:cNvPr id="101" name="Freeform 101"/>
            <p:cNvSpPr/>
            <p:nvPr/>
          </p:nvSpPr>
          <p:spPr>
            <a:xfrm>
              <a:off x="50703" y="49992"/>
              <a:ext cx="268067" cy="63038"/>
            </a:xfrm>
            <a:custGeom>
              <a:avLst/>
              <a:gdLst/>
              <a:ahLst/>
              <a:cxnLst/>
              <a:rect l="l" t="t" r="r" b="b"/>
              <a:pathLst>
                <a:path w="268067" h="63038">
                  <a:moveTo>
                    <a:pt x="24227" y="808"/>
                  </a:moveTo>
                  <a:cubicBezTo>
                    <a:pt x="262987" y="9698"/>
                    <a:pt x="269337" y="26208"/>
                    <a:pt x="266797" y="35098"/>
                  </a:cubicBezTo>
                  <a:cubicBezTo>
                    <a:pt x="264257" y="42718"/>
                    <a:pt x="247747" y="51608"/>
                    <a:pt x="240127" y="50338"/>
                  </a:cubicBezTo>
                  <a:cubicBezTo>
                    <a:pt x="231237" y="50338"/>
                    <a:pt x="219807" y="37638"/>
                    <a:pt x="217267" y="30018"/>
                  </a:cubicBezTo>
                  <a:cubicBezTo>
                    <a:pt x="215997" y="22398"/>
                    <a:pt x="219807" y="12238"/>
                    <a:pt x="224887" y="7158"/>
                  </a:cubicBezTo>
                  <a:cubicBezTo>
                    <a:pt x="229967" y="2078"/>
                    <a:pt x="241397" y="-1732"/>
                    <a:pt x="247747" y="808"/>
                  </a:cubicBezTo>
                  <a:cubicBezTo>
                    <a:pt x="255367" y="3348"/>
                    <a:pt x="268067" y="16048"/>
                    <a:pt x="268067" y="23668"/>
                  </a:cubicBezTo>
                  <a:cubicBezTo>
                    <a:pt x="268067" y="32558"/>
                    <a:pt x="257907" y="45258"/>
                    <a:pt x="242667" y="51608"/>
                  </a:cubicBezTo>
                  <a:cubicBezTo>
                    <a:pt x="207107" y="66848"/>
                    <a:pt x="61057" y="66848"/>
                    <a:pt x="24227" y="51608"/>
                  </a:cubicBezTo>
                  <a:cubicBezTo>
                    <a:pt x="10257" y="43988"/>
                    <a:pt x="-1173" y="31288"/>
                    <a:pt x="97" y="22398"/>
                  </a:cubicBezTo>
                  <a:cubicBezTo>
                    <a:pt x="97" y="14778"/>
                    <a:pt x="24227" y="808"/>
                    <a:pt x="24227" y="808"/>
                  </a:cubicBezTo>
                </a:path>
              </a:pathLst>
            </a:custGeom>
            <a:solidFill>
              <a:srgbClr val="FF0000"/>
            </a:solidFill>
            <a:ln cap="sq">
              <a:noFill/>
              <a:prstDash val="solid"/>
              <a:miter/>
            </a:ln>
          </p:spPr>
        </p:sp>
      </p:grpSp>
      <p:grpSp>
        <p:nvGrpSpPr>
          <p:cNvPr id="102" name="Group 102"/>
          <p:cNvGrpSpPr/>
          <p:nvPr/>
        </p:nvGrpSpPr>
        <p:grpSpPr>
          <a:xfrm>
            <a:off x="10430828" y="5553075"/>
            <a:ext cx="236220" cy="318135"/>
            <a:chOff x="0" y="0"/>
            <a:chExt cx="314960" cy="424180"/>
          </a:xfrm>
        </p:grpSpPr>
        <p:sp>
          <p:nvSpPr>
            <p:cNvPr id="103" name="Freeform 103"/>
            <p:cNvSpPr/>
            <p:nvPr/>
          </p:nvSpPr>
          <p:spPr>
            <a:xfrm>
              <a:off x="45938" y="48719"/>
              <a:ext cx="224128" cy="324661"/>
            </a:xfrm>
            <a:custGeom>
              <a:avLst/>
              <a:gdLst/>
              <a:ahLst/>
              <a:cxnLst/>
              <a:rect l="l" t="t" r="r" b="b"/>
              <a:pathLst>
                <a:path w="224128" h="324661">
                  <a:moveTo>
                    <a:pt x="63282" y="120191"/>
                  </a:moveTo>
                  <a:cubicBezTo>
                    <a:pt x="58202" y="309421"/>
                    <a:pt x="53122" y="314501"/>
                    <a:pt x="46772" y="317041"/>
                  </a:cubicBezTo>
                  <a:cubicBezTo>
                    <a:pt x="39152" y="319581"/>
                    <a:pt x="26452" y="318311"/>
                    <a:pt x="18832" y="309421"/>
                  </a:cubicBezTo>
                  <a:cubicBezTo>
                    <a:pt x="-1488" y="285291"/>
                    <a:pt x="-4028" y="140511"/>
                    <a:pt x="4862" y="87171"/>
                  </a:cubicBezTo>
                  <a:cubicBezTo>
                    <a:pt x="9942" y="56691"/>
                    <a:pt x="22642" y="28751"/>
                    <a:pt x="36612" y="16051"/>
                  </a:cubicBezTo>
                  <a:cubicBezTo>
                    <a:pt x="45502" y="7161"/>
                    <a:pt x="54392" y="4621"/>
                    <a:pt x="67092" y="2081"/>
                  </a:cubicBezTo>
                  <a:cubicBezTo>
                    <a:pt x="84872" y="-459"/>
                    <a:pt x="110272" y="-1729"/>
                    <a:pt x="129322" y="4621"/>
                  </a:cubicBezTo>
                  <a:cubicBezTo>
                    <a:pt x="148372" y="9701"/>
                    <a:pt x="166152" y="22401"/>
                    <a:pt x="180122" y="35101"/>
                  </a:cubicBezTo>
                  <a:cubicBezTo>
                    <a:pt x="192822" y="49071"/>
                    <a:pt x="202982" y="61771"/>
                    <a:pt x="209332" y="84631"/>
                  </a:cubicBezTo>
                  <a:cubicBezTo>
                    <a:pt x="223302" y="130351"/>
                    <a:pt x="229652" y="263701"/>
                    <a:pt x="218222" y="299261"/>
                  </a:cubicBezTo>
                  <a:cubicBezTo>
                    <a:pt x="214412" y="311961"/>
                    <a:pt x="206792" y="320851"/>
                    <a:pt x="199172" y="323391"/>
                  </a:cubicBezTo>
                  <a:cubicBezTo>
                    <a:pt x="191552" y="325931"/>
                    <a:pt x="175042" y="318311"/>
                    <a:pt x="171232" y="311961"/>
                  </a:cubicBezTo>
                  <a:cubicBezTo>
                    <a:pt x="167422" y="304341"/>
                    <a:pt x="173772" y="281481"/>
                    <a:pt x="180122" y="276401"/>
                  </a:cubicBezTo>
                  <a:cubicBezTo>
                    <a:pt x="186472" y="272591"/>
                    <a:pt x="197902" y="272591"/>
                    <a:pt x="204252" y="276401"/>
                  </a:cubicBezTo>
                  <a:cubicBezTo>
                    <a:pt x="210602" y="278941"/>
                    <a:pt x="218222" y="289101"/>
                    <a:pt x="218222" y="295451"/>
                  </a:cubicBezTo>
                  <a:cubicBezTo>
                    <a:pt x="216952" y="304341"/>
                    <a:pt x="202982" y="323391"/>
                    <a:pt x="194092" y="324661"/>
                  </a:cubicBezTo>
                  <a:cubicBezTo>
                    <a:pt x="186472" y="324661"/>
                    <a:pt x="175042" y="318311"/>
                    <a:pt x="168692" y="306881"/>
                  </a:cubicBezTo>
                  <a:cubicBezTo>
                    <a:pt x="152182" y="276401"/>
                    <a:pt x="168692" y="134161"/>
                    <a:pt x="159802" y="98601"/>
                  </a:cubicBezTo>
                  <a:cubicBezTo>
                    <a:pt x="155992" y="84631"/>
                    <a:pt x="154722" y="78281"/>
                    <a:pt x="147102" y="71931"/>
                  </a:cubicBezTo>
                  <a:cubicBezTo>
                    <a:pt x="134402" y="61771"/>
                    <a:pt x="102652" y="51611"/>
                    <a:pt x="87412" y="52881"/>
                  </a:cubicBezTo>
                  <a:cubicBezTo>
                    <a:pt x="75982" y="52881"/>
                    <a:pt x="65822" y="56691"/>
                    <a:pt x="60742" y="61771"/>
                  </a:cubicBezTo>
                  <a:cubicBezTo>
                    <a:pt x="55662" y="68121"/>
                    <a:pt x="56932" y="74471"/>
                    <a:pt x="55662" y="87171"/>
                  </a:cubicBezTo>
                  <a:cubicBezTo>
                    <a:pt x="53122" y="124001"/>
                    <a:pt x="75982" y="267511"/>
                    <a:pt x="63282" y="299261"/>
                  </a:cubicBezTo>
                  <a:cubicBezTo>
                    <a:pt x="58202" y="310691"/>
                    <a:pt x="49312" y="317041"/>
                    <a:pt x="41692" y="318311"/>
                  </a:cubicBezTo>
                  <a:cubicBezTo>
                    <a:pt x="34072" y="319581"/>
                    <a:pt x="25182" y="318311"/>
                    <a:pt x="18832" y="309421"/>
                  </a:cubicBezTo>
                  <a:cubicBezTo>
                    <a:pt x="2322" y="286561"/>
                    <a:pt x="-1488" y="144321"/>
                    <a:pt x="13752" y="113841"/>
                  </a:cubicBezTo>
                  <a:cubicBezTo>
                    <a:pt x="20102" y="101141"/>
                    <a:pt x="32802" y="93521"/>
                    <a:pt x="41692" y="94791"/>
                  </a:cubicBezTo>
                  <a:cubicBezTo>
                    <a:pt x="49312" y="96061"/>
                    <a:pt x="63282" y="120191"/>
                    <a:pt x="63282" y="120191"/>
                  </a:cubicBezTo>
                </a:path>
              </a:pathLst>
            </a:custGeom>
            <a:solidFill>
              <a:srgbClr val="FF0000"/>
            </a:solidFill>
            <a:ln cap="sq">
              <a:noFill/>
              <a:prstDash val="solid"/>
              <a:miter/>
            </a:ln>
          </p:spPr>
        </p:sp>
      </p:grpSp>
      <p:grpSp>
        <p:nvGrpSpPr>
          <p:cNvPr id="104" name="Group 104"/>
          <p:cNvGrpSpPr/>
          <p:nvPr/>
        </p:nvGrpSpPr>
        <p:grpSpPr>
          <a:xfrm>
            <a:off x="10459402" y="5651182"/>
            <a:ext cx="206692" cy="120967"/>
            <a:chOff x="0" y="0"/>
            <a:chExt cx="275590" cy="161290"/>
          </a:xfrm>
        </p:grpSpPr>
        <p:sp>
          <p:nvSpPr>
            <p:cNvPr id="105" name="Freeform 105"/>
            <p:cNvSpPr/>
            <p:nvPr/>
          </p:nvSpPr>
          <p:spPr>
            <a:xfrm>
              <a:off x="50608" y="50800"/>
              <a:ext cx="175178" cy="62278"/>
            </a:xfrm>
            <a:custGeom>
              <a:avLst/>
              <a:gdLst/>
              <a:ahLst/>
              <a:cxnLst/>
              <a:rect l="l" t="t" r="r" b="b"/>
              <a:pathLst>
                <a:path w="175178" h="62278">
                  <a:moveTo>
                    <a:pt x="25592" y="0"/>
                  </a:moveTo>
                  <a:cubicBezTo>
                    <a:pt x="167832" y="13970"/>
                    <a:pt x="172912" y="20320"/>
                    <a:pt x="174182" y="26670"/>
                  </a:cubicBezTo>
                  <a:cubicBezTo>
                    <a:pt x="175452" y="34290"/>
                    <a:pt x="169102" y="50800"/>
                    <a:pt x="162752" y="55880"/>
                  </a:cubicBezTo>
                  <a:cubicBezTo>
                    <a:pt x="156402" y="59690"/>
                    <a:pt x="144972" y="59690"/>
                    <a:pt x="138622" y="55880"/>
                  </a:cubicBezTo>
                  <a:cubicBezTo>
                    <a:pt x="132272" y="52070"/>
                    <a:pt x="123382" y="36830"/>
                    <a:pt x="124652" y="29210"/>
                  </a:cubicBezTo>
                  <a:cubicBezTo>
                    <a:pt x="125922" y="20320"/>
                    <a:pt x="139892" y="10160"/>
                    <a:pt x="147512" y="7620"/>
                  </a:cubicBezTo>
                  <a:cubicBezTo>
                    <a:pt x="153862" y="6350"/>
                    <a:pt x="165292" y="11430"/>
                    <a:pt x="169102" y="17780"/>
                  </a:cubicBezTo>
                  <a:cubicBezTo>
                    <a:pt x="174182" y="22860"/>
                    <a:pt x="176722" y="34290"/>
                    <a:pt x="174182" y="40640"/>
                  </a:cubicBezTo>
                  <a:cubicBezTo>
                    <a:pt x="171642" y="48260"/>
                    <a:pt x="161482" y="54610"/>
                    <a:pt x="150052" y="58420"/>
                  </a:cubicBezTo>
                  <a:cubicBezTo>
                    <a:pt x="123382" y="66040"/>
                    <a:pt x="34482" y="62230"/>
                    <a:pt x="14162" y="48260"/>
                  </a:cubicBezTo>
                  <a:cubicBezTo>
                    <a:pt x="4002" y="41910"/>
                    <a:pt x="-1078" y="30480"/>
                    <a:pt x="192" y="22860"/>
                  </a:cubicBezTo>
                  <a:cubicBezTo>
                    <a:pt x="2732" y="13970"/>
                    <a:pt x="25592" y="0"/>
                    <a:pt x="25592" y="0"/>
                  </a:cubicBezTo>
                </a:path>
              </a:pathLst>
            </a:custGeom>
            <a:solidFill>
              <a:srgbClr val="FF0000"/>
            </a:solidFill>
            <a:ln cap="sq">
              <a:noFill/>
              <a:prstDash val="solid"/>
              <a:miter/>
            </a:ln>
          </p:spPr>
        </p:sp>
      </p:grpSp>
      <p:grpSp>
        <p:nvGrpSpPr>
          <p:cNvPr id="106" name="Group 106"/>
          <p:cNvGrpSpPr/>
          <p:nvPr/>
        </p:nvGrpSpPr>
        <p:grpSpPr>
          <a:xfrm>
            <a:off x="10690860" y="5564505"/>
            <a:ext cx="352425" cy="265747"/>
            <a:chOff x="0" y="0"/>
            <a:chExt cx="469900" cy="354330"/>
          </a:xfrm>
        </p:grpSpPr>
        <p:sp>
          <p:nvSpPr>
            <p:cNvPr id="107" name="Freeform 107"/>
            <p:cNvSpPr/>
            <p:nvPr/>
          </p:nvSpPr>
          <p:spPr>
            <a:xfrm>
              <a:off x="46567" y="47892"/>
              <a:ext cx="374862" cy="256622"/>
            </a:xfrm>
            <a:custGeom>
              <a:avLst/>
              <a:gdLst/>
              <a:ahLst/>
              <a:cxnLst/>
              <a:rect l="l" t="t" r="r" b="b"/>
              <a:pathLst>
                <a:path w="374862" h="256622">
                  <a:moveTo>
                    <a:pt x="222673" y="61328"/>
                  </a:moveTo>
                  <a:cubicBezTo>
                    <a:pt x="46143" y="54978"/>
                    <a:pt x="37253" y="66408"/>
                    <a:pt x="32173" y="63868"/>
                  </a:cubicBezTo>
                  <a:cubicBezTo>
                    <a:pt x="27093" y="60058"/>
                    <a:pt x="25823" y="30848"/>
                    <a:pt x="33443" y="25768"/>
                  </a:cubicBezTo>
                  <a:cubicBezTo>
                    <a:pt x="43603" y="19418"/>
                    <a:pt x="82973" y="52438"/>
                    <a:pt x="117263" y="65138"/>
                  </a:cubicBezTo>
                  <a:cubicBezTo>
                    <a:pt x="166793" y="81648"/>
                    <a:pt x="258233" y="89268"/>
                    <a:pt x="303953" y="109588"/>
                  </a:cubicBezTo>
                  <a:cubicBezTo>
                    <a:pt x="333163" y="122288"/>
                    <a:pt x="363643" y="136258"/>
                    <a:pt x="371263" y="154038"/>
                  </a:cubicBezTo>
                  <a:cubicBezTo>
                    <a:pt x="377613" y="166738"/>
                    <a:pt x="375073" y="184518"/>
                    <a:pt x="367453" y="198488"/>
                  </a:cubicBezTo>
                  <a:cubicBezTo>
                    <a:pt x="359833" y="213728"/>
                    <a:pt x="339513" y="228968"/>
                    <a:pt x="317923" y="239128"/>
                  </a:cubicBezTo>
                  <a:cubicBezTo>
                    <a:pt x="288713" y="251828"/>
                    <a:pt x="245533" y="259448"/>
                    <a:pt x="206163" y="255638"/>
                  </a:cubicBezTo>
                  <a:cubicBezTo>
                    <a:pt x="161713" y="250558"/>
                    <a:pt x="84243" y="221348"/>
                    <a:pt x="63923" y="204838"/>
                  </a:cubicBezTo>
                  <a:cubicBezTo>
                    <a:pt x="56303" y="197218"/>
                    <a:pt x="53763" y="190868"/>
                    <a:pt x="53763" y="183248"/>
                  </a:cubicBezTo>
                  <a:cubicBezTo>
                    <a:pt x="52493" y="176898"/>
                    <a:pt x="58843" y="166738"/>
                    <a:pt x="63923" y="162928"/>
                  </a:cubicBezTo>
                  <a:cubicBezTo>
                    <a:pt x="70273" y="159118"/>
                    <a:pt x="81703" y="157848"/>
                    <a:pt x="88053" y="160388"/>
                  </a:cubicBezTo>
                  <a:cubicBezTo>
                    <a:pt x="94403" y="162928"/>
                    <a:pt x="102023" y="170548"/>
                    <a:pt x="103293" y="178168"/>
                  </a:cubicBezTo>
                  <a:cubicBezTo>
                    <a:pt x="104563" y="184518"/>
                    <a:pt x="102023" y="195948"/>
                    <a:pt x="96943" y="201028"/>
                  </a:cubicBezTo>
                  <a:cubicBezTo>
                    <a:pt x="91863" y="206108"/>
                    <a:pt x="81703" y="209918"/>
                    <a:pt x="74083" y="208648"/>
                  </a:cubicBezTo>
                  <a:cubicBezTo>
                    <a:pt x="66463" y="206108"/>
                    <a:pt x="53763" y="194678"/>
                    <a:pt x="53763" y="187058"/>
                  </a:cubicBezTo>
                  <a:cubicBezTo>
                    <a:pt x="52493" y="178168"/>
                    <a:pt x="63923" y="161658"/>
                    <a:pt x="76623" y="157848"/>
                  </a:cubicBezTo>
                  <a:cubicBezTo>
                    <a:pt x="102023" y="151498"/>
                    <a:pt x="169333" y="198488"/>
                    <a:pt x="206163" y="204838"/>
                  </a:cubicBezTo>
                  <a:cubicBezTo>
                    <a:pt x="231563" y="208648"/>
                    <a:pt x="253153" y="208648"/>
                    <a:pt x="273473" y="203568"/>
                  </a:cubicBezTo>
                  <a:cubicBezTo>
                    <a:pt x="295063" y="199758"/>
                    <a:pt x="333163" y="188328"/>
                    <a:pt x="333163" y="176898"/>
                  </a:cubicBezTo>
                  <a:cubicBezTo>
                    <a:pt x="331893" y="151498"/>
                    <a:pt x="29633" y="109588"/>
                    <a:pt x="4233" y="67678"/>
                  </a:cubicBezTo>
                  <a:cubicBezTo>
                    <a:pt x="-4657" y="52438"/>
                    <a:pt x="1693" y="30848"/>
                    <a:pt x="11853" y="19418"/>
                  </a:cubicBezTo>
                  <a:cubicBezTo>
                    <a:pt x="24553" y="6718"/>
                    <a:pt x="53763" y="5448"/>
                    <a:pt x="81703" y="2908"/>
                  </a:cubicBezTo>
                  <a:cubicBezTo>
                    <a:pt x="122343" y="-902"/>
                    <a:pt x="212513" y="-3442"/>
                    <a:pt x="236643" y="11798"/>
                  </a:cubicBezTo>
                  <a:cubicBezTo>
                    <a:pt x="246803" y="19418"/>
                    <a:pt x="253153" y="34658"/>
                    <a:pt x="250613" y="42278"/>
                  </a:cubicBezTo>
                  <a:cubicBezTo>
                    <a:pt x="248073" y="51168"/>
                    <a:pt x="222673" y="61328"/>
                    <a:pt x="222673" y="61328"/>
                  </a:cubicBezTo>
                </a:path>
              </a:pathLst>
            </a:custGeom>
            <a:solidFill>
              <a:srgbClr val="FF0000"/>
            </a:solidFill>
            <a:ln cap="sq">
              <a:noFill/>
              <a:prstDash val="solid"/>
              <a:miter/>
            </a:ln>
          </p:spPr>
        </p:sp>
      </p:grpSp>
      <p:grpSp>
        <p:nvGrpSpPr>
          <p:cNvPr id="108" name="Group 108"/>
          <p:cNvGrpSpPr/>
          <p:nvPr/>
        </p:nvGrpSpPr>
        <p:grpSpPr>
          <a:xfrm>
            <a:off x="9550718" y="2575560"/>
            <a:ext cx="248603" cy="283845"/>
            <a:chOff x="0" y="0"/>
            <a:chExt cx="331470" cy="378460"/>
          </a:xfrm>
        </p:grpSpPr>
        <p:sp>
          <p:nvSpPr>
            <p:cNvPr id="109" name="Freeform 109"/>
            <p:cNvSpPr/>
            <p:nvPr/>
          </p:nvSpPr>
          <p:spPr>
            <a:xfrm>
              <a:off x="46986" y="49010"/>
              <a:ext cx="240437" cy="278650"/>
            </a:xfrm>
            <a:custGeom>
              <a:avLst/>
              <a:gdLst/>
              <a:ahLst/>
              <a:cxnLst/>
              <a:rect l="l" t="t" r="r" b="b"/>
              <a:pathLst>
                <a:path w="240437" h="278650">
                  <a:moveTo>
                    <a:pt x="54614" y="55130"/>
                  </a:moveTo>
                  <a:cubicBezTo>
                    <a:pt x="64774" y="238010"/>
                    <a:pt x="50804" y="249440"/>
                    <a:pt x="41914" y="249440"/>
                  </a:cubicBezTo>
                  <a:cubicBezTo>
                    <a:pt x="34294" y="248170"/>
                    <a:pt x="24134" y="238010"/>
                    <a:pt x="20324" y="224040"/>
                  </a:cubicBezTo>
                  <a:cubicBezTo>
                    <a:pt x="7624" y="192290"/>
                    <a:pt x="12704" y="72910"/>
                    <a:pt x="22864" y="42430"/>
                  </a:cubicBezTo>
                  <a:cubicBezTo>
                    <a:pt x="26674" y="31000"/>
                    <a:pt x="30484" y="27190"/>
                    <a:pt x="39374" y="20840"/>
                  </a:cubicBezTo>
                  <a:cubicBezTo>
                    <a:pt x="50804" y="11950"/>
                    <a:pt x="71124" y="5600"/>
                    <a:pt x="91444" y="1790"/>
                  </a:cubicBezTo>
                  <a:cubicBezTo>
                    <a:pt x="118114" y="-750"/>
                    <a:pt x="160024" y="-2020"/>
                    <a:pt x="184154" y="8140"/>
                  </a:cubicBezTo>
                  <a:cubicBezTo>
                    <a:pt x="203204" y="15760"/>
                    <a:pt x="219714" y="34810"/>
                    <a:pt x="227334" y="47510"/>
                  </a:cubicBezTo>
                  <a:cubicBezTo>
                    <a:pt x="232414" y="56400"/>
                    <a:pt x="231144" y="60210"/>
                    <a:pt x="232414" y="72910"/>
                  </a:cubicBezTo>
                  <a:cubicBezTo>
                    <a:pt x="236224" y="105930"/>
                    <a:pt x="247654" y="221500"/>
                    <a:pt x="233684" y="253250"/>
                  </a:cubicBezTo>
                  <a:cubicBezTo>
                    <a:pt x="227334" y="267220"/>
                    <a:pt x="215904" y="277380"/>
                    <a:pt x="207014" y="278650"/>
                  </a:cubicBezTo>
                  <a:cubicBezTo>
                    <a:pt x="199394" y="278650"/>
                    <a:pt x="189234" y="272300"/>
                    <a:pt x="186694" y="265950"/>
                  </a:cubicBezTo>
                  <a:cubicBezTo>
                    <a:pt x="182884" y="258330"/>
                    <a:pt x="184154" y="241820"/>
                    <a:pt x="189234" y="235470"/>
                  </a:cubicBezTo>
                  <a:cubicBezTo>
                    <a:pt x="195584" y="229120"/>
                    <a:pt x="213364" y="227850"/>
                    <a:pt x="219714" y="230390"/>
                  </a:cubicBezTo>
                  <a:cubicBezTo>
                    <a:pt x="227334" y="232930"/>
                    <a:pt x="233684" y="243090"/>
                    <a:pt x="233684" y="250710"/>
                  </a:cubicBezTo>
                  <a:cubicBezTo>
                    <a:pt x="233684" y="258330"/>
                    <a:pt x="224794" y="274840"/>
                    <a:pt x="217174" y="276110"/>
                  </a:cubicBezTo>
                  <a:cubicBezTo>
                    <a:pt x="209554" y="278650"/>
                    <a:pt x="191774" y="273570"/>
                    <a:pt x="184154" y="260870"/>
                  </a:cubicBezTo>
                  <a:cubicBezTo>
                    <a:pt x="165104" y="231660"/>
                    <a:pt x="205744" y="86880"/>
                    <a:pt x="177804" y="56400"/>
                  </a:cubicBezTo>
                  <a:cubicBezTo>
                    <a:pt x="158754" y="36080"/>
                    <a:pt x="101604" y="36080"/>
                    <a:pt x="85094" y="46240"/>
                  </a:cubicBezTo>
                  <a:cubicBezTo>
                    <a:pt x="74934" y="52590"/>
                    <a:pt x="73664" y="64020"/>
                    <a:pt x="71124" y="80530"/>
                  </a:cubicBezTo>
                  <a:cubicBezTo>
                    <a:pt x="63504" y="112280"/>
                    <a:pt x="81284" y="204990"/>
                    <a:pt x="69854" y="230390"/>
                  </a:cubicBezTo>
                  <a:cubicBezTo>
                    <a:pt x="64774" y="241820"/>
                    <a:pt x="55884" y="248170"/>
                    <a:pt x="48264" y="249440"/>
                  </a:cubicBezTo>
                  <a:cubicBezTo>
                    <a:pt x="40644" y="250710"/>
                    <a:pt x="29214" y="245630"/>
                    <a:pt x="22864" y="235470"/>
                  </a:cubicBezTo>
                  <a:cubicBezTo>
                    <a:pt x="5084" y="211340"/>
                    <a:pt x="-6346" y="88150"/>
                    <a:pt x="3814" y="57670"/>
                  </a:cubicBezTo>
                  <a:cubicBezTo>
                    <a:pt x="8894" y="43700"/>
                    <a:pt x="20324" y="33540"/>
                    <a:pt x="29214" y="33540"/>
                  </a:cubicBezTo>
                  <a:cubicBezTo>
                    <a:pt x="36834" y="33540"/>
                    <a:pt x="54614" y="55130"/>
                    <a:pt x="54614" y="55130"/>
                  </a:cubicBezTo>
                </a:path>
              </a:pathLst>
            </a:custGeom>
            <a:solidFill>
              <a:srgbClr val="FF0000"/>
            </a:solidFill>
            <a:ln cap="sq">
              <a:noFill/>
              <a:prstDash val="solid"/>
              <a:miter/>
            </a:ln>
          </p:spPr>
        </p:sp>
      </p:grpSp>
      <p:grpSp>
        <p:nvGrpSpPr>
          <p:cNvPr id="110" name="Group 110"/>
          <p:cNvGrpSpPr/>
          <p:nvPr/>
        </p:nvGrpSpPr>
        <p:grpSpPr>
          <a:xfrm>
            <a:off x="9557385" y="2664142"/>
            <a:ext cx="231458" cy="120015"/>
            <a:chOff x="0" y="0"/>
            <a:chExt cx="308610" cy="160020"/>
          </a:xfrm>
        </p:grpSpPr>
        <p:sp>
          <p:nvSpPr>
            <p:cNvPr id="111" name="Freeform 111"/>
            <p:cNvSpPr/>
            <p:nvPr/>
          </p:nvSpPr>
          <p:spPr>
            <a:xfrm>
              <a:off x="50703" y="50712"/>
              <a:ext cx="206032" cy="63963"/>
            </a:xfrm>
            <a:custGeom>
              <a:avLst/>
              <a:gdLst/>
              <a:ahLst/>
              <a:cxnLst/>
              <a:rect l="l" t="t" r="r" b="b"/>
              <a:pathLst>
                <a:path w="206032" h="63963">
                  <a:moveTo>
                    <a:pt x="24227" y="6438"/>
                  </a:moveTo>
                  <a:cubicBezTo>
                    <a:pt x="196947" y="5168"/>
                    <a:pt x="204567" y="15328"/>
                    <a:pt x="205837" y="22948"/>
                  </a:cubicBezTo>
                  <a:cubicBezTo>
                    <a:pt x="207107" y="29298"/>
                    <a:pt x="202027" y="40728"/>
                    <a:pt x="195677" y="44538"/>
                  </a:cubicBezTo>
                  <a:cubicBezTo>
                    <a:pt x="189327" y="49618"/>
                    <a:pt x="171547" y="49618"/>
                    <a:pt x="165197" y="44538"/>
                  </a:cubicBezTo>
                  <a:cubicBezTo>
                    <a:pt x="158847" y="41998"/>
                    <a:pt x="153767" y="30568"/>
                    <a:pt x="155037" y="24218"/>
                  </a:cubicBezTo>
                  <a:cubicBezTo>
                    <a:pt x="156307" y="15328"/>
                    <a:pt x="166467" y="1358"/>
                    <a:pt x="174087" y="88"/>
                  </a:cubicBezTo>
                  <a:cubicBezTo>
                    <a:pt x="182977" y="-1182"/>
                    <a:pt x="203297" y="11518"/>
                    <a:pt x="205837" y="20408"/>
                  </a:cubicBezTo>
                  <a:cubicBezTo>
                    <a:pt x="207107" y="28028"/>
                    <a:pt x="202027" y="40728"/>
                    <a:pt x="191867" y="47078"/>
                  </a:cubicBezTo>
                  <a:cubicBezTo>
                    <a:pt x="166467" y="63588"/>
                    <a:pt x="54707" y="69938"/>
                    <a:pt x="24227" y="57238"/>
                  </a:cubicBezTo>
                  <a:cubicBezTo>
                    <a:pt x="10257" y="52158"/>
                    <a:pt x="-1173" y="38188"/>
                    <a:pt x="97" y="29298"/>
                  </a:cubicBezTo>
                  <a:cubicBezTo>
                    <a:pt x="97" y="21678"/>
                    <a:pt x="24227" y="6438"/>
                    <a:pt x="24227" y="6438"/>
                  </a:cubicBezTo>
                </a:path>
              </a:pathLst>
            </a:custGeom>
            <a:solidFill>
              <a:srgbClr val="FF0000"/>
            </a:solidFill>
            <a:ln cap="sq">
              <a:noFill/>
              <a:prstDash val="solid"/>
              <a:miter/>
            </a:ln>
          </p:spPr>
        </p:sp>
      </p:grpSp>
      <p:grpSp>
        <p:nvGrpSpPr>
          <p:cNvPr id="112" name="Group 112"/>
          <p:cNvGrpSpPr/>
          <p:nvPr/>
        </p:nvGrpSpPr>
        <p:grpSpPr>
          <a:xfrm>
            <a:off x="9825038" y="2577465"/>
            <a:ext cx="254317" cy="286703"/>
            <a:chOff x="0" y="0"/>
            <a:chExt cx="339090" cy="382270"/>
          </a:xfrm>
        </p:grpSpPr>
        <p:sp>
          <p:nvSpPr>
            <p:cNvPr id="113" name="Freeform 113"/>
            <p:cNvSpPr/>
            <p:nvPr/>
          </p:nvSpPr>
          <p:spPr>
            <a:xfrm>
              <a:off x="46501" y="46325"/>
              <a:ext cx="241342" cy="291122"/>
            </a:xfrm>
            <a:custGeom>
              <a:avLst/>
              <a:gdLst/>
              <a:ahLst/>
              <a:cxnLst/>
              <a:rect l="l" t="t" r="r" b="b"/>
              <a:pathLst>
                <a:path w="241342" h="291122">
                  <a:moveTo>
                    <a:pt x="190989" y="88295"/>
                  </a:moveTo>
                  <a:cubicBezTo>
                    <a:pt x="175749" y="60355"/>
                    <a:pt x="118599" y="48925"/>
                    <a:pt x="98279" y="52735"/>
                  </a:cubicBezTo>
                  <a:cubicBezTo>
                    <a:pt x="86849" y="55275"/>
                    <a:pt x="79229" y="60355"/>
                    <a:pt x="71609" y="70515"/>
                  </a:cubicBezTo>
                  <a:cubicBezTo>
                    <a:pt x="61449" y="85755"/>
                    <a:pt x="57639" y="123855"/>
                    <a:pt x="55099" y="147985"/>
                  </a:cubicBezTo>
                  <a:cubicBezTo>
                    <a:pt x="52559" y="169575"/>
                    <a:pt x="48749" y="192435"/>
                    <a:pt x="55099" y="206405"/>
                  </a:cubicBezTo>
                  <a:cubicBezTo>
                    <a:pt x="60179" y="219105"/>
                    <a:pt x="69069" y="227995"/>
                    <a:pt x="83039" y="233075"/>
                  </a:cubicBezTo>
                  <a:cubicBezTo>
                    <a:pt x="107169" y="243235"/>
                    <a:pt x="175749" y="229265"/>
                    <a:pt x="192259" y="240695"/>
                  </a:cubicBezTo>
                  <a:cubicBezTo>
                    <a:pt x="199879" y="245775"/>
                    <a:pt x="202419" y="254665"/>
                    <a:pt x="202419" y="262285"/>
                  </a:cubicBezTo>
                  <a:cubicBezTo>
                    <a:pt x="202419" y="268635"/>
                    <a:pt x="196069" y="280065"/>
                    <a:pt x="189719" y="282605"/>
                  </a:cubicBezTo>
                  <a:cubicBezTo>
                    <a:pt x="182099" y="286415"/>
                    <a:pt x="160509" y="280065"/>
                    <a:pt x="154159" y="272445"/>
                  </a:cubicBezTo>
                  <a:cubicBezTo>
                    <a:pt x="150349" y="267365"/>
                    <a:pt x="151619" y="254665"/>
                    <a:pt x="154159" y="248315"/>
                  </a:cubicBezTo>
                  <a:cubicBezTo>
                    <a:pt x="157969" y="243235"/>
                    <a:pt x="166859" y="235615"/>
                    <a:pt x="174479" y="235615"/>
                  </a:cubicBezTo>
                  <a:cubicBezTo>
                    <a:pt x="183369" y="235615"/>
                    <a:pt x="201149" y="250855"/>
                    <a:pt x="202419" y="259745"/>
                  </a:cubicBezTo>
                  <a:cubicBezTo>
                    <a:pt x="203689" y="267365"/>
                    <a:pt x="196069" y="280065"/>
                    <a:pt x="184639" y="285145"/>
                  </a:cubicBezTo>
                  <a:cubicBezTo>
                    <a:pt x="164319" y="295305"/>
                    <a:pt x="95739" y="291495"/>
                    <a:pt x="66529" y="281335"/>
                  </a:cubicBezTo>
                  <a:cubicBezTo>
                    <a:pt x="44939" y="273715"/>
                    <a:pt x="28429" y="257205"/>
                    <a:pt x="18269" y="244505"/>
                  </a:cubicBezTo>
                  <a:cubicBezTo>
                    <a:pt x="10649" y="233075"/>
                    <a:pt x="6839" y="222915"/>
                    <a:pt x="4299" y="207675"/>
                  </a:cubicBezTo>
                  <a:cubicBezTo>
                    <a:pt x="-781" y="183545"/>
                    <a:pt x="-2051" y="142905"/>
                    <a:pt x="4299" y="112425"/>
                  </a:cubicBezTo>
                  <a:cubicBezTo>
                    <a:pt x="11919" y="78135"/>
                    <a:pt x="27159" y="28605"/>
                    <a:pt x="52559" y="10825"/>
                  </a:cubicBezTo>
                  <a:cubicBezTo>
                    <a:pt x="75419" y="-4415"/>
                    <a:pt x="116059" y="-605"/>
                    <a:pt x="143999" y="4475"/>
                  </a:cubicBezTo>
                  <a:cubicBezTo>
                    <a:pt x="168129" y="8285"/>
                    <a:pt x="194799" y="22255"/>
                    <a:pt x="211309" y="33685"/>
                  </a:cubicBezTo>
                  <a:cubicBezTo>
                    <a:pt x="221469" y="41305"/>
                    <a:pt x="230359" y="47655"/>
                    <a:pt x="235439" y="57815"/>
                  </a:cubicBezTo>
                  <a:cubicBezTo>
                    <a:pt x="239249" y="66705"/>
                    <a:pt x="243059" y="79405"/>
                    <a:pt x="240519" y="88295"/>
                  </a:cubicBezTo>
                  <a:cubicBezTo>
                    <a:pt x="236709" y="95915"/>
                    <a:pt x="226549" y="107345"/>
                    <a:pt x="218929" y="107345"/>
                  </a:cubicBezTo>
                  <a:cubicBezTo>
                    <a:pt x="210039" y="108615"/>
                    <a:pt x="190989" y="88295"/>
                    <a:pt x="190989" y="88295"/>
                  </a:cubicBezTo>
                </a:path>
              </a:pathLst>
            </a:custGeom>
            <a:solidFill>
              <a:srgbClr val="FF0000"/>
            </a:solidFill>
            <a:ln cap="sq">
              <a:noFill/>
              <a:prstDash val="solid"/>
              <a:miter/>
            </a:ln>
          </p:spPr>
        </p:sp>
      </p:grpSp>
      <p:grpSp>
        <p:nvGrpSpPr>
          <p:cNvPr id="114" name="Group 114"/>
          <p:cNvGrpSpPr/>
          <p:nvPr/>
        </p:nvGrpSpPr>
        <p:grpSpPr>
          <a:xfrm>
            <a:off x="10092690" y="2569845"/>
            <a:ext cx="155258" cy="311468"/>
            <a:chOff x="0" y="0"/>
            <a:chExt cx="207010" cy="415290"/>
          </a:xfrm>
        </p:grpSpPr>
        <p:sp>
          <p:nvSpPr>
            <p:cNvPr id="115" name="Freeform 115"/>
            <p:cNvSpPr/>
            <p:nvPr/>
          </p:nvSpPr>
          <p:spPr>
            <a:xfrm>
              <a:off x="50165" y="50662"/>
              <a:ext cx="105771" cy="317638"/>
            </a:xfrm>
            <a:custGeom>
              <a:avLst/>
              <a:gdLst/>
              <a:ahLst/>
              <a:cxnLst/>
              <a:rect l="l" t="t" r="r" b="b"/>
              <a:pathLst>
                <a:path w="105771" h="317638">
                  <a:moveTo>
                    <a:pt x="66675" y="25538"/>
                  </a:moveTo>
                  <a:cubicBezTo>
                    <a:pt x="59055" y="276998"/>
                    <a:pt x="79375" y="261758"/>
                    <a:pt x="88265" y="265568"/>
                  </a:cubicBezTo>
                  <a:cubicBezTo>
                    <a:pt x="95885" y="268108"/>
                    <a:pt x="103505" y="275728"/>
                    <a:pt x="104775" y="283348"/>
                  </a:cubicBezTo>
                  <a:cubicBezTo>
                    <a:pt x="107315" y="289698"/>
                    <a:pt x="104775" y="301128"/>
                    <a:pt x="99695" y="306208"/>
                  </a:cubicBezTo>
                  <a:cubicBezTo>
                    <a:pt x="94615" y="312558"/>
                    <a:pt x="76835" y="315098"/>
                    <a:pt x="69215" y="312558"/>
                  </a:cubicBezTo>
                  <a:cubicBezTo>
                    <a:pt x="62865" y="310018"/>
                    <a:pt x="56515" y="301128"/>
                    <a:pt x="55245" y="293508"/>
                  </a:cubicBezTo>
                  <a:cubicBezTo>
                    <a:pt x="55245" y="285888"/>
                    <a:pt x="62865" y="269378"/>
                    <a:pt x="70485" y="266838"/>
                  </a:cubicBezTo>
                  <a:cubicBezTo>
                    <a:pt x="76835" y="263028"/>
                    <a:pt x="94615" y="268108"/>
                    <a:pt x="99695" y="273188"/>
                  </a:cubicBezTo>
                  <a:cubicBezTo>
                    <a:pt x="104775" y="278268"/>
                    <a:pt x="107315" y="289698"/>
                    <a:pt x="104775" y="296048"/>
                  </a:cubicBezTo>
                  <a:cubicBezTo>
                    <a:pt x="103505" y="303668"/>
                    <a:pt x="97155" y="310018"/>
                    <a:pt x="88265" y="313828"/>
                  </a:cubicBezTo>
                  <a:cubicBezTo>
                    <a:pt x="75565" y="318908"/>
                    <a:pt x="46355" y="318908"/>
                    <a:pt x="31115" y="313828"/>
                  </a:cubicBezTo>
                  <a:cubicBezTo>
                    <a:pt x="19685" y="310018"/>
                    <a:pt x="9525" y="301128"/>
                    <a:pt x="4445" y="292238"/>
                  </a:cubicBezTo>
                  <a:cubicBezTo>
                    <a:pt x="-635" y="280808"/>
                    <a:pt x="635" y="270648"/>
                    <a:pt x="635" y="250328"/>
                  </a:cubicBezTo>
                  <a:cubicBezTo>
                    <a:pt x="-635" y="204608"/>
                    <a:pt x="-1905" y="53478"/>
                    <a:pt x="17145" y="19188"/>
                  </a:cubicBezTo>
                  <a:cubicBezTo>
                    <a:pt x="23495" y="6488"/>
                    <a:pt x="36195" y="-1132"/>
                    <a:pt x="43815" y="138"/>
                  </a:cubicBezTo>
                  <a:cubicBezTo>
                    <a:pt x="52705" y="1408"/>
                    <a:pt x="66675" y="25538"/>
                    <a:pt x="66675" y="25538"/>
                  </a:cubicBezTo>
                </a:path>
              </a:pathLst>
            </a:custGeom>
            <a:solidFill>
              <a:srgbClr val="FF0000"/>
            </a:solidFill>
            <a:ln cap="sq">
              <a:noFill/>
              <a:prstDash val="solid"/>
              <a:miter/>
            </a:ln>
          </p:spPr>
        </p:sp>
      </p:grpSp>
      <p:grpSp>
        <p:nvGrpSpPr>
          <p:cNvPr id="116" name="Group 116"/>
          <p:cNvGrpSpPr/>
          <p:nvPr/>
        </p:nvGrpSpPr>
        <p:grpSpPr>
          <a:xfrm>
            <a:off x="10052685" y="2657475"/>
            <a:ext cx="229553" cy="120967"/>
            <a:chOff x="0" y="0"/>
            <a:chExt cx="306070" cy="161290"/>
          </a:xfrm>
        </p:grpSpPr>
        <p:sp>
          <p:nvSpPr>
            <p:cNvPr id="117" name="Freeform 117"/>
            <p:cNvSpPr/>
            <p:nvPr/>
          </p:nvSpPr>
          <p:spPr>
            <a:xfrm>
              <a:off x="50663" y="50800"/>
              <a:ext cx="203911" cy="62505"/>
            </a:xfrm>
            <a:custGeom>
              <a:avLst/>
              <a:gdLst/>
              <a:ahLst/>
              <a:cxnLst/>
              <a:rect l="l" t="t" r="r" b="b"/>
              <a:pathLst>
                <a:path w="203911" h="62505">
                  <a:moveTo>
                    <a:pt x="24267" y="0"/>
                  </a:moveTo>
                  <a:cubicBezTo>
                    <a:pt x="196987" y="13970"/>
                    <a:pt x="202067" y="19050"/>
                    <a:pt x="203337" y="26670"/>
                  </a:cubicBezTo>
                  <a:cubicBezTo>
                    <a:pt x="205877" y="34290"/>
                    <a:pt x="199527" y="49530"/>
                    <a:pt x="193177" y="54610"/>
                  </a:cubicBezTo>
                  <a:cubicBezTo>
                    <a:pt x="186827" y="59690"/>
                    <a:pt x="175397" y="59690"/>
                    <a:pt x="169047" y="57150"/>
                  </a:cubicBezTo>
                  <a:cubicBezTo>
                    <a:pt x="162697" y="53340"/>
                    <a:pt x="153807" y="38100"/>
                    <a:pt x="153807" y="30480"/>
                  </a:cubicBezTo>
                  <a:cubicBezTo>
                    <a:pt x="155077" y="22860"/>
                    <a:pt x="161427" y="12700"/>
                    <a:pt x="167777" y="10160"/>
                  </a:cubicBezTo>
                  <a:cubicBezTo>
                    <a:pt x="175397" y="7620"/>
                    <a:pt x="193177" y="10160"/>
                    <a:pt x="198257" y="16510"/>
                  </a:cubicBezTo>
                  <a:cubicBezTo>
                    <a:pt x="203337" y="22860"/>
                    <a:pt x="204607" y="40640"/>
                    <a:pt x="200797" y="46990"/>
                  </a:cubicBezTo>
                  <a:cubicBezTo>
                    <a:pt x="196987" y="53340"/>
                    <a:pt x="190637" y="55880"/>
                    <a:pt x="180477" y="58420"/>
                  </a:cubicBezTo>
                  <a:cubicBezTo>
                    <a:pt x="152537" y="64770"/>
                    <a:pt x="44587" y="64770"/>
                    <a:pt x="19187" y="50800"/>
                  </a:cubicBezTo>
                  <a:cubicBezTo>
                    <a:pt x="6487" y="43180"/>
                    <a:pt x="-1133" y="30480"/>
                    <a:pt x="137" y="22860"/>
                  </a:cubicBezTo>
                  <a:cubicBezTo>
                    <a:pt x="137" y="13970"/>
                    <a:pt x="24267" y="0"/>
                    <a:pt x="24267" y="0"/>
                  </a:cubicBezTo>
                </a:path>
              </a:pathLst>
            </a:custGeom>
            <a:solidFill>
              <a:srgbClr val="FF0000"/>
            </a:solidFill>
            <a:ln cap="sq">
              <a:noFill/>
              <a:prstDash val="solid"/>
              <a:miter/>
            </a:ln>
          </p:spPr>
        </p:sp>
      </p:grpSp>
      <p:grpSp>
        <p:nvGrpSpPr>
          <p:cNvPr id="118" name="Group 118"/>
          <p:cNvGrpSpPr/>
          <p:nvPr/>
        </p:nvGrpSpPr>
        <p:grpSpPr>
          <a:xfrm>
            <a:off x="9569768" y="2907983"/>
            <a:ext cx="287655" cy="312420"/>
            <a:chOff x="0" y="0"/>
            <a:chExt cx="383540" cy="416560"/>
          </a:xfrm>
        </p:grpSpPr>
        <p:sp>
          <p:nvSpPr>
            <p:cNvPr id="119" name="Freeform 119"/>
            <p:cNvSpPr/>
            <p:nvPr/>
          </p:nvSpPr>
          <p:spPr>
            <a:xfrm>
              <a:off x="48332" y="50357"/>
              <a:ext cx="284976" cy="315564"/>
            </a:xfrm>
            <a:custGeom>
              <a:avLst/>
              <a:gdLst/>
              <a:ahLst/>
              <a:cxnLst/>
              <a:rect l="l" t="t" r="r" b="b"/>
              <a:pathLst>
                <a:path w="284976" h="315564">
                  <a:moveTo>
                    <a:pt x="59618" y="88073"/>
                  </a:moveTo>
                  <a:cubicBezTo>
                    <a:pt x="63428" y="264603"/>
                    <a:pt x="58348" y="273493"/>
                    <a:pt x="50728" y="276033"/>
                  </a:cubicBezTo>
                  <a:cubicBezTo>
                    <a:pt x="41838" y="278573"/>
                    <a:pt x="26598" y="273493"/>
                    <a:pt x="18978" y="264603"/>
                  </a:cubicBezTo>
                  <a:cubicBezTo>
                    <a:pt x="7548" y="250633"/>
                    <a:pt x="5008" y="221423"/>
                    <a:pt x="2468" y="193483"/>
                  </a:cubicBezTo>
                  <a:cubicBezTo>
                    <a:pt x="-72" y="154113"/>
                    <a:pt x="-3882" y="82993"/>
                    <a:pt x="10088" y="53783"/>
                  </a:cubicBezTo>
                  <a:cubicBezTo>
                    <a:pt x="18978" y="36003"/>
                    <a:pt x="32948" y="28383"/>
                    <a:pt x="50728" y="20763"/>
                  </a:cubicBezTo>
                  <a:cubicBezTo>
                    <a:pt x="73588" y="9333"/>
                    <a:pt x="110418" y="2983"/>
                    <a:pt x="139628" y="443"/>
                  </a:cubicBezTo>
                  <a:cubicBezTo>
                    <a:pt x="163758" y="-827"/>
                    <a:pt x="194238" y="443"/>
                    <a:pt x="212018" y="6793"/>
                  </a:cubicBezTo>
                  <a:cubicBezTo>
                    <a:pt x="222178" y="10603"/>
                    <a:pt x="228528" y="13143"/>
                    <a:pt x="236148" y="22033"/>
                  </a:cubicBezTo>
                  <a:cubicBezTo>
                    <a:pt x="248848" y="36003"/>
                    <a:pt x="262818" y="66483"/>
                    <a:pt x="267898" y="94423"/>
                  </a:cubicBezTo>
                  <a:cubicBezTo>
                    <a:pt x="275518" y="129983"/>
                    <a:pt x="265358" y="187133"/>
                    <a:pt x="269168" y="222693"/>
                  </a:cubicBezTo>
                  <a:cubicBezTo>
                    <a:pt x="271708" y="246823"/>
                    <a:pt x="288218" y="269683"/>
                    <a:pt x="284408" y="286193"/>
                  </a:cubicBezTo>
                  <a:cubicBezTo>
                    <a:pt x="281868" y="298893"/>
                    <a:pt x="270438" y="314133"/>
                    <a:pt x="261548" y="315403"/>
                  </a:cubicBezTo>
                  <a:cubicBezTo>
                    <a:pt x="253928" y="316673"/>
                    <a:pt x="234878" y="300163"/>
                    <a:pt x="233608" y="291273"/>
                  </a:cubicBezTo>
                  <a:cubicBezTo>
                    <a:pt x="233608" y="282383"/>
                    <a:pt x="251388" y="264603"/>
                    <a:pt x="259008" y="264603"/>
                  </a:cubicBezTo>
                  <a:cubicBezTo>
                    <a:pt x="267898" y="264603"/>
                    <a:pt x="284408" y="283653"/>
                    <a:pt x="284408" y="292543"/>
                  </a:cubicBezTo>
                  <a:cubicBezTo>
                    <a:pt x="284408" y="300163"/>
                    <a:pt x="272978" y="312863"/>
                    <a:pt x="264088" y="315403"/>
                  </a:cubicBezTo>
                  <a:cubicBezTo>
                    <a:pt x="256468" y="316673"/>
                    <a:pt x="243768" y="310323"/>
                    <a:pt x="236148" y="301433"/>
                  </a:cubicBezTo>
                  <a:cubicBezTo>
                    <a:pt x="224718" y="287463"/>
                    <a:pt x="222178" y="251903"/>
                    <a:pt x="218368" y="222693"/>
                  </a:cubicBezTo>
                  <a:cubicBezTo>
                    <a:pt x="214558" y="185863"/>
                    <a:pt x="225988" y="131253"/>
                    <a:pt x="218368" y="100773"/>
                  </a:cubicBezTo>
                  <a:cubicBezTo>
                    <a:pt x="212018" y="79183"/>
                    <a:pt x="205668" y="58863"/>
                    <a:pt x="189158" y="51243"/>
                  </a:cubicBezTo>
                  <a:cubicBezTo>
                    <a:pt x="163758" y="38543"/>
                    <a:pt x="88828" y="52513"/>
                    <a:pt x="68508" y="65213"/>
                  </a:cubicBezTo>
                  <a:cubicBezTo>
                    <a:pt x="57078" y="72833"/>
                    <a:pt x="54538" y="79183"/>
                    <a:pt x="51998" y="94423"/>
                  </a:cubicBezTo>
                  <a:cubicBezTo>
                    <a:pt x="44378" y="124903"/>
                    <a:pt x="74858" y="231583"/>
                    <a:pt x="65968" y="258253"/>
                  </a:cubicBezTo>
                  <a:cubicBezTo>
                    <a:pt x="63428" y="268413"/>
                    <a:pt x="57078" y="273493"/>
                    <a:pt x="50728" y="276033"/>
                  </a:cubicBezTo>
                  <a:cubicBezTo>
                    <a:pt x="43108" y="278573"/>
                    <a:pt x="29138" y="277303"/>
                    <a:pt x="22788" y="269683"/>
                  </a:cubicBezTo>
                  <a:cubicBezTo>
                    <a:pt x="3738" y="246823"/>
                    <a:pt x="-5152" y="110933"/>
                    <a:pt x="8818" y="81723"/>
                  </a:cubicBezTo>
                  <a:cubicBezTo>
                    <a:pt x="15168" y="69023"/>
                    <a:pt x="27868" y="61403"/>
                    <a:pt x="36758" y="62673"/>
                  </a:cubicBezTo>
                  <a:cubicBezTo>
                    <a:pt x="45648" y="63943"/>
                    <a:pt x="59618" y="88073"/>
                    <a:pt x="59618" y="88073"/>
                  </a:cubicBezTo>
                </a:path>
              </a:pathLst>
            </a:custGeom>
            <a:solidFill>
              <a:srgbClr val="FF0000"/>
            </a:solidFill>
            <a:ln cap="sq">
              <a:noFill/>
              <a:prstDash val="solid"/>
              <a:miter/>
            </a:ln>
          </p:spPr>
        </p:sp>
      </p:grpSp>
      <p:grpSp>
        <p:nvGrpSpPr>
          <p:cNvPr id="120" name="Group 120"/>
          <p:cNvGrpSpPr/>
          <p:nvPr/>
        </p:nvGrpSpPr>
        <p:grpSpPr>
          <a:xfrm>
            <a:off x="9574530" y="3001328"/>
            <a:ext cx="289560" cy="114300"/>
            <a:chOff x="0" y="0"/>
            <a:chExt cx="386080" cy="152400"/>
          </a:xfrm>
        </p:grpSpPr>
        <p:sp>
          <p:nvSpPr>
            <p:cNvPr id="121" name="Freeform 121"/>
            <p:cNvSpPr/>
            <p:nvPr/>
          </p:nvSpPr>
          <p:spPr>
            <a:xfrm>
              <a:off x="50704" y="50551"/>
              <a:ext cx="283306" cy="63432"/>
            </a:xfrm>
            <a:custGeom>
              <a:avLst/>
              <a:gdLst/>
              <a:ahLst/>
              <a:cxnLst/>
              <a:rect l="l" t="t" r="r" b="b"/>
              <a:pathLst>
                <a:path w="283306" h="63432">
                  <a:moveTo>
                    <a:pt x="25496" y="249"/>
                  </a:moveTo>
                  <a:cubicBezTo>
                    <a:pt x="279496" y="9139"/>
                    <a:pt x="284576" y="26919"/>
                    <a:pt x="282036" y="34539"/>
                  </a:cubicBezTo>
                  <a:cubicBezTo>
                    <a:pt x="279496" y="42159"/>
                    <a:pt x="262986" y="51049"/>
                    <a:pt x="255366" y="51049"/>
                  </a:cubicBezTo>
                  <a:cubicBezTo>
                    <a:pt x="247746" y="49779"/>
                    <a:pt x="235046" y="37079"/>
                    <a:pt x="233776" y="29459"/>
                  </a:cubicBezTo>
                  <a:cubicBezTo>
                    <a:pt x="231236" y="23109"/>
                    <a:pt x="236316" y="11679"/>
                    <a:pt x="241396" y="6599"/>
                  </a:cubicBezTo>
                  <a:cubicBezTo>
                    <a:pt x="246476" y="2789"/>
                    <a:pt x="256636" y="-1021"/>
                    <a:pt x="264256" y="249"/>
                  </a:cubicBezTo>
                  <a:cubicBezTo>
                    <a:pt x="271876" y="2789"/>
                    <a:pt x="283306" y="16759"/>
                    <a:pt x="283306" y="24379"/>
                  </a:cubicBezTo>
                  <a:cubicBezTo>
                    <a:pt x="283306" y="33269"/>
                    <a:pt x="273146" y="44699"/>
                    <a:pt x="257906" y="51049"/>
                  </a:cubicBezTo>
                  <a:cubicBezTo>
                    <a:pt x="221076" y="67559"/>
                    <a:pt x="62326" y="67559"/>
                    <a:pt x="25496" y="51049"/>
                  </a:cubicBezTo>
                  <a:cubicBezTo>
                    <a:pt x="10256" y="44699"/>
                    <a:pt x="-1174" y="30729"/>
                    <a:pt x="96" y="21839"/>
                  </a:cubicBezTo>
                  <a:cubicBezTo>
                    <a:pt x="96" y="14219"/>
                    <a:pt x="25496" y="249"/>
                    <a:pt x="25496" y="249"/>
                  </a:cubicBezTo>
                </a:path>
              </a:pathLst>
            </a:custGeom>
            <a:solidFill>
              <a:srgbClr val="FF0000"/>
            </a:solidFill>
            <a:ln cap="sq">
              <a:noFill/>
              <a:prstDash val="solid"/>
              <a:miter/>
            </a:ln>
          </p:spPr>
        </p:sp>
      </p:grpSp>
      <p:grpSp>
        <p:nvGrpSpPr>
          <p:cNvPr id="122" name="Group 122"/>
          <p:cNvGrpSpPr/>
          <p:nvPr/>
        </p:nvGrpSpPr>
        <p:grpSpPr>
          <a:xfrm>
            <a:off x="9906000" y="2931795"/>
            <a:ext cx="333375" cy="248603"/>
            <a:chOff x="0" y="0"/>
            <a:chExt cx="444500" cy="331470"/>
          </a:xfrm>
        </p:grpSpPr>
        <p:sp>
          <p:nvSpPr>
            <p:cNvPr id="123" name="Freeform 123"/>
            <p:cNvSpPr/>
            <p:nvPr/>
          </p:nvSpPr>
          <p:spPr>
            <a:xfrm>
              <a:off x="50679" y="46185"/>
              <a:ext cx="343783" cy="236879"/>
            </a:xfrm>
            <a:custGeom>
              <a:avLst/>
              <a:gdLst/>
              <a:ahLst/>
              <a:cxnLst/>
              <a:rect l="l" t="t" r="r" b="b"/>
              <a:pathLst>
                <a:path w="343783" h="236879">
                  <a:moveTo>
                    <a:pt x="217291" y="68115"/>
                  </a:moveTo>
                  <a:cubicBezTo>
                    <a:pt x="136011" y="52875"/>
                    <a:pt x="53461" y="56685"/>
                    <a:pt x="52191" y="64305"/>
                  </a:cubicBezTo>
                  <a:cubicBezTo>
                    <a:pt x="50921" y="77005"/>
                    <a:pt x="274441" y="115105"/>
                    <a:pt x="316351" y="137965"/>
                  </a:cubicBezTo>
                  <a:cubicBezTo>
                    <a:pt x="331591" y="146855"/>
                    <a:pt x="340481" y="153205"/>
                    <a:pt x="343021" y="163365"/>
                  </a:cubicBezTo>
                  <a:cubicBezTo>
                    <a:pt x="345561" y="173525"/>
                    <a:pt x="341751" y="188765"/>
                    <a:pt x="331591" y="198925"/>
                  </a:cubicBezTo>
                  <a:cubicBezTo>
                    <a:pt x="317621" y="214165"/>
                    <a:pt x="275711" y="226865"/>
                    <a:pt x="245231" y="231945"/>
                  </a:cubicBezTo>
                  <a:cubicBezTo>
                    <a:pt x="214751" y="238295"/>
                    <a:pt x="174111" y="238295"/>
                    <a:pt x="144901" y="233215"/>
                  </a:cubicBezTo>
                  <a:cubicBezTo>
                    <a:pt x="122041" y="229405"/>
                    <a:pt x="92831" y="221785"/>
                    <a:pt x="83941" y="209085"/>
                  </a:cubicBezTo>
                  <a:cubicBezTo>
                    <a:pt x="78861" y="201465"/>
                    <a:pt x="77591" y="186225"/>
                    <a:pt x="82671" y="178605"/>
                  </a:cubicBezTo>
                  <a:cubicBezTo>
                    <a:pt x="85211" y="172255"/>
                    <a:pt x="95371" y="167175"/>
                    <a:pt x="102991" y="167175"/>
                  </a:cubicBezTo>
                  <a:cubicBezTo>
                    <a:pt x="109341" y="167175"/>
                    <a:pt x="119501" y="172255"/>
                    <a:pt x="124581" y="177335"/>
                  </a:cubicBezTo>
                  <a:cubicBezTo>
                    <a:pt x="128391" y="183685"/>
                    <a:pt x="130931" y="195115"/>
                    <a:pt x="127121" y="201465"/>
                  </a:cubicBezTo>
                  <a:cubicBezTo>
                    <a:pt x="123311" y="209085"/>
                    <a:pt x="101721" y="219245"/>
                    <a:pt x="92831" y="215435"/>
                  </a:cubicBezTo>
                  <a:cubicBezTo>
                    <a:pt x="85211" y="212895"/>
                    <a:pt x="77591" y="197655"/>
                    <a:pt x="77591" y="188765"/>
                  </a:cubicBezTo>
                  <a:cubicBezTo>
                    <a:pt x="78861" y="181145"/>
                    <a:pt x="89021" y="170985"/>
                    <a:pt x="100451" y="167175"/>
                  </a:cubicBezTo>
                  <a:cubicBezTo>
                    <a:pt x="123311" y="159555"/>
                    <a:pt x="188081" y="184955"/>
                    <a:pt x="224911" y="182415"/>
                  </a:cubicBezTo>
                  <a:cubicBezTo>
                    <a:pt x="256661" y="179875"/>
                    <a:pt x="304921" y="154475"/>
                    <a:pt x="308731" y="160825"/>
                  </a:cubicBezTo>
                  <a:cubicBezTo>
                    <a:pt x="311271" y="164635"/>
                    <a:pt x="303651" y="179875"/>
                    <a:pt x="293491" y="183685"/>
                  </a:cubicBezTo>
                  <a:cubicBezTo>
                    <a:pt x="257931" y="195115"/>
                    <a:pt x="57271" y="125265"/>
                    <a:pt x="19171" y="97325"/>
                  </a:cubicBezTo>
                  <a:cubicBezTo>
                    <a:pt x="6471" y="87165"/>
                    <a:pt x="1391" y="79545"/>
                    <a:pt x="121" y="68115"/>
                  </a:cubicBezTo>
                  <a:cubicBezTo>
                    <a:pt x="-1149" y="56685"/>
                    <a:pt x="7741" y="36365"/>
                    <a:pt x="19171" y="26205"/>
                  </a:cubicBezTo>
                  <a:cubicBezTo>
                    <a:pt x="31871" y="14775"/>
                    <a:pt x="53461" y="8425"/>
                    <a:pt x="77591" y="4615"/>
                  </a:cubicBezTo>
                  <a:cubicBezTo>
                    <a:pt x="108071" y="-1735"/>
                    <a:pt x="161411" y="-1735"/>
                    <a:pt x="191891" y="5885"/>
                  </a:cubicBezTo>
                  <a:cubicBezTo>
                    <a:pt x="216021" y="10965"/>
                    <a:pt x="245231" y="22395"/>
                    <a:pt x="251581" y="35095"/>
                  </a:cubicBezTo>
                  <a:cubicBezTo>
                    <a:pt x="255391" y="42715"/>
                    <a:pt x="251581" y="57955"/>
                    <a:pt x="245231" y="63035"/>
                  </a:cubicBezTo>
                  <a:cubicBezTo>
                    <a:pt x="240151" y="68115"/>
                    <a:pt x="217291" y="68115"/>
                    <a:pt x="217291" y="68115"/>
                  </a:cubicBezTo>
                </a:path>
              </a:pathLst>
            </a:custGeom>
            <a:solidFill>
              <a:srgbClr val="FF0000"/>
            </a:solidFill>
            <a:ln cap="sq">
              <a:noFill/>
              <a:prstDash val="solid"/>
              <a:miter/>
            </a:ln>
          </p:spPr>
        </p:sp>
      </p:grpSp>
      <p:sp>
        <p:nvSpPr>
          <p:cNvPr id="124" name="TextBox 124"/>
          <p:cNvSpPr txBox="1"/>
          <p:nvPr/>
        </p:nvSpPr>
        <p:spPr>
          <a:xfrm>
            <a:off x="4660711" y="3120390"/>
            <a:ext cx="972078" cy="412696"/>
          </a:xfrm>
          <a:prstGeom prst="rect">
            <a:avLst/>
          </a:prstGeom>
        </p:spPr>
        <p:txBody>
          <a:bodyPr lIns="0" tIns="0" rIns="0" bIns="0" rtlCol="0" anchor="t">
            <a:spAutoFit/>
          </a:bodyPr>
          <a:lstStyle/>
          <a:p>
            <a:pPr algn="l">
              <a:lnSpc>
                <a:spcPts val="3499"/>
              </a:lnSpc>
            </a:pPr>
            <a:r>
              <a:rPr lang="en-US" sz="2499">
                <a:solidFill>
                  <a:srgbClr val="FFFFFF"/>
                </a:solidFill>
                <a:latin typeface="Anton"/>
                <a:ea typeface="Anton"/>
                <a:cs typeface="Anton"/>
                <a:sym typeface="Anton"/>
              </a:rPr>
              <a:t>PIN LOW</a:t>
            </a:r>
          </a:p>
        </p:txBody>
      </p:sp>
      <p:sp>
        <p:nvSpPr>
          <p:cNvPr id="125" name="TextBox 125"/>
          <p:cNvSpPr txBox="1"/>
          <p:nvPr/>
        </p:nvSpPr>
        <p:spPr>
          <a:xfrm>
            <a:off x="5285551" y="5370371"/>
            <a:ext cx="1078758" cy="412696"/>
          </a:xfrm>
          <a:prstGeom prst="rect">
            <a:avLst/>
          </a:prstGeom>
        </p:spPr>
        <p:txBody>
          <a:bodyPr lIns="0" tIns="0" rIns="0" bIns="0" rtlCol="0" anchor="t">
            <a:spAutoFit/>
          </a:bodyPr>
          <a:lstStyle/>
          <a:p>
            <a:pPr algn="l">
              <a:lnSpc>
                <a:spcPts val="3499"/>
              </a:lnSpc>
            </a:pPr>
            <a:r>
              <a:rPr lang="en-US" sz="2499">
                <a:solidFill>
                  <a:srgbClr val="FFFFFF"/>
                </a:solidFill>
                <a:latin typeface="Anton"/>
                <a:ea typeface="Anton"/>
                <a:cs typeface="Anton"/>
                <a:sym typeface="Anton"/>
              </a:rPr>
              <a:t>PIN HIGH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5605196" y="588795"/>
            <a:ext cx="1306401" cy="1306401"/>
          </a:xfrm>
          <a:custGeom>
            <a:avLst/>
            <a:gdLst/>
            <a:ahLst/>
            <a:cxnLst/>
            <a:rect l="l" t="t" r="r" b="b"/>
            <a:pathLst>
              <a:path w="1306401" h="1306401">
                <a:moveTo>
                  <a:pt x="0" y="0"/>
                </a:moveTo>
                <a:lnTo>
                  <a:pt x="1306401" y="0"/>
                </a:lnTo>
                <a:lnTo>
                  <a:pt x="1306401" y="1306401"/>
                </a:lnTo>
                <a:lnTo>
                  <a:pt x="0" y="130640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127124" y="436395"/>
            <a:ext cx="5108728"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Applications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Output pins</a:t>
            </a:r>
          </a:p>
        </p:txBody>
      </p:sp>
      <p:sp>
        <p:nvSpPr>
          <p:cNvPr id="14" name="TextBox 14"/>
          <p:cNvSpPr txBox="1"/>
          <p:nvPr/>
        </p:nvSpPr>
        <p:spPr>
          <a:xfrm>
            <a:off x="704493" y="3035668"/>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LED AND 7-Segemnt</a:t>
            </a:r>
          </a:p>
        </p:txBody>
      </p:sp>
      <p:sp>
        <p:nvSpPr>
          <p:cNvPr id="15" name="TextBox 15"/>
          <p:cNvSpPr txBox="1"/>
          <p:nvPr/>
        </p:nvSpPr>
        <p:spPr>
          <a:xfrm>
            <a:off x="704493" y="374998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LCD display</a:t>
            </a:r>
          </a:p>
        </p:txBody>
      </p:sp>
      <p:sp>
        <p:nvSpPr>
          <p:cNvPr id="16" name="TextBox 16"/>
          <p:cNvSpPr txBox="1"/>
          <p:nvPr/>
        </p:nvSpPr>
        <p:spPr>
          <a:xfrm>
            <a:off x="704493" y="446430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Motors</a:t>
            </a:r>
          </a:p>
        </p:txBody>
      </p:sp>
      <p:sp>
        <p:nvSpPr>
          <p:cNvPr id="17" name="TextBox 17"/>
          <p:cNvSpPr txBox="1"/>
          <p:nvPr/>
        </p:nvSpPr>
        <p:spPr>
          <a:xfrm>
            <a:off x="704493" y="5178630"/>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Buzzer</a:t>
            </a:r>
          </a:p>
        </p:txBody>
      </p:sp>
      <p:sp>
        <p:nvSpPr>
          <p:cNvPr id="18" name="TextBox 18"/>
          <p:cNvSpPr txBox="1"/>
          <p:nvPr/>
        </p:nvSpPr>
        <p:spPr>
          <a:xfrm>
            <a:off x="704493" y="5892951"/>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Signal to other MC</a:t>
            </a:r>
          </a:p>
        </p:txBody>
      </p:sp>
      <p:sp>
        <p:nvSpPr>
          <p:cNvPr id="19" name="TextBox 19"/>
          <p:cNvSpPr txBox="1"/>
          <p:nvPr/>
        </p:nvSpPr>
        <p:spPr>
          <a:xfrm>
            <a:off x="704493" y="6607272"/>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Output to PC through PC Serial Port </a:t>
            </a:r>
          </a:p>
        </p:txBody>
      </p:sp>
      <p:sp>
        <p:nvSpPr>
          <p:cNvPr id="20" name="TextBox 20"/>
          <p:cNvSpPr txBox="1"/>
          <p:nvPr/>
        </p:nvSpPr>
        <p:spPr>
          <a:xfrm>
            <a:off x="9320372"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Input pins</a:t>
            </a:r>
          </a:p>
        </p:txBody>
      </p:sp>
      <p:sp>
        <p:nvSpPr>
          <p:cNvPr id="21" name="TextBox 21"/>
          <p:cNvSpPr txBox="1"/>
          <p:nvPr/>
        </p:nvSpPr>
        <p:spPr>
          <a:xfrm>
            <a:off x="9320372" y="3035668"/>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Switches ( Push button ,keypad and etc.. )</a:t>
            </a:r>
          </a:p>
        </p:txBody>
      </p:sp>
      <p:sp>
        <p:nvSpPr>
          <p:cNvPr id="22" name="TextBox 22"/>
          <p:cNvSpPr txBox="1"/>
          <p:nvPr/>
        </p:nvSpPr>
        <p:spPr>
          <a:xfrm>
            <a:off x="9320372" y="374998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analog/digital sensors</a:t>
            </a:r>
          </a:p>
        </p:txBody>
      </p:sp>
      <p:sp>
        <p:nvSpPr>
          <p:cNvPr id="23" name="TextBox 23"/>
          <p:cNvSpPr txBox="1"/>
          <p:nvPr/>
        </p:nvSpPr>
        <p:spPr>
          <a:xfrm>
            <a:off x="9320372" y="446430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Signal from another MC</a:t>
            </a:r>
          </a:p>
        </p:txBody>
      </p:sp>
      <p:sp>
        <p:nvSpPr>
          <p:cNvPr id="24" name="TextBox 24"/>
          <p:cNvSpPr txBox="1"/>
          <p:nvPr/>
        </p:nvSpPr>
        <p:spPr>
          <a:xfrm>
            <a:off x="9320372" y="5178630"/>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input from PC through PC Serial Port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504420" y="4502409"/>
            <a:ext cx="8064574" cy="2635971"/>
          </a:xfrm>
          <a:custGeom>
            <a:avLst/>
            <a:gdLst/>
            <a:ahLst/>
            <a:cxnLst/>
            <a:rect l="l" t="t" r="r" b="b"/>
            <a:pathLst>
              <a:path w="8064574" h="2635971">
                <a:moveTo>
                  <a:pt x="0" y="0"/>
                </a:moveTo>
                <a:lnTo>
                  <a:pt x="8064574" y="0"/>
                </a:lnTo>
                <a:lnTo>
                  <a:pt x="8064574" y="2635971"/>
                </a:lnTo>
                <a:lnTo>
                  <a:pt x="0" y="2635971"/>
                </a:lnTo>
                <a:lnTo>
                  <a:pt x="0" y="0"/>
                </a:lnTo>
                <a:close/>
              </a:path>
            </a:pathLst>
          </a:custGeom>
          <a:blipFill>
            <a:blip r:embed="rId9"/>
            <a:stretch>
              <a:fillRect t="-385" b="-385"/>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387500" y="3035668"/>
            <a:ext cx="10144041" cy="105716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 Light Emitting Diode is an electrical element that emits light</a:t>
            </a:r>
          </a:p>
          <a:p>
            <a:pPr algn="l">
              <a:lnSpc>
                <a:spcPts val="4200"/>
              </a:lnSpc>
              <a:spcBef>
                <a:spcPct val="0"/>
              </a:spcBef>
            </a:pPr>
            <a:r>
              <a:rPr lang="en-US" sz="3000">
                <a:solidFill>
                  <a:srgbClr val="004068"/>
                </a:solidFill>
                <a:latin typeface="Anton"/>
                <a:ea typeface="Anton"/>
                <a:cs typeface="Anton"/>
                <a:sym typeface="Anton"/>
              </a:rPr>
              <a:t> by supplying a voltage difference between its terminals </a:t>
            </a:r>
          </a:p>
        </p:txBody>
      </p:sp>
      <p:sp>
        <p:nvSpPr>
          <p:cNvPr id="16" name="TextBox 16"/>
          <p:cNvSpPr txBox="1"/>
          <p:nvPr/>
        </p:nvSpPr>
        <p:spPr>
          <a:xfrm>
            <a:off x="65760" y="2020332"/>
            <a:ext cx="2120255"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LED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grpSp>
        <p:nvGrpSpPr>
          <p:cNvPr id="12" name="Group 12"/>
          <p:cNvGrpSpPr/>
          <p:nvPr/>
        </p:nvGrpSpPr>
        <p:grpSpPr>
          <a:xfrm>
            <a:off x="1542098" y="5232082"/>
            <a:ext cx="1022985" cy="127635"/>
            <a:chOff x="0" y="0"/>
            <a:chExt cx="1363980" cy="170180"/>
          </a:xfrm>
        </p:grpSpPr>
        <p:sp>
          <p:nvSpPr>
            <p:cNvPr id="13" name="Freeform 13"/>
            <p:cNvSpPr/>
            <p:nvPr/>
          </p:nvSpPr>
          <p:spPr>
            <a:xfrm>
              <a:off x="50743" y="47104"/>
              <a:ext cx="1262437" cy="83607"/>
            </a:xfrm>
            <a:custGeom>
              <a:avLst/>
              <a:gdLst/>
              <a:ahLst/>
              <a:cxnLst/>
              <a:rect l="l" t="t" r="r" b="b"/>
              <a:pathLst>
                <a:path w="1262437" h="83607">
                  <a:moveTo>
                    <a:pt x="19107" y="21476"/>
                  </a:moveTo>
                  <a:cubicBezTo>
                    <a:pt x="121977" y="1156"/>
                    <a:pt x="168967" y="3696"/>
                    <a:pt x="247707" y="3696"/>
                  </a:cubicBezTo>
                  <a:cubicBezTo>
                    <a:pt x="439477" y="2426"/>
                    <a:pt x="1148137" y="-10274"/>
                    <a:pt x="1237037" y="20206"/>
                  </a:cubicBezTo>
                  <a:cubicBezTo>
                    <a:pt x="1252277" y="25286"/>
                    <a:pt x="1258627" y="31636"/>
                    <a:pt x="1261167" y="39256"/>
                  </a:cubicBezTo>
                  <a:cubicBezTo>
                    <a:pt x="1263707" y="45606"/>
                    <a:pt x="1261167" y="57036"/>
                    <a:pt x="1256087" y="62116"/>
                  </a:cubicBezTo>
                  <a:cubicBezTo>
                    <a:pt x="1251007" y="68466"/>
                    <a:pt x="1234497" y="71006"/>
                    <a:pt x="1226877" y="68466"/>
                  </a:cubicBezTo>
                  <a:cubicBezTo>
                    <a:pt x="1219257" y="65926"/>
                    <a:pt x="1212907" y="57036"/>
                    <a:pt x="1211637" y="49416"/>
                  </a:cubicBezTo>
                  <a:cubicBezTo>
                    <a:pt x="1210367" y="43066"/>
                    <a:pt x="1214177" y="31636"/>
                    <a:pt x="1219257" y="27826"/>
                  </a:cubicBezTo>
                  <a:cubicBezTo>
                    <a:pt x="1225607" y="22746"/>
                    <a:pt x="1243387" y="20206"/>
                    <a:pt x="1249737" y="24016"/>
                  </a:cubicBezTo>
                  <a:cubicBezTo>
                    <a:pt x="1256087" y="26556"/>
                    <a:pt x="1262437" y="36716"/>
                    <a:pt x="1262437" y="44336"/>
                  </a:cubicBezTo>
                  <a:cubicBezTo>
                    <a:pt x="1262437" y="51956"/>
                    <a:pt x="1258627" y="62116"/>
                    <a:pt x="1244657" y="69736"/>
                  </a:cubicBezTo>
                  <a:cubicBezTo>
                    <a:pt x="1167187" y="110376"/>
                    <a:pt x="459797" y="48146"/>
                    <a:pt x="247707" y="54496"/>
                  </a:cubicBezTo>
                  <a:cubicBezTo>
                    <a:pt x="147377" y="57036"/>
                    <a:pt x="62287" y="82436"/>
                    <a:pt x="26727" y="71006"/>
                  </a:cubicBezTo>
                  <a:cubicBezTo>
                    <a:pt x="11487" y="65926"/>
                    <a:pt x="1327" y="58306"/>
                    <a:pt x="57" y="49416"/>
                  </a:cubicBezTo>
                  <a:cubicBezTo>
                    <a:pt x="-1213" y="41796"/>
                    <a:pt x="19107" y="21476"/>
                    <a:pt x="19107" y="21476"/>
                  </a:cubicBezTo>
                </a:path>
              </a:pathLst>
            </a:custGeom>
            <a:solidFill>
              <a:srgbClr val="004068"/>
            </a:solidFill>
            <a:ln cap="sq">
              <a:noFill/>
              <a:prstDash val="solid"/>
              <a:miter/>
            </a:ln>
          </p:spPr>
        </p:sp>
      </p:grpSp>
      <p:grpSp>
        <p:nvGrpSpPr>
          <p:cNvPr id="14" name="Group 14"/>
          <p:cNvGrpSpPr/>
          <p:nvPr/>
        </p:nvGrpSpPr>
        <p:grpSpPr>
          <a:xfrm>
            <a:off x="2496502" y="5291138"/>
            <a:ext cx="161925" cy="824865"/>
            <a:chOff x="0" y="0"/>
            <a:chExt cx="215900" cy="1099820"/>
          </a:xfrm>
        </p:grpSpPr>
        <p:sp>
          <p:nvSpPr>
            <p:cNvPr id="15" name="Freeform 15"/>
            <p:cNvSpPr/>
            <p:nvPr/>
          </p:nvSpPr>
          <p:spPr>
            <a:xfrm>
              <a:off x="44852" y="50662"/>
              <a:ext cx="124517" cy="997088"/>
            </a:xfrm>
            <a:custGeom>
              <a:avLst/>
              <a:gdLst/>
              <a:ahLst/>
              <a:cxnLst/>
              <a:rect l="l" t="t" r="r" b="b"/>
              <a:pathLst>
                <a:path w="124517" h="997088">
                  <a:moveTo>
                    <a:pt x="56748" y="24268"/>
                  </a:moveTo>
                  <a:cubicBezTo>
                    <a:pt x="61828" y="250328"/>
                    <a:pt x="80878" y="326528"/>
                    <a:pt x="87228" y="402728"/>
                  </a:cubicBezTo>
                  <a:cubicBezTo>
                    <a:pt x="92308" y="484008"/>
                    <a:pt x="84688" y="566558"/>
                    <a:pt x="89768" y="654188"/>
                  </a:cubicBezTo>
                  <a:cubicBezTo>
                    <a:pt x="94848" y="754518"/>
                    <a:pt x="138028" y="925968"/>
                    <a:pt x="120248" y="971688"/>
                  </a:cubicBezTo>
                  <a:cubicBezTo>
                    <a:pt x="115168" y="986928"/>
                    <a:pt x="102468" y="997088"/>
                    <a:pt x="93578" y="997088"/>
                  </a:cubicBezTo>
                  <a:cubicBezTo>
                    <a:pt x="85958" y="997088"/>
                    <a:pt x="71988" y="984388"/>
                    <a:pt x="70718" y="976768"/>
                  </a:cubicBezTo>
                  <a:cubicBezTo>
                    <a:pt x="69448" y="967878"/>
                    <a:pt x="82148" y="947558"/>
                    <a:pt x="91038" y="946288"/>
                  </a:cubicBezTo>
                  <a:cubicBezTo>
                    <a:pt x="99928" y="945018"/>
                    <a:pt x="118978" y="960258"/>
                    <a:pt x="120248" y="969148"/>
                  </a:cubicBezTo>
                  <a:cubicBezTo>
                    <a:pt x="121518" y="976768"/>
                    <a:pt x="105008" y="995818"/>
                    <a:pt x="96118" y="997088"/>
                  </a:cubicBezTo>
                  <a:cubicBezTo>
                    <a:pt x="88498" y="997088"/>
                    <a:pt x="77068" y="986928"/>
                    <a:pt x="69448" y="971688"/>
                  </a:cubicBezTo>
                  <a:cubicBezTo>
                    <a:pt x="47858" y="925968"/>
                    <a:pt x="44048" y="753248"/>
                    <a:pt x="38968" y="654188"/>
                  </a:cubicBezTo>
                  <a:cubicBezTo>
                    <a:pt x="33888" y="567828"/>
                    <a:pt x="41508" y="489088"/>
                    <a:pt x="36428" y="409078"/>
                  </a:cubicBezTo>
                  <a:cubicBezTo>
                    <a:pt x="31348" y="331608"/>
                    <a:pt x="11028" y="252868"/>
                    <a:pt x="5948" y="184288"/>
                  </a:cubicBezTo>
                  <a:cubicBezTo>
                    <a:pt x="3408" y="124598"/>
                    <a:pt x="-6752" y="45858"/>
                    <a:pt x="7218" y="19188"/>
                  </a:cubicBezTo>
                  <a:cubicBezTo>
                    <a:pt x="13568" y="6488"/>
                    <a:pt x="26268" y="-1132"/>
                    <a:pt x="35158" y="138"/>
                  </a:cubicBezTo>
                  <a:cubicBezTo>
                    <a:pt x="42778" y="138"/>
                    <a:pt x="56748" y="24268"/>
                    <a:pt x="56748" y="24268"/>
                  </a:cubicBezTo>
                </a:path>
              </a:pathLst>
            </a:custGeom>
            <a:solidFill>
              <a:srgbClr val="004068"/>
            </a:solidFill>
            <a:ln cap="sq">
              <a:noFill/>
              <a:prstDash val="solid"/>
              <a:miter/>
            </a:ln>
          </p:spPr>
        </p:sp>
      </p:grpSp>
      <p:grpSp>
        <p:nvGrpSpPr>
          <p:cNvPr id="16" name="Group 16"/>
          <p:cNvGrpSpPr/>
          <p:nvPr/>
        </p:nvGrpSpPr>
        <p:grpSpPr>
          <a:xfrm>
            <a:off x="1507808" y="5395912"/>
            <a:ext cx="160972" cy="929640"/>
            <a:chOff x="0" y="0"/>
            <a:chExt cx="214630" cy="1239520"/>
          </a:xfrm>
        </p:grpSpPr>
        <p:sp>
          <p:nvSpPr>
            <p:cNvPr id="17" name="Freeform 17"/>
            <p:cNvSpPr/>
            <p:nvPr/>
          </p:nvSpPr>
          <p:spPr>
            <a:xfrm>
              <a:off x="49774" y="50739"/>
              <a:ext cx="113651" cy="1137981"/>
            </a:xfrm>
            <a:custGeom>
              <a:avLst/>
              <a:gdLst/>
              <a:ahLst/>
              <a:cxnLst/>
              <a:rect l="l" t="t" r="r" b="b"/>
              <a:pathLst>
                <a:path w="113651" h="1137981">
                  <a:moveTo>
                    <a:pt x="50556" y="16571"/>
                  </a:moveTo>
                  <a:cubicBezTo>
                    <a:pt x="72146" y="148651"/>
                    <a:pt x="59446" y="375981"/>
                    <a:pt x="67066" y="453451"/>
                  </a:cubicBezTo>
                  <a:cubicBezTo>
                    <a:pt x="69606" y="489011"/>
                    <a:pt x="77226" y="495361"/>
                    <a:pt x="81036" y="529651"/>
                  </a:cubicBezTo>
                  <a:cubicBezTo>
                    <a:pt x="88656" y="607121"/>
                    <a:pt x="74686" y="791271"/>
                    <a:pt x="82306" y="896681"/>
                  </a:cubicBezTo>
                  <a:cubicBezTo>
                    <a:pt x="88656" y="979231"/>
                    <a:pt x="119136" y="1078291"/>
                    <a:pt x="112786" y="1112581"/>
                  </a:cubicBezTo>
                  <a:cubicBezTo>
                    <a:pt x="111516" y="1124011"/>
                    <a:pt x="107706" y="1130361"/>
                    <a:pt x="101356" y="1132901"/>
                  </a:cubicBezTo>
                  <a:cubicBezTo>
                    <a:pt x="95006" y="1136711"/>
                    <a:pt x="77226" y="1135441"/>
                    <a:pt x="70876" y="1131631"/>
                  </a:cubicBezTo>
                  <a:cubicBezTo>
                    <a:pt x="64526" y="1126551"/>
                    <a:pt x="60716" y="1115121"/>
                    <a:pt x="61986" y="1108771"/>
                  </a:cubicBezTo>
                  <a:cubicBezTo>
                    <a:pt x="64526" y="1101151"/>
                    <a:pt x="75956" y="1088451"/>
                    <a:pt x="83576" y="1087181"/>
                  </a:cubicBezTo>
                  <a:cubicBezTo>
                    <a:pt x="92466" y="1085911"/>
                    <a:pt x="107706" y="1094801"/>
                    <a:pt x="111516" y="1101151"/>
                  </a:cubicBezTo>
                  <a:cubicBezTo>
                    <a:pt x="114056" y="1107501"/>
                    <a:pt x="112786" y="1120201"/>
                    <a:pt x="108976" y="1125281"/>
                  </a:cubicBezTo>
                  <a:cubicBezTo>
                    <a:pt x="105166" y="1131631"/>
                    <a:pt x="95006" y="1137981"/>
                    <a:pt x="88656" y="1137981"/>
                  </a:cubicBezTo>
                  <a:cubicBezTo>
                    <a:pt x="81036" y="1136711"/>
                    <a:pt x="70876" y="1131631"/>
                    <a:pt x="63256" y="1120201"/>
                  </a:cubicBezTo>
                  <a:cubicBezTo>
                    <a:pt x="44206" y="1088451"/>
                    <a:pt x="37856" y="981771"/>
                    <a:pt x="31506" y="897951"/>
                  </a:cubicBezTo>
                  <a:cubicBezTo>
                    <a:pt x="23886" y="791271"/>
                    <a:pt x="37856" y="609661"/>
                    <a:pt x="30236" y="533461"/>
                  </a:cubicBezTo>
                  <a:cubicBezTo>
                    <a:pt x="27696" y="497901"/>
                    <a:pt x="20076" y="491551"/>
                    <a:pt x="16266" y="455991"/>
                  </a:cubicBezTo>
                  <a:cubicBezTo>
                    <a:pt x="9916" y="381061"/>
                    <a:pt x="22616" y="177861"/>
                    <a:pt x="14996" y="104201"/>
                  </a:cubicBezTo>
                  <a:cubicBezTo>
                    <a:pt x="11186" y="68641"/>
                    <a:pt x="-4054" y="45781"/>
                    <a:pt x="1026" y="26731"/>
                  </a:cubicBezTo>
                  <a:cubicBezTo>
                    <a:pt x="3566" y="15301"/>
                    <a:pt x="12456" y="2601"/>
                    <a:pt x="21346" y="61"/>
                  </a:cubicBezTo>
                  <a:cubicBezTo>
                    <a:pt x="28966" y="-1209"/>
                    <a:pt x="50556" y="17841"/>
                    <a:pt x="50556" y="17841"/>
                  </a:cubicBezTo>
                </a:path>
              </a:pathLst>
            </a:custGeom>
            <a:solidFill>
              <a:srgbClr val="004068"/>
            </a:solidFill>
            <a:ln cap="sq">
              <a:noFill/>
              <a:prstDash val="solid"/>
              <a:miter/>
            </a:ln>
          </p:spPr>
        </p:sp>
      </p:grpSp>
      <p:grpSp>
        <p:nvGrpSpPr>
          <p:cNvPr id="18" name="Group 18"/>
          <p:cNvGrpSpPr/>
          <p:nvPr/>
        </p:nvGrpSpPr>
        <p:grpSpPr>
          <a:xfrm>
            <a:off x="1665923" y="5346382"/>
            <a:ext cx="321945" cy="358140"/>
            <a:chOff x="0" y="0"/>
            <a:chExt cx="429260" cy="477520"/>
          </a:xfrm>
        </p:grpSpPr>
        <p:sp>
          <p:nvSpPr>
            <p:cNvPr id="19" name="Freeform 19"/>
            <p:cNvSpPr/>
            <p:nvPr/>
          </p:nvSpPr>
          <p:spPr>
            <a:xfrm>
              <a:off x="46037" y="50663"/>
              <a:ext cx="332149" cy="377507"/>
            </a:xfrm>
            <a:custGeom>
              <a:avLst/>
              <a:gdLst/>
              <a:ahLst/>
              <a:cxnLst/>
              <a:rect l="l" t="t" r="r" b="b"/>
              <a:pathLst>
                <a:path w="332149" h="377507">
                  <a:moveTo>
                    <a:pt x="23813" y="345577"/>
                  </a:moveTo>
                  <a:cubicBezTo>
                    <a:pt x="39053" y="147457"/>
                    <a:pt x="-317" y="62367"/>
                    <a:pt x="6033" y="29347"/>
                  </a:cubicBezTo>
                  <a:cubicBezTo>
                    <a:pt x="7303" y="15377"/>
                    <a:pt x="14923" y="2677"/>
                    <a:pt x="22543" y="137"/>
                  </a:cubicBezTo>
                  <a:cubicBezTo>
                    <a:pt x="30163" y="-1133"/>
                    <a:pt x="47943" y="7757"/>
                    <a:pt x="55563" y="19187"/>
                  </a:cubicBezTo>
                  <a:cubicBezTo>
                    <a:pt x="68263" y="42047"/>
                    <a:pt x="50483" y="122057"/>
                    <a:pt x="59373" y="148727"/>
                  </a:cubicBezTo>
                  <a:cubicBezTo>
                    <a:pt x="63183" y="161427"/>
                    <a:pt x="68263" y="169047"/>
                    <a:pt x="75883" y="176667"/>
                  </a:cubicBezTo>
                  <a:cubicBezTo>
                    <a:pt x="82233" y="183017"/>
                    <a:pt x="93663" y="191907"/>
                    <a:pt x="98743" y="189367"/>
                  </a:cubicBezTo>
                  <a:cubicBezTo>
                    <a:pt x="112713" y="180477"/>
                    <a:pt x="82233" y="52207"/>
                    <a:pt x="97473" y="25537"/>
                  </a:cubicBezTo>
                  <a:cubicBezTo>
                    <a:pt x="103823" y="11567"/>
                    <a:pt x="120333" y="3947"/>
                    <a:pt x="129223" y="3947"/>
                  </a:cubicBezTo>
                  <a:cubicBezTo>
                    <a:pt x="135573" y="5217"/>
                    <a:pt x="141923" y="11567"/>
                    <a:pt x="147003" y="20457"/>
                  </a:cubicBezTo>
                  <a:cubicBezTo>
                    <a:pt x="155893" y="36967"/>
                    <a:pt x="157163" y="81417"/>
                    <a:pt x="168593" y="109357"/>
                  </a:cubicBezTo>
                  <a:cubicBezTo>
                    <a:pt x="177483" y="136027"/>
                    <a:pt x="190183" y="163967"/>
                    <a:pt x="206693" y="183017"/>
                  </a:cubicBezTo>
                  <a:cubicBezTo>
                    <a:pt x="219393" y="199527"/>
                    <a:pt x="234633" y="213497"/>
                    <a:pt x="252413" y="221117"/>
                  </a:cubicBezTo>
                  <a:cubicBezTo>
                    <a:pt x="272733" y="228737"/>
                    <a:pt x="310833" y="216037"/>
                    <a:pt x="322263" y="226197"/>
                  </a:cubicBezTo>
                  <a:cubicBezTo>
                    <a:pt x="329883" y="233817"/>
                    <a:pt x="331153" y="256677"/>
                    <a:pt x="326073" y="263027"/>
                  </a:cubicBezTo>
                  <a:cubicBezTo>
                    <a:pt x="320993" y="269377"/>
                    <a:pt x="303213" y="273187"/>
                    <a:pt x="295593" y="269377"/>
                  </a:cubicBezTo>
                  <a:cubicBezTo>
                    <a:pt x="289243" y="266837"/>
                    <a:pt x="282893" y="257947"/>
                    <a:pt x="281623" y="250327"/>
                  </a:cubicBezTo>
                  <a:cubicBezTo>
                    <a:pt x="281623" y="242707"/>
                    <a:pt x="289243" y="227467"/>
                    <a:pt x="295593" y="223657"/>
                  </a:cubicBezTo>
                  <a:cubicBezTo>
                    <a:pt x="303213" y="219847"/>
                    <a:pt x="320993" y="224927"/>
                    <a:pt x="326073" y="230007"/>
                  </a:cubicBezTo>
                  <a:cubicBezTo>
                    <a:pt x="331153" y="235087"/>
                    <a:pt x="333693" y="246517"/>
                    <a:pt x="331153" y="254137"/>
                  </a:cubicBezTo>
                  <a:cubicBezTo>
                    <a:pt x="329883" y="260487"/>
                    <a:pt x="323533" y="266837"/>
                    <a:pt x="314643" y="270647"/>
                  </a:cubicBezTo>
                  <a:cubicBezTo>
                    <a:pt x="300673" y="276997"/>
                    <a:pt x="267653" y="278267"/>
                    <a:pt x="244793" y="270647"/>
                  </a:cubicBezTo>
                  <a:cubicBezTo>
                    <a:pt x="218123" y="261757"/>
                    <a:pt x="185103" y="235087"/>
                    <a:pt x="166053" y="214767"/>
                  </a:cubicBezTo>
                  <a:cubicBezTo>
                    <a:pt x="150813" y="196987"/>
                    <a:pt x="141923" y="180477"/>
                    <a:pt x="131763" y="157617"/>
                  </a:cubicBezTo>
                  <a:cubicBezTo>
                    <a:pt x="120333" y="129677"/>
                    <a:pt x="106363" y="82687"/>
                    <a:pt x="101283" y="57287"/>
                  </a:cubicBezTo>
                  <a:cubicBezTo>
                    <a:pt x="98743" y="42047"/>
                    <a:pt x="94933" y="28077"/>
                    <a:pt x="98743" y="19187"/>
                  </a:cubicBezTo>
                  <a:cubicBezTo>
                    <a:pt x="102553" y="11567"/>
                    <a:pt x="115253" y="3947"/>
                    <a:pt x="122873" y="3947"/>
                  </a:cubicBezTo>
                  <a:cubicBezTo>
                    <a:pt x="130493" y="2677"/>
                    <a:pt x="139383" y="9027"/>
                    <a:pt x="143193" y="14107"/>
                  </a:cubicBezTo>
                  <a:cubicBezTo>
                    <a:pt x="149543" y="21727"/>
                    <a:pt x="150813" y="31887"/>
                    <a:pt x="152083" y="47127"/>
                  </a:cubicBezTo>
                  <a:cubicBezTo>
                    <a:pt x="155893" y="78877"/>
                    <a:pt x="158433" y="169047"/>
                    <a:pt x="149543" y="199527"/>
                  </a:cubicBezTo>
                  <a:cubicBezTo>
                    <a:pt x="145733" y="213497"/>
                    <a:pt x="139383" y="221117"/>
                    <a:pt x="131763" y="227467"/>
                  </a:cubicBezTo>
                  <a:cubicBezTo>
                    <a:pt x="124143" y="233817"/>
                    <a:pt x="113983" y="240167"/>
                    <a:pt x="101283" y="240167"/>
                  </a:cubicBezTo>
                  <a:cubicBezTo>
                    <a:pt x="84773" y="240167"/>
                    <a:pt x="58103" y="230007"/>
                    <a:pt x="41593" y="214767"/>
                  </a:cubicBezTo>
                  <a:cubicBezTo>
                    <a:pt x="22543" y="195717"/>
                    <a:pt x="11113" y="157617"/>
                    <a:pt x="4763" y="127137"/>
                  </a:cubicBezTo>
                  <a:cubicBezTo>
                    <a:pt x="-1587" y="94117"/>
                    <a:pt x="-1587" y="45857"/>
                    <a:pt x="4763" y="24267"/>
                  </a:cubicBezTo>
                  <a:cubicBezTo>
                    <a:pt x="8573" y="12837"/>
                    <a:pt x="14923" y="2677"/>
                    <a:pt x="22543" y="137"/>
                  </a:cubicBezTo>
                  <a:cubicBezTo>
                    <a:pt x="31433" y="-1133"/>
                    <a:pt x="45403" y="6487"/>
                    <a:pt x="55563" y="19187"/>
                  </a:cubicBezTo>
                  <a:cubicBezTo>
                    <a:pt x="77153" y="49667"/>
                    <a:pt x="91123" y="157617"/>
                    <a:pt x="92393" y="218577"/>
                  </a:cubicBezTo>
                  <a:cubicBezTo>
                    <a:pt x="93663" y="270647"/>
                    <a:pt x="87313" y="345577"/>
                    <a:pt x="69533" y="365897"/>
                  </a:cubicBezTo>
                  <a:cubicBezTo>
                    <a:pt x="61913" y="376057"/>
                    <a:pt x="45403" y="379867"/>
                    <a:pt x="37783" y="376057"/>
                  </a:cubicBezTo>
                  <a:cubicBezTo>
                    <a:pt x="30163" y="372247"/>
                    <a:pt x="23813" y="345577"/>
                    <a:pt x="23813" y="345577"/>
                  </a:cubicBezTo>
                </a:path>
              </a:pathLst>
            </a:custGeom>
            <a:solidFill>
              <a:srgbClr val="004068"/>
            </a:solidFill>
            <a:ln cap="sq">
              <a:noFill/>
              <a:prstDash val="solid"/>
              <a:miter/>
            </a:ln>
          </p:spPr>
        </p:sp>
      </p:grpSp>
      <p:grpSp>
        <p:nvGrpSpPr>
          <p:cNvPr id="20" name="Group 20"/>
          <p:cNvGrpSpPr/>
          <p:nvPr/>
        </p:nvGrpSpPr>
        <p:grpSpPr>
          <a:xfrm>
            <a:off x="1918335" y="5392103"/>
            <a:ext cx="239078" cy="214312"/>
            <a:chOff x="0" y="0"/>
            <a:chExt cx="318770" cy="285750"/>
          </a:xfrm>
        </p:grpSpPr>
        <p:sp>
          <p:nvSpPr>
            <p:cNvPr id="21" name="Freeform 21"/>
            <p:cNvSpPr/>
            <p:nvPr/>
          </p:nvSpPr>
          <p:spPr>
            <a:xfrm>
              <a:off x="50800" y="48001"/>
              <a:ext cx="217170" cy="192047"/>
            </a:xfrm>
            <a:custGeom>
              <a:avLst/>
              <a:gdLst/>
              <a:ahLst/>
              <a:cxnLst/>
              <a:rect l="l" t="t" r="r" b="b"/>
              <a:pathLst>
                <a:path w="217170" h="192047">
                  <a:moveTo>
                    <a:pt x="111760" y="72649"/>
                  </a:moveTo>
                  <a:cubicBezTo>
                    <a:pt x="105410" y="51059"/>
                    <a:pt x="63500" y="43439"/>
                    <a:pt x="53340" y="52329"/>
                  </a:cubicBezTo>
                  <a:cubicBezTo>
                    <a:pt x="43180" y="61219"/>
                    <a:pt x="45720" y="99319"/>
                    <a:pt x="50800" y="113289"/>
                  </a:cubicBezTo>
                  <a:cubicBezTo>
                    <a:pt x="55880" y="122179"/>
                    <a:pt x="60960" y="125989"/>
                    <a:pt x="72390" y="131069"/>
                  </a:cubicBezTo>
                  <a:cubicBezTo>
                    <a:pt x="97790" y="139959"/>
                    <a:pt x="189230" y="125989"/>
                    <a:pt x="207010" y="141229"/>
                  </a:cubicBezTo>
                  <a:cubicBezTo>
                    <a:pt x="215900" y="147579"/>
                    <a:pt x="218440" y="162819"/>
                    <a:pt x="215900" y="170439"/>
                  </a:cubicBezTo>
                  <a:cubicBezTo>
                    <a:pt x="212090" y="178059"/>
                    <a:pt x="196850" y="186949"/>
                    <a:pt x="189230" y="185679"/>
                  </a:cubicBezTo>
                  <a:cubicBezTo>
                    <a:pt x="181610" y="185679"/>
                    <a:pt x="172720" y="179329"/>
                    <a:pt x="170180" y="172979"/>
                  </a:cubicBezTo>
                  <a:cubicBezTo>
                    <a:pt x="166370" y="166629"/>
                    <a:pt x="165100" y="155199"/>
                    <a:pt x="170180" y="148849"/>
                  </a:cubicBezTo>
                  <a:cubicBezTo>
                    <a:pt x="175260" y="142499"/>
                    <a:pt x="196850" y="136149"/>
                    <a:pt x="205740" y="138689"/>
                  </a:cubicBezTo>
                  <a:cubicBezTo>
                    <a:pt x="212090" y="142499"/>
                    <a:pt x="217170" y="152659"/>
                    <a:pt x="217170" y="160279"/>
                  </a:cubicBezTo>
                  <a:cubicBezTo>
                    <a:pt x="217170" y="167899"/>
                    <a:pt x="210820" y="179329"/>
                    <a:pt x="200660" y="185679"/>
                  </a:cubicBezTo>
                  <a:cubicBezTo>
                    <a:pt x="176530" y="197109"/>
                    <a:pt x="87630" y="192029"/>
                    <a:pt x="53340" y="179329"/>
                  </a:cubicBezTo>
                  <a:cubicBezTo>
                    <a:pt x="31750" y="170439"/>
                    <a:pt x="13970" y="153929"/>
                    <a:pt x="6350" y="141229"/>
                  </a:cubicBezTo>
                  <a:cubicBezTo>
                    <a:pt x="1270" y="132339"/>
                    <a:pt x="1270" y="124719"/>
                    <a:pt x="0" y="113289"/>
                  </a:cubicBezTo>
                  <a:cubicBezTo>
                    <a:pt x="0" y="96779"/>
                    <a:pt x="0" y="70109"/>
                    <a:pt x="5080" y="52329"/>
                  </a:cubicBezTo>
                  <a:cubicBezTo>
                    <a:pt x="11430" y="35819"/>
                    <a:pt x="17780" y="15499"/>
                    <a:pt x="30480" y="7879"/>
                  </a:cubicBezTo>
                  <a:cubicBezTo>
                    <a:pt x="45720" y="-2281"/>
                    <a:pt x="76200" y="-1011"/>
                    <a:pt x="96520" y="2799"/>
                  </a:cubicBezTo>
                  <a:cubicBezTo>
                    <a:pt x="115570" y="6609"/>
                    <a:pt x="140970" y="15499"/>
                    <a:pt x="151130" y="30739"/>
                  </a:cubicBezTo>
                  <a:cubicBezTo>
                    <a:pt x="160020" y="44709"/>
                    <a:pt x="162560" y="80269"/>
                    <a:pt x="156210" y="90429"/>
                  </a:cubicBezTo>
                  <a:cubicBezTo>
                    <a:pt x="151130" y="96779"/>
                    <a:pt x="134620" y="99319"/>
                    <a:pt x="128270" y="96779"/>
                  </a:cubicBezTo>
                  <a:cubicBezTo>
                    <a:pt x="120650" y="94239"/>
                    <a:pt x="111760" y="72649"/>
                    <a:pt x="111760" y="72649"/>
                  </a:cubicBezTo>
                </a:path>
              </a:pathLst>
            </a:custGeom>
            <a:solidFill>
              <a:srgbClr val="004068"/>
            </a:solidFill>
            <a:ln cap="sq">
              <a:noFill/>
              <a:prstDash val="solid"/>
              <a:miter/>
            </a:ln>
          </p:spPr>
        </p:sp>
      </p:grpSp>
      <p:grpSp>
        <p:nvGrpSpPr>
          <p:cNvPr id="22" name="Group 22"/>
          <p:cNvGrpSpPr/>
          <p:nvPr/>
        </p:nvGrpSpPr>
        <p:grpSpPr>
          <a:xfrm>
            <a:off x="1738312" y="5832158"/>
            <a:ext cx="207645" cy="290512"/>
            <a:chOff x="0" y="0"/>
            <a:chExt cx="276860" cy="387350"/>
          </a:xfrm>
        </p:grpSpPr>
        <p:sp>
          <p:nvSpPr>
            <p:cNvPr id="23" name="Freeform 23"/>
            <p:cNvSpPr/>
            <p:nvPr/>
          </p:nvSpPr>
          <p:spPr>
            <a:xfrm>
              <a:off x="43825" y="49305"/>
              <a:ext cx="182693" cy="287245"/>
            </a:xfrm>
            <a:custGeom>
              <a:avLst/>
              <a:gdLst/>
              <a:ahLst/>
              <a:cxnLst/>
              <a:rect l="l" t="t" r="r" b="b"/>
              <a:pathLst>
                <a:path w="182693" h="287245">
                  <a:moveTo>
                    <a:pt x="57775" y="67535"/>
                  </a:moveTo>
                  <a:cubicBezTo>
                    <a:pt x="61585" y="275815"/>
                    <a:pt x="47615" y="287245"/>
                    <a:pt x="38725" y="287245"/>
                  </a:cubicBezTo>
                  <a:cubicBezTo>
                    <a:pt x="31105" y="285975"/>
                    <a:pt x="22215" y="275815"/>
                    <a:pt x="15865" y="261845"/>
                  </a:cubicBezTo>
                  <a:cubicBezTo>
                    <a:pt x="1895" y="222475"/>
                    <a:pt x="-3185" y="45945"/>
                    <a:pt x="14595" y="15465"/>
                  </a:cubicBezTo>
                  <a:cubicBezTo>
                    <a:pt x="20945" y="5305"/>
                    <a:pt x="27295" y="4035"/>
                    <a:pt x="38725" y="1495"/>
                  </a:cubicBezTo>
                  <a:cubicBezTo>
                    <a:pt x="56505" y="-2315"/>
                    <a:pt x="94605" y="1495"/>
                    <a:pt x="118735" y="9115"/>
                  </a:cubicBezTo>
                  <a:cubicBezTo>
                    <a:pt x="140325" y="16735"/>
                    <a:pt x="168265" y="33245"/>
                    <a:pt x="177155" y="45945"/>
                  </a:cubicBezTo>
                  <a:cubicBezTo>
                    <a:pt x="182235" y="54835"/>
                    <a:pt x="183505" y="62455"/>
                    <a:pt x="182235" y="71345"/>
                  </a:cubicBezTo>
                  <a:cubicBezTo>
                    <a:pt x="180965" y="82775"/>
                    <a:pt x="178425" y="95475"/>
                    <a:pt x="168265" y="105635"/>
                  </a:cubicBezTo>
                  <a:cubicBezTo>
                    <a:pt x="149215" y="124685"/>
                    <a:pt x="76825" y="155165"/>
                    <a:pt x="55235" y="152625"/>
                  </a:cubicBezTo>
                  <a:cubicBezTo>
                    <a:pt x="46345" y="151355"/>
                    <a:pt x="39995" y="143735"/>
                    <a:pt x="36185" y="137385"/>
                  </a:cubicBezTo>
                  <a:cubicBezTo>
                    <a:pt x="33645" y="131035"/>
                    <a:pt x="33645" y="118335"/>
                    <a:pt x="38725" y="113255"/>
                  </a:cubicBezTo>
                  <a:cubicBezTo>
                    <a:pt x="43805" y="106905"/>
                    <a:pt x="66665" y="103095"/>
                    <a:pt x="74285" y="106905"/>
                  </a:cubicBezTo>
                  <a:cubicBezTo>
                    <a:pt x="80635" y="109445"/>
                    <a:pt x="85715" y="120875"/>
                    <a:pt x="85715" y="127225"/>
                  </a:cubicBezTo>
                  <a:cubicBezTo>
                    <a:pt x="85715" y="134845"/>
                    <a:pt x="80635" y="145005"/>
                    <a:pt x="74285" y="148815"/>
                  </a:cubicBezTo>
                  <a:cubicBezTo>
                    <a:pt x="66665" y="152625"/>
                    <a:pt x="48885" y="151355"/>
                    <a:pt x="43805" y="146275"/>
                  </a:cubicBezTo>
                  <a:cubicBezTo>
                    <a:pt x="37455" y="141195"/>
                    <a:pt x="32375" y="124685"/>
                    <a:pt x="37455" y="115795"/>
                  </a:cubicBezTo>
                  <a:cubicBezTo>
                    <a:pt x="43805" y="103095"/>
                    <a:pt x="88255" y="98015"/>
                    <a:pt x="100955" y="86585"/>
                  </a:cubicBezTo>
                  <a:cubicBezTo>
                    <a:pt x="109845" y="80235"/>
                    <a:pt x="118735" y="70075"/>
                    <a:pt x="117465" y="63725"/>
                  </a:cubicBezTo>
                  <a:cubicBezTo>
                    <a:pt x="113655" y="53565"/>
                    <a:pt x="70475" y="34515"/>
                    <a:pt x="57775" y="43405"/>
                  </a:cubicBezTo>
                  <a:cubicBezTo>
                    <a:pt x="34915" y="61185"/>
                    <a:pt x="81905" y="226285"/>
                    <a:pt x="66665" y="261845"/>
                  </a:cubicBezTo>
                  <a:cubicBezTo>
                    <a:pt x="60315" y="277085"/>
                    <a:pt x="47615" y="287245"/>
                    <a:pt x="38725" y="287245"/>
                  </a:cubicBezTo>
                  <a:cubicBezTo>
                    <a:pt x="31105" y="287245"/>
                    <a:pt x="22215" y="279625"/>
                    <a:pt x="17135" y="268195"/>
                  </a:cubicBezTo>
                  <a:cubicBezTo>
                    <a:pt x="1895" y="237715"/>
                    <a:pt x="-6995" y="100555"/>
                    <a:pt x="6975" y="67535"/>
                  </a:cubicBezTo>
                  <a:cubicBezTo>
                    <a:pt x="13325" y="52295"/>
                    <a:pt x="27295" y="42135"/>
                    <a:pt x="36185" y="42135"/>
                  </a:cubicBezTo>
                  <a:cubicBezTo>
                    <a:pt x="43805" y="42135"/>
                    <a:pt x="57775" y="67535"/>
                    <a:pt x="57775" y="67535"/>
                  </a:cubicBezTo>
                </a:path>
              </a:pathLst>
            </a:custGeom>
            <a:solidFill>
              <a:srgbClr val="004068"/>
            </a:solidFill>
            <a:ln cap="sq">
              <a:noFill/>
              <a:prstDash val="solid"/>
              <a:miter/>
            </a:ln>
          </p:spPr>
        </p:sp>
      </p:grpSp>
      <p:grpSp>
        <p:nvGrpSpPr>
          <p:cNvPr id="24" name="Group 24"/>
          <p:cNvGrpSpPr/>
          <p:nvPr/>
        </p:nvGrpSpPr>
        <p:grpSpPr>
          <a:xfrm>
            <a:off x="1932623" y="5855018"/>
            <a:ext cx="131445" cy="266700"/>
            <a:chOff x="0" y="0"/>
            <a:chExt cx="175260" cy="355600"/>
          </a:xfrm>
        </p:grpSpPr>
        <p:sp>
          <p:nvSpPr>
            <p:cNvPr id="25" name="Freeform 25"/>
            <p:cNvSpPr/>
            <p:nvPr/>
          </p:nvSpPr>
          <p:spPr>
            <a:xfrm>
              <a:off x="46176" y="50800"/>
              <a:ext cx="78406" cy="253365"/>
            </a:xfrm>
            <a:custGeom>
              <a:avLst/>
              <a:gdLst/>
              <a:ahLst/>
              <a:cxnLst/>
              <a:rect l="l" t="t" r="r" b="b"/>
              <a:pathLst>
                <a:path w="78406" h="253365">
                  <a:moveTo>
                    <a:pt x="55424" y="21590"/>
                  </a:moveTo>
                  <a:cubicBezTo>
                    <a:pt x="74474" y="241300"/>
                    <a:pt x="68124" y="251460"/>
                    <a:pt x="60504" y="252730"/>
                  </a:cubicBezTo>
                  <a:cubicBezTo>
                    <a:pt x="51614" y="255270"/>
                    <a:pt x="30024" y="242570"/>
                    <a:pt x="27484" y="234950"/>
                  </a:cubicBezTo>
                  <a:cubicBezTo>
                    <a:pt x="26214" y="226060"/>
                    <a:pt x="40184" y="205740"/>
                    <a:pt x="47804" y="204470"/>
                  </a:cubicBezTo>
                  <a:cubicBezTo>
                    <a:pt x="56694" y="201930"/>
                    <a:pt x="75744" y="217170"/>
                    <a:pt x="78284" y="226060"/>
                  </a:cubicBezTo>
                  <a:cubicBezTo>
                    <a:pt x="79554" y="233680"/>
                    <a:pt x="70664" y="250190"/>
                    <a:pt x="63044" y="252730"/>
                  </a:cubicBezTo>
                  <a:cubicBezTo>
                    <a:pt x="54154" y="255270"/>
                    <a:pt x="37644" y="250190"/>
                    <a:pt x="28754" y="237490"/>
                  </a:cubicBezTo>
                  <a:cubicBezTo>
                    <a:pt x="7164" y="208280"/>
                    <a:pt x="-8076" y="57150"/>
                    <a:pt x="4624" y="22860"/>
                  </a:cubicBezTo>
                  <a:cubicBezTo>
                    <a:pt x="9704" y="10160"/>
                    <a:pt x="21134" y="0"/>
                    <a:pt x="28754" y="0"/>
                  </a:cubicBezTo>
                  <a:cubicBezTo>
                    <a:pt x="37644" y="0"/>
                    <a:pt x="55424" y="21590"/>
                    <a:pt x="55424" y="21590"/>
                  </a:cubicBezTo>
                </a:path>
              </a:pathLst>
            </a:custGeom>
            <a:solidFill>
              <a:srgbClr val="004068"/>
            </a:solidFill>
            <a:ln cap="sq">
              <a:noFill/>
              <a:prstDash val="solid"/>
              <a:miter/>
            </a:ln>
          </p:spPr>
        </p:sp>
      </p:grpSp>
      <p:grpSp>
        <p:nvGrpSpPr>
          <p:cNvPr id="26" name="Group 26"/>
          <p:cNvGrpSpPr/>
          <p:nvPr/>
        </p:nvGrpSpPr>
        <p:grpSpPr>
          <a:xfrm>
            <a:off x="1945005" y="5790247"/>
            <a:ext cx="111442" cy="108585"/>
            <a:chOff x="0" y="0"/>
            <a:chExt cx="148590" cy="144780"/>
          </a:xfrm>
        </p:grpSpPr>
        <p:sp>
          <p:nvSpPr>
            <p:cNvPr id="27" name="Freeform 27"/>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04068"/>
            </a:solidFill>
            <a:ln cap="sq">
              <a:noFill/>
              <a:prstDash val="solid"/>
              <a:miter/>
            </a:ln>
          </p:spPr>
        </p:sp>
      </p:grpSp>
      <p:grpSp>
        <p:nvGrpSpPr>
          <p:cNvPr id="28" name="Group 28"/>
          <p:cNvGrpSpPr/>
          <p:nvPr/>
        </p:nvGrpSpPr>
        <p:grpSpPr>
          <a:xfrm>
            <a:off x="2147888" y="5859780"/>
            <a:ext cx="214312" cy="272415"/>
            <a:chOff x="0" y="0"/>
            <a:chExt cx="285750" cy="363220"/>
          </a:xfrm>
        </p:grpSpPr>
        <p:sp>
          <p:nvSpPr>
            <p:cNvPr id="29" name="Freeform 29"/>
            <p:cNvSpPr/>
            <p:nvPr/>
          </p:nvSpPr>
          <p:spPr>
            <a:xfrm>
              <a:off x="46091" y="50637"/>
              <a:ext cx="190684" cy="262007"/>
            </a:xfrm>
            <a:custGeom>
              <a:avLst/>
              <a:gdLst/>
              <a:ahLst/>
              <a:cxnLst/>
              <a:rect l="l" t="t" r="r" b="b"/>
              <a:pathLst>
                <a:path w="190684" h="262007">
                  <a:moveTo>
                    <a:pt x="54239" y="70013"/>
                  </a:moveTo>
                  <a:cubicBezTo>
                    <a:pt x="64399" y="246543"/>
                    <a:pt x="59319" y="252893"/>
                    <a:pt x="52969" y="255433"/>
                  </a:cubicBezTo>
                  <a:cubicBezTo>
                    <a:pt x="45349" y="257973"/>
                    <a:pt x="31379" y="256703"/>
                    <a:pt x="23759" y="249083"/>
                  </a:cubicBezTo>
                  <a:cubicBezTo>
                    <a:pt x="4709" y="226223"/>
                    <a:pt x="3439" y="85253"/>
                    <a:pt x="8519" y="47153"/>
                  </a:cubicBezTo>
                  <a:cubicBezTo>
                    <a:pt x="11059" y="31913"/>
                    <a:pt x="13599" y="21753"/>
                    <a:pt x="19949" y="14133"/>
                  </a:cubicBezTo>
                  <a:cubicBezTo>
                    <a:pt x="25029" y="7783"/>
                    <a:pt x="33919" y="1433"/>
                    <a:pt x="42809" y="163"/>
                  </a:cubicBezTo>
                  <a:cubicBezTo>
                    <a:pt x="54239" y="-1107"/>
                    <a:pt x="68209" y="5243"/>
                    <a:pt x="82179" y="12863"/>
                  </a:cubicBezTo>
                  <a:cubicBezTo>
                    <a:pt x="101229" y="25563"/>
                    <a:pt x="125359" y="49693"/>
                    <a:pt x="141869" y="72553"/>
                  </a:cubicBezTo>
                  <a:cubicBezTo>
                    <a:pt x="158379" y="96683"/>
                    <a:pt x="172349" y="124623"/>
                    <a:pt x="179969" y="152563"/>
                  </a:cubicBezTo>
                  <a:cubicBezTo>
                    <a:pt x="187589" y="179233"/>
                    <a:pt x="193939" y="217333"/>
                    <a:pt x="188859" y="236383"/>
                  </a:cubicBezTo>
                  <a:cubicBezTo>
                    <a:pt x="185049" y="247813"/>
                    <a:pt x="177429" y="259243"/>
                    <a:pt x="169809" y="261783"/>
                  </a:cubicBezTo>
                  <a:cubicBezTo>
                    <a:pt x="162189" y="263053"/>
                    <a:pt x="145679" y="257973"/>
                    <a:pt x="141869" y="250353"/>
                  </a:cubicBezTo>
                  <a:cubicBezTo>
                    <a:pt x="136789" y="242733"/>
                    <a:pt x="143139" y="218603"/>
                    <a:pt x="150759" y="214793"/>
                  </a:cubicBezTo>
                  <a:cubicBezTo>
                    <a:pt x="158379" y="210983"/>
                    <a:pt x="182509" y="218603"/>
                    <a:pt x="186319" y="226223"/>
                  </a:cubicBezTo>
                  <a:cubicBezTo>
                    <a:pt x="190129" y="233843"/>
                    <a:pt x="179969" y="256703"/>
                    <a:pt x="172349" y="260513"/>
                  </a:cubicBezTo>
                  <a:cubicBezTo>
                    <a:pt x="165999" y="264323"/>
                    <a:pt x="150759" y="260513"/>
                    <a:pt x="143139" y="252893"/>
                  </a:cubicBezTo>
                  <a:cubicBezTo>
                    <a:pt x="130439" y="237653"/>
                    <a:pt x="140599" y="188123"/>
                    <a:pt x="127899" y="156373"/>
                  </a:cubicBezTo>
                  <a:cubicBezTo>
                    <a:pt x="113929" y="119543"/>
                    <a:pt x="70749" y="43343"/>
                    <a:pt x="59319" y="47153"/>
                  </a:cubicBezTo>
                  <a:cubicBezTo>
                    <a:pt x="45349" y="52233"/>
                    <a:pt x="79639" y="207173"/>
                    <a:pt x="68209" y="236383"/>
                  </a:cubicBezTo>
                  <a:cubicBezTo>
                    <a:pt x="63129" y="249083"/>
                    <a:pt x="54239" y="255433"/>
                    <a:pt x="46619" y="256703"/>
                  </a:cubicBezTo>
                  <a:cubicBezTo>
                    <a:pt x="40269" y="257973"/>
                    <a:pt x="30109" y="256703"/>
                    <a:pt x="23759" y="249083"/>
                  </a:cubicBezTo>
                  <a:cubicBezTo>
                    <a:pt x="7249" y="227493"/>
                    <a:pt x="-7991" y="92873"/>
                    <a:pt x="4709" y="63663"/>
                  </a:cubicBezTo>
                  <a:cubicBezTo>
                    <a:pt x="9789" y="52233"/>
                    <a:pt x="23759" y="44613"/>
                    <a:pt x="32649" y="44613"/>
                  </a:cubicBezTo>
                  <a:cubicBezTo>
                    <a:pt x="40269" y="45883"/>
                    <a:pt x="54239" y="70013"/>
                    <a:pt x="54239" y="70013"/>
                  </a:cubicBezTo>
                </a:path>
              </a:pathLst>
            </a:custGeom>
            <a:solidFill>
              <a:srgbClr val="004068"/>
            </a:solidFill>
            <a:ln cap="sq">
              <a:noFill/>
              <a:prstDash val="solid"/>
              <a:miter/>
            </a:ln>
          </p:spPr>
        </p:sp>
      </p:grpSp>
      <p:grpSp>
        <p:nvGrpSpPr>
          <p:cNvPr id="30" name="Group 30"/>
          <p:cNvGrpSpPr/>
          <p:nvPr/>
        </p:nvGrpSpPr>
        <p:grpSpPr>
          <a:xfrm>
            <a:off x="2552700" y="5581650"/>
            <a:ext cx="1181100" cy="128588"/>
            <a:chOff x="0" y="0"/>
            <a:chExt cx="1574800" cy="171450"/>
          </a:xfrm>
        </p:grpSpPr>
        <p:sp>
          <p:nvSpPr>
            <p:cNvPr id="31" name="Freeform 31"/>
            <p:cNvSpPr/>
            <p:nvPr/>
          </p:nvSpPr>
          <p:spPr>
            <a:xfrm>
              <a:off x="50641" y="39409"/>
              <a:ext cx="1473359" cy="87962"/>
            </a:xfrm>
            <a:custGeom>
              <a:avLst/>
              <a:gdLst/>
              <a:ahLst/>
              <a:cxnLst/>
              <a:rect l="l" t="t" r="r" b="b"/>
              <a:pathLst>
                <a:path w="1473359" h="87962">
                  <a:moveTo>
                    <a:pt x="25559" y="25361"/>
                  </a:moveTo>
                  <a:cubicBezTo>
                    <a:pt x="919639" y="27901"/>
                    <a:pt x="1369219" y="-21629"/>
                    <a:pt x="1447959" y="11391"/>
                  </a:cubicBezTo>
                  <a:cubicBezTo>
                    <a:pt x="1464469" y="19011"/>
                    <a:pt x="1473359" y="29171"/>
                    <a:pt x="1473359" y="38061"/>
                  </a:cubicBezTo>
                  <a:cubicBezTo>
                    <a:pt x="1472089" y="46951"/>
                    <a:pt x="1453039" y="63461"/>
                    <a:pt x="1444149" y="62191"/>
                  </a:cubicBezTo>
                  <a:cubicBezTo>
                    <a:pt x="1436529" y="60921"/>
                    <a:pt x="1421289" y="40601"/>
                    <a:pt x="1422559" y="32981"/>
                  </a:cubicBezTo>
                  <a:cubicBezTo>
                    <a:pt x="1423829" y="24091"/>
                    <a:pt x="1444149" y="11391"/>
                    <a:pt x="1453039" y="11391"/>
                  </a:cubicBezTo>
                  <a:cubicBezTo>
                    <a:pt x="1460659" y="12661"/>
                    <a:pt x="1473359" y="27901"/>
                    <a:pt x="1473359" y="35521"/>
                  </a:cubicBezTo>
                  <a:cubicBezTo>
                    <a:pt x="1472089" y="44411"/>
                    <a:pt x="1464469" y="54571"/>
                    <a:pt x="1447959" y="62191"/>
                  </a:cubicBezTo>
                  <a:cubicBezTo>
                    <a:pt x="1350169" y="105371"/>
                    <a:pt x="580549" y="81241"/>
                    <a:pt x="324009" y="81241"/>
                  </a:cubicBezTo>
                  <a:cubicBezTo>
                    <a:pt x="190659" y="81241"/>
                    <a:pt x="58579" y="96481"/>
                    <a:pt x="19209" y="74891"/>
                  </a:cubicBezTo>
                  <a:cubicBezTo>
                    <a:pt x="5239" y="68541"/>
                    <a:pt x="-1111" y="55841"/>
                    <a:pt x="159" y="46951"/>
                  </a:cubicBezTo>
                  <a:cubicBezTo>
                    <a:pt x="1429" y="39331"/>
                    <a:pt x="25559" y="25361"/>
                    <a:pt x="25559" y="25361"/>
                  </a:cubicBezTo>
                </a:path>
              </a:pathLst>
            </a:custGeom>
            <a:solidFill>
              <a:srgbClr val="004068"/>
            </a:solidFill>
            <a:ln cap="sq">
              <a:noFill/>
              <a:prstDash val="solid"/>
              <a:miter/>
            </a:ln>
          </p:spPr>
        </p:sp>
      </p:grpSp>
      <p:grpSp>
        <p:nvGrpSpPr>
          <p:cNvPr id="32" name="Group 32"/>
          <p:cNvGrpSpPr/>
          <p:nvPr/>
        </p:nvGrpSpPr>
        <p:grpSpPr>
          <a:xfrm>
            <a:off x="3647122" y="5308282"/>
            <a:ext cx="145733" cy="620078"/>
            <a:chOff x="0" y="0"/>
            <a:chExt cx="194310" cy="826770"/>
          </a:xfrm>
        </p:grpSpPr>
        <p:sp>
          <p:nvSpPr>
            <p:cNvPr id="33" name="Freeform 33"/>
            <p:cNvSpPr/>
            <p:nvPr/>
          </p:nvSpPr>
          <p:spPr>
            <a:xfrm>
              <a:off x="39660" y="50800"/>
              <a:ext cx="103388" cy="725170"/>
            </a:xfrm>
            <a:custGeom>
              <a:avLst/>
              <a:gdLst/>
              <a:ahLst/>
              <a:cxnLst/>
              <a:rect l="l" t="t" r="r" b="b"/>
              <a:pathLst>
                <a:path w="103388" h="725170">
                  <a:moveTo>
                    <a:pt x="61940" y="25400"/>
                  </a:moveTo>
                  <a:cubicBezTo>
                    <a:pt x="96230" y="716280"/>
                    <a:pt x="84800" y="725170"/>
                    <a:pt x="77180" y="725170"/>
                  </a:cubicBezTo>
                  <a:cubicBezTo>
                    <a:pt x="68290" y="723900"/>
                    <a:pt x="53050" y="704850"/>
                    <a:pt x="53050" y="695960"/>
                  </a:cubicBezTo>
                  <a:cubicBezTo>
                    <a:pt x="53050" y="688340"/>
                    <a:pt x="65750" y="675640"/>
                    <a:pt x="73370" y="674370"/>
                  </a:cubicBezTo>
                  <a:cubicBezTo>
                    <a:pt x="80990" y="673100"/>
                    <a:pt x="91150" y="676910"/>
                    <a:pt x="96230" y="681990"/>
                  </a:cubicBezTo>
                  <a:cubicBezTo>
                    <a:pt x="101310" y="687070"/>
                    <a:pt x="105120" y="698500"/>
                    <a:pt x="102580" y="704850"/>
                  </a:cubicBezTo>
                  <a:cubicBezTo>
                    <a:pt x="100040" y="712470"/>
                    <a:pt x="87340" y="725170"/>
                    <a:pt x="79720" y="725170"/>
                  </a:cubicBezTo>
                  <a:cubicBezTo>
                    <a:pt x="70830" y="723900"/>
                    <a:pt x="60670" y="716280"/>
                    <a:pt x="53050" y="699770"/>
                  </a:cubicBezTo>
                  <a:cubicBezTo>
                    <a:pt x="18760" y="627380"/>
                    <a:pt x="-19340" y="96520"/>
                    <a:pt x="11140" y="25400"/>
                  </a:cubicBezTo>
                  <a:cubicBezTo>
                    <a:pt x="17490" y="7620"/>
                    <a:pt x="30190" y="0"/>
                    <a:pt x="39080" y="0"/>
                  </a:cubicBezTo>
                  <a:cubicBezTo>
                    <a:pt x="47970" y="0"/>
                    <a:pt x="61940" y="25400"/>
                    <a:pt x="61940" y="25400"/>
                  </a:cubicBezTo>
                </a:path>
              </a:pathLst>
            </a:custGeom>
            <a:solidFill>
              <a:srgbClr val="004068"/>
            </a:solidFill>
            <a:ln cap="sq">
              <a:noFill/>
              <a:prstDash val="solid"/>
              <a:miter/>
            </a:ln>
          </p:spPr>
        </p:sp>
      </p:grpSp>
      <p:grpSp>
        <p:nvGrpSpPr>
          <p:cNvPr id="34" name="Group 34"/>
          <p:cNvGrpSpPr/>
          <p:nvPr/>
        </p:nvGrpSpPr>
        <p:grpSpPr>
          <a:xfrm>
            <a:off x="3690938" y="5278755"/>
            <a:ext cx="605790" cy="392430"/>
            <a:chOff x="0" y="0"/>
            <a:chExt cx="807720" cy="523240"/>
          </a:xfrm>
        </p:grpSpPr>
        <p:sp>
          <p:nvSpPr>
            <p:cNvPr id="35" name="Freeform 35"/>
            <p:cNvSpPr/>
            <p:nvPr/>
          </p:nvSpPr>
          <p:spPr>
            <a:xfrm>
              <a:off x="49583" y="49827"/>
              <a:ext cx="707932" cy="421917"/>
            </a:xfrm>
            <a:custGeom>
              <a:avLst/>
              <a:gdLst/>
              <a:ahLst/>
              <a:cxnLst/>
              <a:rect l="l" t="t" r="r" b="b"/>
              <a:pathLst>
                <a:path w="707932" h="421917">
                  <a:moveTo>
                    <a:pt x="3757" y="381973"/>
                  </a:moveTo>
                  <a:cubicBezTo>
                    <a:pt x="144727" y="267673"/>
                    <a:pt x="360627" y="182583"/>
                    <a:pt x="469847" y="122893"/>
                  </a:cubicBezTo>
                  <a:cubicBezTo>
                    <a:pt x="549857" y="78443"/>
                    <a:pt x="633677" y="7323"/>
                    <a:pt x="673047" y="973"/>
                  </a:cubicBezTo>
                  <a:cubicBezTo>
                    <a:pt x="685747" y="-1567"/>
                    <a:pt x="697177" y="973"/>
                    <a:pt x="702257" y="7323"/>
                  </a:cubicBezTo>
                  <a:cubicBezTo>
                    <a:pt x="708607" y="12403"/>
                    <a:pt x="709877" y="31453"/>
                    <a:pt x="704797" y="37803"/>
                  </a:cubicBezTo>
                  <a:cubicBezTo>
                    <a:pt x="699717" y="44153"/>
                    <a:pt x="676857" y="47963"/>
                    <a:pt x="669237" y="44153"/>
                  </a:cubicBezTo>
                  <a:cubicBezTo>
                    <a:pt x="662887" y="41613"/>
                    <a:pt x="657807" y="30183"/>
                    <a:pt x="657807" y="22563"/>
                  </a:cubicBezTo>
                  <a:cubicBezTo>
                    <a:pt x="659077" y="16213"/>
                    <a:pt x="664157" y="6053"/>
                    <a:pt x="670507" y="2243"/>
                  </a:cubicBezTo>
                  <a:cubicBezTo>
                    <a:pt x="676857" y="-1567"/>
                    <a:pt x="694637" y="-297"/>
                    <a:pt x="700987" y="4783"/>
                  </a:cubicBezTo>
                  <a:cubicBezTo>
                    <a:pt x="707337" y="9863"/>
                    <a:pt x="709877" y="25103"/>
                    <a:pt x="706067" y="35263"/>
                  </a:cubicBezTo>
                  <a:cubicBezTo>
                    <a:pt x="699717" y="51773"/>
                    <a:pt x="675587" y="63203"/>
                    <a:pt x="643837" y="83523"/>
                  </a:cubicBezTo>
                  <a:cubicBezTo>
                    <a:pt x="552397" y="139403"/>
                    <a:pt x="195527" y="293073"/>
                    <a:pt x="102817" y="357843"/>
                  </a:cubicBezTo>
                  <a:cubicBezTo>
                    <a:pt x="65987" y="383243"/>
                    <a:pt x="53287" y="417533"/>
                    <a:pt x="32967" y="421343"/>
                  </a:cubicBezTo>
                  <a:cubicBezTo>
                    <a:pt x="21537" y="423883"/>
                    <a:pt x="6297" y="417533"/>
                    <a:pt x="1217" y="411183"/>
                  </a:cubicBezTo>
                  <a:cubicBezTo>
                    <a:pt x="-2593" y="403563"/>
                    <a:pt x="3757" y="381973"/>
                    <a:pt x="3757" y="381973"/>
                  </a:cubicBezTo>
                </a:path>
              </a:pathLst>
            </a:custGeom>
            <a:solidFill>
              <a:srgbClr val="004068"/>
            </a:solidFill>
            <a:ln cap="sq">
              <a:noFill/>
              <a:prstDash val="solid"/>
              <a:miter/>
            </a:ln>
          </p:spPr>
        </p:sp>
      </p:grpSp>
      <p:grpSp>
        <p:nvGrpSpPr>
          <p:cNvPr id="36" name="Group 36"/>
          <p:cNvGrpSpPr/>
          <p:nvPr/>
        </p:nvGrpSpPr>
        <p:grpSpPr>
          <a:xfrm>
            <a:off x="3712845" y="5576888"/>
            <a:ext cx="699135" cy="258128"/>
            <a:chOff x="0" y="0"/>
            <a:chExt cx="932180" cy="344170"/>
          </a:xfrm>
        </p:grpSpPr>
        <p:sp>
          <p:nvSpPr>
            <p:cNvPr id="37" name="Freeform 37"/>
            <p:cNvSpPr/>
            <p:nvPr/>
          </p:nvSpPr>
          <p:spPr>
            <a:xfrm>
              <a:off x="47752" y="50800"/>
              <a:ext cx="833791" cy="243111"/>
            </a:xfrm>
            <a:custGeom>
              <a:avLst/>
              <a:gdLst/>
              <a:ahLst/>
              <a:cxnLst/>
              <a:rect l="l" t="t" r="r" b="b"/>
              <a:pathLst>
                <a:path w="833791" h="243111">
                  <a:moveTo>
                    <a:pt x="36068" y="0"/>
                  </a:moveTo>
                  <a:cubicBezTo>
                    <a:pt x="210058" y="60960"/>
                    <a:pt x="335788" y="63500"/>
                    <a:pt x="434848" y="83820"/>
                  </a:cubicBezTo>
                  <a:cubicBezTo>
                    <a:pt x="533908" y="104140"/>
                    <a:pt x="660908" y="137160"/>
                    <a:pt x="732028" y="161290"/>
                  </a:cubicBezTo>
                  <a:cubicBezTo>
                    <a:pt x="773938" y="175260"/>
                    <a:pt x="818388" y="185420"/>
                    <a:pt x="829818" y="201930"/>
                  </a:cubicBezTo>
                  <a:cubicBezTo>
                    <a:pt x="834898" y="212090"/>
                    <a:pt x="832358" y="226060"/>
                    <a:pt x="828548" y="232410"/>
                  </a:cubicBezTo>
                  <a:cubicBezTo>
                    <a:pt x="823468" y="238760"/>
                    <a:pt x="813308" y="243840"/>
                    <a:pt x="805688" y="241300"/>
                  </a:cubicBezTo>
                  <a:cubicBezTo>
                    <a:pt x="798068" y="240030"/>
                    <a:pt x="784098" y="220980"/>
                    <a:pt x="784098" y="212090"/>
                  </a:cubicBezTo>
                  <a:cubicBezTo>
                    <a:pt x="784098" y="205740"/>
                    <a:pt x="791718" y="196850"/>
                    <a:pt x="798068" y="194310"/>
                  </a:cubicBezTo>
                  <a:cubicBezTo>
                    <a:pt x="804418" y="190500"/>
                    <a:pt x="815848" y="190500"/>
                    <a:pt x="822198" y="194310"/>
                  </a:cubicBezTo>
                  <a:cubicBezTo>
                    <a:pt x="828548" y="199390"/>
                    <a:pt x="834898" y="215900"/>
                    <a:pt x="833628" y="223520"/>
                  </a:cubicBezTo>
                  <a:cubicBezTo>
                    <a:pt x="831088" y="231140"/>
                    <a:pt x="822198" y="240030"/>
                    <a:pt x="809498" y="242570"/>
                  </a:cubicBezTo>
                  <a:cubicBezTo>
                    <a:pt x="765048" y="250190"/>
                    <a:pt x="613918" y="175260"/>
                    <a:pt x="505968" y="151130"/>
                  </a:cubicBezTo>
                  <a:cubicBezTo>
                    <a:pt x="386588" y="123190"/>
                    <a:pt x="215138" y="115570"/>
                    <a:pt x="124968" y="90170"/>
                  </a:cubicBezTo>
                  <a:cubicBezTo>
                    <a:pt x="72898" y="74930"/>
                    <a:pt x="20828" y="60960"/>
                    <a:pt x="6858" y="40640"/>
                  </a:cubicBezTo>
                  <a:cubicBezTo>
                    <a:pt x="-762" y="30480"/>
                    <a:pt x="-2032" y="13970"/>
                    <a:pt x="3048" y="7620"/>
                  </a:cubicBezTo>
                  <a:cubicBezTo>
                    <a:pt x="8128" y="1270"/>
                    <a:pt x="36068" y="0"/>
                    <a:pt x="36068" y="0"/>
                  </a:cubicBezTo>
                </a:path>
              </a:pathLst>
            </a:custGeom>
            <a:solidFill>
              <a:srgbClr val="004068"/>
            </a:solidFill>
            <a:ln cap="sq">
              <a:noFill/>
              <a:prstDash val="solid"/>
              <a:miter/>
            </a:ln>
          </p:spPr>
        </p:sp>
      </p:grpSp>
      <p:grpSp>
        <p:nvGrpSpPr>
          <p:cNvPr id="38" name="Group 38"/>
          <p:cNvGrpSpPr/>
          <p:nvPr/>
        </p:nvGrpSpPr>
        <p:grpSpPr>
          <a:xfrm>
            <a:off x="4183380" y="5291138"/>
            <a:ext cx="177165" cy="501968"/>
            <a:chOff x="0" y="0"/>
            <a:chExt cx="236220" cy="669290"/>
          </a:xfrm>
        </p:grpSpPr>
        <p:sp>
          <p:nvSpPr>
            <p:cNvPr id="39" name="Freeform 39"/>
            <p:cNvSpPr/>
            <p:nvPr/>
          </p:nvSpPr>
          <p:spPr>
            <a:xfrm>
              <a:off x="48042" y="50800"/>
              <a:ext cx="137574" cy="567009"/>
            </a:xfrm>
            <a:custGeom>
              <a:avLst/>
              <a:gdLst/>
              <a:ahLst/>
              <a:cxnLst/>
              <a:rect l="l" t="t" r="r" b="b"/>
              <a:pathLst>
                <a:path w="137574" h="567009">
                  <a:moveTo>
                    <a:pt x="53558" y="21590"/>
                  </a:moveTo>
                  <a:cubicBezTo>
                    <a:pt x="133568" y="557530"/>
                    <a:pt x="125948" y="566420"/>
                    <a:pt x="117058" y="566420"/>
                  </a:cubicBezTo>
                  <a:cubicBezTo>
                    <a:pt x="109438" y="567690"/>
                    <a:pt x="87848" y="554990"/>
                    <a:pt x="86578" y="546100"/>
                  </a:cubicBezTo>
                  <a:cubicBezTo>
                    <a:pt x="85308" y="538480"/>
                    <a:pt x="100548" y="518160"/>
                    <a:pt x="109438" y="516890"/>
                  </a:cubicBezTo>
                  <a:cubicBezTo>
                    <a:pt x="117058" y="515620"/>
                    <a:pt x="134838" y="532130"/>
                    <a:pt x="137378" y="541020"/>
                  </a:cubicBezTo>
                  <a:cubicBezTo>
                    <a:pt x="138648" y="547370"/>
                    <a:pt x="133568" y="558800"/>
                    <a:pt x="127218" y="562610"/>
                  </a:cubicBezTo>
                  <a:cubicBezTo>
                    <a:pt x="120868" y="566420"/>
                    <a:pt x="105628" y="570230"/>
                    <a:pt x="96738" y="562610"/>
                  </a:cubicBezTo>
                  <a:cubicBezTo>
                    <a:pt x="75148" y="546100"/>
                    <a:pt x="70068" y="455930"/>
                    <a:pt x="57368" y="386080"/>
                  </a:cubicBezTo>
                  <a:cubicBezTo>
                    <a:pt x="39588" y="287020"/>
                    <a:pt x="-12482" y="71120"/>
                    <a:pt x="2758" y="22860"/>
                  </a:cubicBezTo>
                  <a:cubicBezTo>
                    <a:pt x="7838" y="8890"/>
                    <a:pt x="19268" y="0"/>
                    <a:pt x="28158" y="0"/>
                  </a:cubicBezTo>
                  <a:cubicBezTo>
                    <a:pt x="35778" y="0"/>
                    <a:pt x="53558" y="21590"/>
                    <a:pt x="53558" y="21590"/>
                  </a:cubicBezTo>
                </a:path>
              </a:pathLst>
            </a:custGeom>
            <a:solidFill>
              <a:srgbClr val="004068"/>
            </a:solidFill>
            <a:ln cap="sq">
              <a:noFill/>
              <a:prstDash val="solid"/>
              <a:miter/>
            </a:ln>
          </p:spPr>
        </p:sp>
      </p:grpSp>
      <p:grpSp>
        <p:nvGrpSpPr>
          <p:cNvPr id="40" name="Group 40"/>
          <p:cNvGrpSpPr/>
          <p:nvPr/>
        </p:nvGrpSpPr>
        <p:grpSpPr>
          <a:xfrm>
            <a:off x="3626167" y="5726430"/>
            <a:ext cx="348615" cy="472440"/>
            <a:chOff x="0" y="0"/>
            <a:chExt cx="464820" cy="629920"/>
          </a:xfrm>
        </p:grpSpPr>
        <p:grpSp>
          <p:nvGrpSpPr>
            <p:cNvPr id="41" name="Group 41"/>
            <p:cNvGrpSpPr/>
            <p:nvPr/>
          </p:nvGrpSpPr>
          <p:grpSpPr>
            <a:xfrm>
              <a:off x="11430" y="0"/>
              <a:ext cx="453390" cy="628650"/>
              <a:chOff x="0" y="0"/>
              <a:chExt cx="453390" cy="628650"/>
            </a:xfrm>
          </p:grpSpPr>
          <p:sp>
            <p:nvSpPr>
              <p:cNvPr id="42" name="Freeform 42"/>
              <p:cNvSpPr/>
              <p:nvPr/>
            </p:nvSpPr>
            <p:spPr>
              <a:xfrm>
                <a:off x="50678" y="48775"/>
                <a:ext cx="351912" cy="528955"/>
              </a:xfrm>
              <a:custGeom>
                <a:avLst/>
                <a:gdLst/>
                <a:ahLst/>
                <a:cxnLst/>
                <a:rect l="l" t="t" r="r" b="b"/>
                <a:pathLst>
                  <a:path w="351912" h="528955">
                    <a:moveTo>
                      <a:pt x="351912" y="33775"/>
                    </a:moveTo>
                    <a:cubicBezTo>
                      <a:pt x="30602" y="529075"/>
                      <a:pt x="19172" y="530345"/>
                      <a:pt x="12822" y="526535"/>
                    </a:cubicBezTo>
                    <a:cubicBezTo>
                      <a:pt x="5202" y="522725"/>
                      <a:pt x="-2418" y="499865"/>
                      <a:pt x="1392" y="492245"/>
                    </a:cubicBezTo>
                    <a:cubicBezTo>
                      <a:pt x="5202" y="484625"/>
                      <a:pt x="29332" y="478275"/>
                      <a:pt x="36952" y="482085"/>
                    </a:cubicBezTo>
                    <a:cubicBezTo>
                      <a:pt x="44572" y="487165"/>
                      <a:pt x="48382" y="511295"/>
                      <a:pt x="44572" y="518915"/>
                    </a:cubicBezTo>
                    <a:cubicBezTo>
                      <a:pt x="40762" y="525265"/>
                      <a:pt x="22982" y="531615"/>
                      <a:pt x="15362" y="527805"/>
                    </a:cubicBezTo>
                    <a:cubicBezTo>
                      <a:pt x="7742" y="523995"/>
                      <a:pt x="-1148" y="511295"/>
                      <a:pt x="122" y="494785"/>
                    </a:cubicBezTo>
                    <a:cubicBezTo>
                      <a:pt x="5202" y="426205"/>
                      <a:pt x="251582" y="46475"/>
                      <a:pt x="308732" y="8375"/>
                    </a:cubicBezTo>
                    <a:cubicBezTo>
                      <a:pt x="321432" y="-515"/>
                      <a:pt x="334132" y="-1785"/>
                      <a:pt x="341752" y="2025"/>
                    </a:cubicBezTo>
                    <a:cubicBezTo>
                      <a:pt x="348102" y="5835"/>
                      <a:pt x="351912" y="33775"/>
                      <a:pt x="351912" y="33775"/>
                    </a:cubicBezTo>
                  </a:path>
                </a:pathLst>
              </a:custGeom>
              <a:solidFill>
                <a:srgbClr val="004068"/>
              </a:solidFill>
              <a:ln cap="sq">
                <a:noFill/>
                <a:prstDash val="solid"/>
                <a:miter/>
              </a:ln>
            </p:spPr>
          </p:sp>
        </p:grpSp>
        <p:grpSp>
          <p:nvGrpSpPr>
            <p:cNvPr id="43" name="Group 43"/>
            <p:cNvGrpSpPr/>
            <p:nvPr/>
          </p:nvGrpSpPr>
          <p:grpSpPr>
            <a:xfrm>
              <a:off x="0" y="292100"/>
              <a:ext cx="162560" cy="337820"/>
              <a:chOff x="0" y="0"/>
              <a:chExt cx="162560" cy="337820"/>
            </a:xfrm>
          </p:grpSpPr>
          <p:sp>
            <p:nvSpPr>
              <p:cNvPr id="44" name="Freeform 44"/>
              <p:cNvSpPr/>
              <p:nvPr/>
            </p:nvSpPr>
            <p:spPr>
              <a:xfrm>
                <a:off x="50476" y="50699"/>
                <a:ext cx="67300" cy="235051"/>
              </a:xfrm>
              <a:custGeom>
                <a:avLst/>
                <a:gdLst/>
                <a:ahLst/>
                <a:cxnLst/>
                <a:rect l="l" t="t" r="r" b="b"/>
                <a:pathLst>
                  <a:path w="67300" h="235051">
                    <a:moveTo>
                      <a:pt x="9214" y="209651"/>
                    </a:moveTo>
                    <a:cubicBezTo>
                      <a:pt x="6674" y="6451"/>
                      <a:pt x="19374" y="-1169"/>
                      <a:pt x="26994" y="101"/>
                    </a:cubicBezTo>
                    <a:cubicBezTo>
                      <a:pt x="35884" y="1371"/>
                      <a:pt x="49854" y="19151"/>
                      <a:pt x="51124" y="28041"/>
                    </a:cubicBezTo>
                    <a:cubicBezTo>
                      <a:pt x="51124" y="35661"/>
                      <a:pt x="43504" y="44551"/>
                      <a:pt x="37154" y="48361"/>
                    </a:cubicBezTo>
                    <a:cubicBezTo>
                      <a:pt x="29534" y="50901"/>
                      <a:pt x="13024" y="48361"/>
                      <a:pt x="6674" y="43281"/>
                    </a:cubicBezTo>
                    <a:cubicBezTo>
                      <a:pt x="1594" y="38201"/>
                      <a:pt x="-946" y="26771"/>
                      <a:pt x="324" y="20421"/>
                    </a:cubicBezTo>
                    <a:cubicBezTo>
                      <a:pt x="2864" y="12801"/>
                      <a:pt x="15564" y="101"/>
                      <a:pt x="24454" y="101"/>
                    </a:cubicBezTo>
                    <a:cubicBezTo>
                      <a:pt x="32074" y="101"/>
                      <a:pt x="43504" y="6451"/>
                      <a:pt x="49854" y="17881"/>
                    </a:cubicBezTo>
                    <a:cubicBezTo>
                      <a:pt x="66364" y="45821"/>
                      <a:pt x="73984" y="176631"/>
                      <a:pt x="60014" y="209651"/>
                    </a:cubicBezTo>
                    <a:cubicBezTo>
                      <a:pt x="54934" y="224891"/>
                      <a:pt x="40964" y="235051"/>
                      <a:pt x="32074" y="235051"/>
                    </a:cubicBezTo>
                    <a:cubicBezTo>
                      <a:pt x="24454" y="235051"/>
                      <a:pt x="9214" y="209651"/>
                      <a:pt x="9214" y="209651"/>
                    </a:cubicBezTo>
                  </a:path>
                </a:pathLst>
              </a:custGeom>
              <a:solidFill>
                <a:srgbClr val="004068"/>
              </a:solidFill>
              <a:ln cap="sq">
                <a:noFill/>
                <a:prstDash val="solid"/>
                <a:miter/>
              </a:ln>
            </p:spPr>
          </p:sp>
        </p:grpSp>
        <p:grpSp>
          <p:nvGrpSpPr>
            <p:cNvPr id="45" name="Group 45"/>
            <p:cNvGrpSpPr/>
            <p:nvPr/>
          </p:nvGrpSpPr>
          <p:grpSpPr>
            <a:xfrm>
              <a:off x="20320" y="290830"/>
              <a:ext cx="297180" cy="336550"/>
              <a:chOff x="0" y="0"/>
              <a:chExt cx="297180" cy="336550"/>
            </a:xfrm>
          </p:grpSpPr>
          <p:sp>
            <p:nvSpPr>
              <p:cNvPr id="46" name="Freeform 46"/>
              <p:cNvSpPr/>
              <p:nvPr/>
            </p:nvSpPr>
            <p:spPr>
              <a:xfrm>
                <a:off x="50771" y="49030"/>
                <a:ext cx="195150" cy="236860"/>
              </a:xfrm>
              <a:custGeom>
                <a:avLst/>
                <a:gdLst/>
                <a:ahLst/>
                <a:cxnLst/>
                <a:rect l="l" t="t" r="r" b="b"/>
                <a:pathLst>
                  <a:path w="195150" h="236860">
                    <a:moveTo>
                      <a:pt x="33049" y="191000"/>
                    </a:moveTo>
                    <a:cubicBezTo>
                      <a:pt x="157509" y="155440"/>
                      <a:pt x="161319" y="180840"/>
                      <a:pt x="157509" y="183380"/>
                    </a:cubicBezTo>
                    <a:cubicBezTo>
                      <a:pt x="148619" y="189730"/>
                      <a:pt x="17809" y="76700"/>
                      <a:pt x="5109" y="42410"/>
                    </a:cubicBezTo>
                    <a:cubicBezTo>
                      <a:pt x="29" y="27170"/>
                      <a:pt x="5109" y="10660"/>
                      <a:pt x="11459" y="4310"/>
                    </a:cubicBezTo>
                    <a:cubicBezTo>
                      <a:pt x="16539" y="500"/>
                      <a:pt x="26699" y="-2040"/>
                      <a:pt x="34319" y="3040"/>
                    </a:cubicBezTo>
                    <a:cubicBezTo>
                      <a:pt x="57179" y="14470"/>
                      <a:pt x="113059" y="112260"/>
                      <a:pt x="113059" y="142740"/>
                    </a:cubicBezTo>
                    <a:cubicBezTo>
                      <a:pt x="113059" y="157980"/>
                      <a:pt x="101629" y="170680"/>
                      <a:pt x="94009" y="175760"/>
                    </a:cubicBezTo>
                    <a:cubicBezTo>
                      <a:pt x="88929" y="179570"/>
                      <a:pt x="81309" y="180840"/>
                      <a:pt x="77499" y="178300"/>
                    </a:cubicBezTo>
                    <a:cubicBezTo>
                      <a:pt x="73689" y="174490"/>
                      <a:pt x="68609" y="156710"/>
                      <a:pt x="72419" y="152900"/>
                    </a:cubicBezTo>
                    <a:cubicBezTo>
                      <a:pt x="76229" y="147820"/>
                      <a:pt x="104169" y="150360"/>
                      <a:pt x="110519" y="157980"/>
                    </a:cubicBezTo>
                    <a:cubicBezTo>
                      <a:pt x="116869" y="164330"/>
                      <a:pt x="116869" y="188460"/>
                      <a:pt x="110519" y="196080"/>
                    </a:cubicBezTo>
                    <a:cubicBezTo>
                      <a:pt x="101629" y="203700"/>
                      <a:pt x="64799" y="201160"/>
                      <a:pt x="54639" y="193540"/>
                    </a:cubicBezTo>
                    <a:cubicBezTo>
                      <a:pt x="45749" y="188460"/>
                      <a:pt x="40669" y="175760"/>
                      <a:pt x="41939" y="166870"/>
                    </a:cubicBezTo>
                    <a:cubicBezTo>
                      <a:pt x="41939" y="156710"/>
                      <a:pt x="50829" y="144010"/>
                      <a:pt x="59719" y="136390"/>
                    </a:cubicBezTo>
                    <a:cubicBezTo>
                      <a:pt x="71149" y="127500"/>
                      <a:pt x="95279" y="117340"/>
                      <a:pt x="107979" y="118610"/>
                    </a:cubicBezTo>
                    <a:cubicBezTo>
                      <a:pt x="116869" y="119880"/>
                      <a:pt x="129569" y="127500"/>
                      <a:pt x="130839" y="135120"/>
                    </a:cubicBezTo>
                    <a:cubicBezTo>
                      <a:pt x="133379" y="144010"/>
                      <a:pt x="127029" y="163060"/>
                      <a:pt x="119409" y="166870"/>
                    </a:cubicBezTo>
                    <a:cubicBezTo>
                      <a:pt x="110519" y="170680"/>
                      <a:pt x="95279" y="164330"/>
                      <a:pt x="81309" y="157980"/>
                    </a:cubicBezTo>
                    <a:cubicBezTo>
                      <a:pt x="58449" y="146550"/>
                      <a:pt x="8919" y="117340"/>
                      <a:pt x="1299" y="97020"/>
                    </a:cubicBezTo>
                    <a:cubicBezTo>
                      <a:pt x="-2511" y="85590"/>
                      <a:pt x="2569" y="65270"/>
                      <a:pt x="10189" y="60190"/>
                    </a:cubicBezTo>
                    <a:cubicBezTo>
                      <a:pt x="16539" y="56380"/>
                      <a:pt x="27969" y="58920"/>
                      <a:pt x="38129" y="62730"/>
                    </a:cubicBezTo>
                    <a:cubicBezTo>
                      <a:pt x="57179" y="71620"/>
                      <a:pt x="97819" y="105910"/>
                      <a:pt x="106709" y="124960"/>
                    </a:cubicBezTo>
                    <a:cubicBezTo>
                      <a:pt x="111789" y="135120"/>
                      <a:pt x="113059" y="146550"/>
                      <a:pt x="109249" y="152900"/>
                    </a:cubicBezTo>
                    <a:cubicBezTo>
                      <a:pt x="104169" y="160520"/>
                      <a:pt x="83849" y="168140"/>
                      <a:pt x="77499" y="164330"/>
                    </a:cubicBezTo>
                    <a:cubicBezTo>
                      <a:pt x="66069" y="157980"/>
                      <a:pt x="58449" y="98290"/>
                      <a:pt x="68609" y="90670"/>
                    </a:cubicBezTo>
                    <a:cubicBezTo>
                      <a:pt x="80039" y="83050"/>
                      <a:pt x="143539" y="113530"/>
                      <a:pt x="153699" y="131310"/>
                    </a:cubicBezTo>
                    <a:cubicBezTo>
                      <a:pt x="158779" y="141470"/>
                      <a:pt x="156239" y="161790"/>
                      <a:pt x="151159" y="168140"/>
                    </a:cubicBezTo>
                    <a:cubicBezTo>
                      <a:pt x="144809" y="173220"/>
                      <a:pt x="127029" y="173220"/>
                      <a:pt x="119409" y="169410"/>
                    </a:cubicBezTo>
                    <a:cubicBezTo>
                      <a:pt x="114329" y="165600"/>
                      <a:pt x="109249" y="155440"/>
                      <a:pt x="109249" y="147820"/>
                    </a:cubicBezTo>
                    <a:cubicBezTo>
                      <a:pt x="109249" y="141470"/>
                      <a:pt x="114329" y="131310"/>
                      <a:pt x="120679" y="127500"/>
                    </a:cubicBezTo>
                    <a:cubicBezTo>
                      <a:pt x="125759" y="123690"/>
                      <a:pt x="137189" y="122420"/>
                      <a:pt x="143539" y="124960"/>
                    </a:cubicBezTo>
                    <a:cubicBezTo>
                      <a:pt x="151159" y="127500"/>
                      <a:pt x="157509" y="136390"/>
                      <a:pt x="158779" y="142740"/>
                    </a:cubicBezTo>
                    <a:cubicBezTo>
                      <a:pt x="161319" y="150360"/>
                      <a:pt x="157509" y="160520"/>
                      <a:pt x="152429" y="165600"/>
                    </a:cubicBezTo>
                    <a:cubicBezTo>
                      <a:pt x="147349" y="170680"/>
                      <a:pt x="138459" y="174490"/>
                      <a:pt x="129569" y="173220"/>
                    </a:cubicBezTo>
                    <a:cubicBezTo>
                      <a:pt x="115599" y="170680"/>
                      <a:pt x="77499" y="144010"/>
                      <a:pt x="77499" y="133850"/>
                    </a:cubicBezTo>
                    <a:cubicBezTo>
                      <a:pt x="78769" y="127500"/>
                      <a:pt x="100359" y="114800"/>
                      <a:pt x="105439" y="117340"/>
                    </a:cubicBezTo>
                    <a:cubicBezTo>
                      <a:pt x="110519" y="121150"/>
                      <a:pt x="114329" y="145280"/>
                      <a:pt x="109249" y="152900"/>
                    </a:cubicBezTo>
                    <a:cubicBezTo>
                      <a:pt x="104169" y="160520"/>
                      <a:pt x="88929" y="166870"/>
                      <a:pt x="77499" y="164330"/>
                    </a:cubicBezTo>
                    <a:cubicBezTo>
                      <a:pt x="55909" y="160520"/>
                      <a:pt x="7649" y="118610"/>
                      <a:pt x="1299" y="97020"/>
                    </a:cubicBezTo>
                    <a:cubicBezTo>
                      <a:pt x="-2511" y="84320"/>
                      <a:pt x="2569" y="65270"/>
                      <a:pt x="10189" y="60190"/>
                    </a:cubicBezTo>
                    <a:cubicBezTo>
                      <a:pt x="15269" y="56380"/>
                      <a:pt x="24159" y="56380"/>
                      <a:pt x="33049" y="60190"/>
                    </a:cubicBezTo>
                    <a:cubicBezTo>
                      <a:pt x="55909" y="67810"/>
                      <a:pt x="125759" y="113530"/>
                      <a:pt x="130839" y="135120"/>
                    </a:cubicBezTo>
                    <a:cubicBezTo>
                      <a:pt x="134649" y="146550"/>
                      <a:pt x="127029" y="159250"/>
                      <a:pt x="119409" y="166870"/>
                    </a:cubicBezTo>
                    <a:cubicBezTo>
                      <a:pt x="111789" y="174490"/>
                      <a:pt x="87659" y="184650"/>
                      <a:pt x="83849" y="180840"/>
                    </a:cubicBezTo>
                    <a:cubicBezTo>
                      <a:pt x="80039" y="178300"/>
                      <a:pt x="88929" y="152900"/>
                      <a:pt x="94009" y="150360"/>
                    </a:cubicBezTo>
                    <a:cubicBezTo>
                      <a:pt x="100359" y="149090"/>
                      <a:pt x="115599" y="160520"/>
                      <a:pt x="118139" y="168140"/>
                    </a:cubicBezTo>
                    <a:cubicBezTo>
                      <a:pt x="120679" y="175760"/>
                      <a:pt x="116869" y="189730"/>
                      <a:pt x="110519" y="196080"/>
                    </a:cubicBezTo>
                    <a:cubicBezTo>
                      <a:pt x="100359" y="203700"/>
                      <a:pt x="67339" y="201160"/>
                      <a:pt x="53369" y="194810"/>
                    </a:cubicBezTo>
                    <a:cubicBezTo>
                      <a:pt x="40669" y="188460"/>
                      <a:pt x="27969" y="171950"/>
                      <a:pt x="26699" y="161790"/>
                    </a:cubicBezTo>
                    <a:cubicBezTo>
                      <a:pt x="26699" y="152900"/>
                      <a:pt x="31779" y="140200"/>
                      <a:pt x="40669" y="135120"/>
                    </a:cubicBezTo>
                    <a:cubicBezTo>
                      <a:pt x="53369" y="126230"/>
                      <a:pt x="95279" y="126230"/>
                      <a:pt x="106709" y="132580"/>
                    </a:cubicBezTo>
                    <a:cubicBezTo>
                      <a:pt x="111789" y="136390"/>
                      <a:pt x="114329" y="142740"/>
                      <a:pt x="114329" y="149090"/>
                    </a:cubicBezTo>
                    <a:cubicBezTo>
                      <a:pt x="113059" y="156710"/>
                      <a:pt x="102899" y="173220"/>
                      <a:pt x="94009" y="175760"/>
                    </a:cubicBezTo>
                    <a:cubicBezTo>
                      <a:pt x="85119" y="178300"/>
                      <a:pt x="72419" y="173220"/>
                      <a:pt x="60989" y="163060"/>
                    </a:cubicBezTo>
                    <a:cubicBezTo>
                      <a:pt x="39399" y="142740"/>
                      <a:pt x="-1241" y="58920"/>
                      <a:pt x="29" y="30980"/>
                    </a:cubicBezTo>
                    <a:cubicBezTo>
                      <a:pt x="29" y="18280"/>
                      <a:pt x="10189" y="5580"/>
                      <a:pt x="16539" y="1770"/>
                    </a:cubicBezTo>
                    <a:cubicBezTo>
                      <a:pt x="21619" y="-770"/>
                      <a:pt x="26699" y="-770"/>
                      <a:pt x="34319" y="3040"/>
                    </a:cubicBezTo>
                    <a:cubicBezTo>
                      <a:pt x="63529" y="14470"/>
                      <a:pt x="187989" y="118610"/>
                      <a:pt x="194339" y="155440"/>
                    </a:cubicBezTo>
                    <a:cubicBezTo>
                      <a:pt x="198149" y="171950"/>
                      <a:pt x="187989" y="187190"/>
                      <a:pt x="175289" y="196080"/>
                    </a:cubicBezTo>
                    <a:cubicBezTo>
                      <a:pt x="161319" y="207510"/>
                      <a:pt x="125759" y="201160"/>
                      <a:pt x="105439" y="208780"/>
                    </a:cubicBezTo>
                    <a:cubicBezTo>
                      <a:pt x="86389" y="215130"/>
                      <a:pt x="68609" y="236720"/>
                      <a:pt x="53369" y="236720"/>
                    </a:cubicBezTo>
                    <a:cubicBezTo>
                      <a:pt x="41939" y="237990"/>
                      <a:pt x="26699" y="230370"/>
                      <a:pt x="22889" y="222750"/>
                    </a:cubicBezTo>
                    <a:cubicBezTo>
                      <a:pt x="20349" y="215130"/>
                      <a:pt x="33049" y="191000"/>
                      <a:pt x="33049" y="191000"/>
                    </a:cubicBezTo>
                  </a:path>
                </a:pathLst>
              </a:custGeom>
              <a:solidFill>
                <a:srgbClr val="004068"/>
              </a:solidFill>
              <a:ln cap="sq">
                <a:noFill/>
                <a:prstDash val="solid"/>
                <a:miter/>
              </a:ln>
            </p:spPr>
          </p:sp>
        </p:grpSp>
      </p:grpSp>
      <p:grpSp>
        <p:nvGrpSpPr>
          <p:cNvPr id="47" name="Group 47"/>
          <p:cNvGrpSpPr/>
          <p:nvPr/>
        </p:nvGrpSpPr>
        <p:grpSpPr>
          <a:xfrm>
            <a:off x="4226242" y="5438775"/>
            <a:ext cx="785812" cy="163830"/>
            <a:chOff x="0" y="0"/>
            <a:chExt cx="1047750" cy="218440"/>
          </a:xfrm>
        </p:grpSpPr>
        <p:sp>
          <p:nvSpPr>
            <p:cNvPr id="48" name="Freeform 48"/>
            <p:cNvSpPr/>
            <p:nvPr/>
          </p:nvSpPr>
          <p:spPr>
            <a:xfrm>
              <a:off x="50746" y="48390"/>
              <a:ext cx="945072" cy="126852"/>
            </a:xfrm>
            <a:custGeom>
              <a:avLst/>
              <a:gdLst/>
              <a:ahLst/>
              <a:cxnLst/>
              <a:rect l="l" t="t" r="r" b="b"/>
              <a:pathLst>
                <a:path w="945072" h="126852">
                  <a:moveTo>
                    <a:pt x="20374" y="68450"/>
                  </a:moveTo>
                  <a:cubicBezTo>
                    <a:pt x="877624" y="1140"/>
                    <a:pt x="909374" y="-6480"/>
                    <a:pt x="928424" y="3680"/>
                  </a:cubicBezTo>
                  <a:cubicBezTo>
                    <a:pt x="938584" y="8760"/>
                    <a:pt x="946204" y="21460"/>
                    <a:pt x="944934" y="29080"/>
                  </a:cubicBezTo>
                  <a:cubicBezTo>
                    <a:pt x="944934" y="36700"/>
                    <a:pt x="933504" y="51940"/>
                    <a:pt x="925884" y="53210"/>
                  </a:cubicBezTo>
                  <a:cubicBezTo>
                    <a:pt x="916994" y="53210"/>
                    <a:pt x="896674" y="40510"/>
                    <a:pt x="895404" y="31620"/>
                  </a:cubicBezTo>
                  <a:cubicBezTo>
                    <a:pt x="894134" y="24000"/>
                    <a:pt x="909374" y="3680"/>
                    <a:pt x="916994" y="2410"/>
                  </a:cubicBezTo>
                  <a:cubicBezTo>
                    <a:pt x="925884" y="1140"/>
                    <a:pt x="944934" y="17650"/>
                    <a:pt x="944934" y="26540"/>
                  </a:cubicBezTo>
                  <a:cubicBezTo>
                    <a:pt x="946204" y="35430"/>
                    <a:pt x="937314" y="45590"/>
                    <a:pt x="919534" y="53210"/>
                  </a:cubicBezTo>
                  <a:cubicBezTo>
                    <a:pt x="835714" y="93850"/>
                    <a:pt x="106734" y="148460"/>
                    <a:pt x="24184" y="117980"/>
                  </a:cubicBezTo>
                  <a:cubicBezTo>
                    <a:pt x="7674" y="112900"/>
                    <a:pt x="54" y="104010"/>
                    <a:pt x="54" y="95120"/>
                  </a:cubicBezTo>
                  <a:cubicBezTo>
                    <a:pt x="-1216" y="86230"/>
                    <a:pt x="20374" y="68450"/>
                    <a:pt x="20374" y="68450"/>
                  </a:cubicBezTo>
                </a:path>
              </a:pathLst>
            </a:custGeom>
            <a:solidFill>
              <a:srgbClr val="004068"/>
            </a:solidFill>
            <a:ln cap="sq">
              <a:noFill/>
              <a:prstDash val="solid"/>
              <a:miter/>
            </a:ln>
          </p:spPr>
        </p:sp>
      </p:grpSp>
      <p:grpSp>
        <p:nvGrpSpPr>
          <p:cNvPr id="49" name="Group 49"/>
          <p:cNvGrpSpPr/>
          <p:nvPr/>
        </p:nvGrpSpPr>
        <p:grpSpPr>
          <a:xfrm>
            <a:off x="4820603" y="4459605"/>
            <a:ext cx="214312" cy="1094423"/>
            <a:chOff x="0" y="0"/>
            <a:chExt cx="285750" cy="1459230"/>
          </a:xfrm>
        </p:grpSpPr>
        <p:sp>
          <p:nvSpPr>
            <p:cNvPr id="50" name="Freeform 50"/>
            <p:cNvSpPr/>
            <p:nvPr/>
          </p:nvSpPr>
          <p:spPr>
            <a:xfrm>
              <a:off x="50692" y="50611"/>
              <a:ext cx="186874" cy="1356549"/>
            </a:xfrm>
            <a:custGeom>
              <a:avLst/>
              <a:gdLst/>
              <a:ahLst/>
              <a:cxnLst/>
              <a:rect l="l" t="t" r="r" b="b"/>
              <a:pathLst>
                <a:path w="186874" h="1356549">
                  <a:moveTo>
                    <a:pt x="109328" y="1331149"/>
                  </a:moveTo>
                  <a:cubicBezTo>
                    <a:pt x="91548" y="743139"/>
                    <a:pt x="49638" y="753299"/>
                    <a:pt x="36938" y="741869"/>
                  </a:cubicBezTo>
                  <a:cubicBezTo>
                    <a:pt x="30588" y="735519"/>
                    <a:pt x="26778" y="727899"/>
                    <a:pt x="25508" y="720279"/>
                  </a:cubicBezTo>
                  <a:cubicBezTo>
                    <a:pt x="25508" y="713929"/>
                    <a:pt x="29318" y="706309"/>
                    <a:pt x="36938" y="699959"/>
                  </a:cubicBezTo>
                  <a:cubicBezTo>
                    <a:pt x="50908" y="688529"/>
                    <a:pt x="96628" y="670749"/>
                    <a:pt x="114408" y="673289"/>
                  </a:cubicBezTo>
                  <a:cubicBezTo>
                    <a:pt x="125838" y="675829"/>
                    <a:pt x="139808" y="689799"/>
                    <a:pt x="138538" y="691069"/>
                  </a:cubicBezTo>
                  <a:cubicBezTo>
                    <a:pt x="137268" y="693609"/>
                    <a:pt x="48368" y="666939"/>
                    <a:pt x="29318" y="652969"/>
                  </a:cubicBezTo>
                  <a:cubicBezTo>
                    <a:pt x="19158" y="645349"/>
                    <a:pt x="12808" y="636459"/>
                    <a:pt x="12808" y="628839"/>
                  </a:cubicBezTo>
                  <a:cubicBezTo>
                    <a:pt x="11538" y="621219"/>
                    <a:pt x="16618" y="613599"/>
                    <a:pt x="22968" y="607249"/>
                  </a:cubicBezTo>
                  <a:cubicBezTo>
                    <a:pt x="31858" y="600899"/>
                    <a:pt x="50908" y="598359"/>
                    <a:pt x="67418" y="594549"/>
                  </a:cubicBezTo>
                  <a:cubicBezTo>
                    <a:pt x="83928" y="589469"/>
                    <a:pt x="109328" y="579309"/>
                    <a:pt x="123298" y="583119"/>
                  </a:cubicBezTo>
                  <a:cubicBezTo>
                    <a:pt x="132188" y="584389"/>
                    <a:pt x="146158" y="597089"/>
                    <a:pt x="144888" y="598359"/>
                  </a:cubicBezTo>
                  <a:cubicBezTo>
                    <a:pt x="143618" y="599629"/>
                    <a:pt x="59798" y="572959"/>
                    <a:pt x="53448" y="556449"/>
                  </a:cubicBezTo>
                  <a:cubicBezTo>
                    <a:pt x="49638" y="548829"/>
                    <a:pt x="55988" y="536129"/>
                    <a:pt x="62338" y="529779"/>
                  </a:cubicBezTo>
                  <a:cubicBezTo>
                    <a:pt x="72498" y="520889"/>
                    <a:pt x="102978" y="513269"/>
                    <a:pt x="114408" y="517079"/>
                  </a:cubicBezTo>
                  <a:cubicBezTo>
                    <a:pt x="123298" y="519619"/>
                    <a:pt x="134728" y="533589"/>
                    <a:pt x="133458" y="536129"/>
                  </a:cubicBezTo>
                  <a:cubicBezTo>
                    <a:pt x="130918" y="539939"/>
                    <a:pt x="89008" y="527239"/>
                    <a:pt x="68688" y="520889"/>
                  </a:cubicBezTo>
                  <a:cubicBezTo>
                    <a:pt x="49638" y="514539"/>
                    <a:pt x="22968" y="509459"/>
                    <a:pt x="11538" y="500569"/>
                  </a:cubicBezTo>
                  <a:cubicBezTo>
                    <a:pt x="5188" y="494219"/>
                    <a:pt x="108" y="486599"/>
                    <a:pt x="108" y="480249"/>
                  </a:cubicBezTo>
                  <a:cubicBezTo>
                    <a:pt x="108" y="472629"/>
                    <a:pt x="5188" y="461199"/>
                    <a:pt x="14078" y="454849"/>
                  </a:cubicBezTo>
                  <a:cubicBezTo>
                    <a:pt x="31858" y="443419"/>
                    <a:pt x="109328" y="444689"/>
                    <a:pt x="110598" y="435799"/>
                  </a:cubicBezTo>
                  <a:cubicBezTo>
                    <a:pt x="110598" y="430719"/>
                    <a:pt x="86468" y="426909"/>
                    <a:pt x="80118" y="419289"/>
                  </a:cubicBezTo>
                  <a:cubicBezTo>
                    <a:pt x="75038" y="411669"/>
                    <a:pt x="77578" y="405319"/>
                    <a:pt x="76308" y="390079"/>
                  </a:cubicBezTo>
                  <a:cubicBezTo>
                    <a:pt x="71228" y="336739"/>
                    <a:pt x="54718" y="75119"/>
                    <a:pt x="76308" y="25589"/>
                  </a:cubicBezTo>
                  <a:cubicBezTo>
                    <a:pt x="82658" y="9079"/>
                    <a:pt x="94088" y="189"/>
                    <a:pt x="102978" y="189"/>
                  </a:cubicBezTo>
                  <a:cubicBezTo>
                    <a:pt x="110598" y="-1081"/>
                    <a:pt x="124568" y="11619"/>
                    <a:pt x="125838" y="19239"/>
                  </a:cubicBezTo>
                  <a:cubicBezTo>
                    <a:pt x="127108" y="28129"/>
                    <a:pt x="113138" y="48449"/>
                    <a:pt x="105518" y="49719"/>
                  </a:cubicBezTo>
                  <a:cubicBezTo>
                    <a:pt x="96628" y="50989"/>
                    <a:pt x="76308" y="35749"/>
                    <a:pt x="76308" y="28129"/>
                  </a:cubicBezTo>
                  <a:cubicBezTo>
                    <a:pt x="75038" y="19239"/>
                    <a:pt x="91548" y="1459"/>
                    <a:pt x="99168" y="189"/>
                  </a:cubicBezTo>
                  <a:cubicBezTo>
                    <a:pt x="108058" y="-1081"/>
                    <a:pt x="118218" y="3999"/>
                    <a:pt x="125838" y="16699"/>
                  </a:cubicBezTo>
                  <a:cubicBezTo>
                    <a:pt x="147428" y="59879"/>
                    <a:pt x="95358" y="335469"/>
                    <a:pt x="122028" y="392619"/>
                  </a:cubicBezTo>
                  <a:cubicBezTo>
                    <a:pt x="133458" y="414209"/>
                    <a:pt x="161398" y="412939"/>
                    <a:pt x="166478" y="426909"/>
                  </a:cubicBezTo>
                  <a:cubicBezTo>
                    <a:pt x="170288" y="438339"/>
                    <a:pt x="167748" y="454849"/>
                    <a:pt x="158858" y="466279"/>
                  </a:cubicBezTo>
                  <a:cubicBezTo>
                    <a:pt x="143618" y="484059"/>
                    <a:pt x="87738" y="495489"/>
                    <a:pt x="61068" y="500569"/>
                  </a:cubicBezTo>
                  <a:cubicBezTo>
                    <a:pt x="43288" y="504379"/>
                    <a:pt x="28048" y="506919"/>
                    <a:pt x="17888" y="503109"/>
                  </a:cubicBezTo>
                  <a:cubicBezTo>
                    <a:pt x="8998" y="498029"/>
                    <a:pt x="-1162" y="487869"/>
                    <a:pt x="108" y="480249"/>
                  </a:cubicBezTo>
                  <a:cubicBezTo>
                    <a:pt x="108" y="471359"/>
                    <a:pt x="14078" y="456119"/>
                    <a:pt x="26778" y="453579"/>
                  </a:cubicBezTo>
                  <a:cubicBezTo>
                    <a:pt x="48368" y="447229"/>
                    <a:pt x="100438" y="472629"/>
                    <a:pt x="127108" y="485329"/>
                  </a:cubicBezTo>
                  <a:cubicBezTo>
                    <a:pt x="144888" y="494219"/>
                    <a:pt x="165208" y="503109"/>
                    <a:pt x="170288" y="514539"/>
                  </a:cubicBezTo>
                  <a:cubicBezTo>
                    <a:pt x="174098" y="524699"/>
                    <a:pt x="171558" y="542479"/>
                    <a:pt x="162668" y="551369"/>
                  </a:cubicBezTo>
                  <a:cubicBezTo>
                    <a:pt x="148698" y="566609"/>
                    <a:pt x="86468" y="580579"/>
                    <a:pt x="68688" y="574229"/>
                  </a:cubicBezTo>
                  <a:cubicBezTo>
                    <a:pt x="59798" y="570419"/>
                    <a:pt x="52178" y="558989"/>
                    <a:pt x="52178" y="551369"/>
                  </a:cubicBezTo>
                  <a:cubicBezTo>
                    <a:pt x="52178" y="542479"/>
                    <a:pt x="62338" y="528509"/>
                    <a:pt x="73768" y="524699"/>
                  </a:cubicBezTo>
                  <a:cubicBezTo>
                    <a:pt x="95358" y="519619"/>
                    <a:pt x="170288" y="546289"/>
                    <a:pt x="182988" y="566609"/>
                  </a:cubicBezTo>
                  <a:cubicBezTo>
                    <a:pt x="190608" y="578039"/>
                    <a:pt x="185528" y="598359"/>
                    <a:pt x="180448" y="608519"/>
                  </a:cubicBezTo>
                  <a:cubicBezTo>
                    <a:pt x="175368" y="617409"/>
                    <a:pt x="169018" y="619949"/>
                    <a:pt x="157588" y="625029"/>
                  </a:cubicBezTo>
                  <a:cubicBezTo>
                    <a:pt x="133458" y="636459"/>
                    <a:pt x="58528" y="661859"/>
                    <a:pt x="35668" y="654239"/>
                  </a:cubicBezTo>
                  <a:cubicBezTo>
                    <a:pt x="22968" y="650429"/>
                    <a:pt x="11538" y="636459"/>
                    <a:pt x="12808" y="628839"/>
                  </a:cubicBezTo>
                  <a:cubicBezTo>
                    <a:pt x="12808" y="619949"/>
                    <a:pt x="26778" y="605979"/>
                    <a:pt x="40748" y="603439"/>
                  </a:cubicBezTo>
                  <a:cubicBezTo>
                    <a:pt x="66148" y="598359"/>
                    <a:pt x="144888" y="627569"/>
                    <a:pt x="163938" y="646619"/>
                  </a:cubicBezTo>
                  <a:cubicBezTo>
                    <a:pt x="175368" y="656779"/>
                    <a:pt x="177908" y="670749"/>
                    <a:pt x="176638" y="682179"/>
                  </a:cubicBezTo>
                  <a:cubicBezTo>
                    <a:pt x="176638" y="692339"/>
                    <a:pt x="170288" y="701229"/>
                    <a:pt x="161398" y="708849"/>
                  </a:cubicBezTo>
                  <a:cubicBezTo>
                    <a:pt x="146158" y="721549"/>
                    <a:pt x="110598" y="731709"/>
                    <a:pt x="89008" y="738059"/>
                  </a:cubicBezTo>
                  <a:cubicBezTo>
                    <a:pt x="72498" y="741869"/>
                    <a:pt x="53448" y="749489"/>
                    <a:pt x="42018" y="744409"/>
                  </a:cubicBezTo>
                  <a:cubicBezTo>
                    <a:pt x="34398" y="740599"/>
                    <a:pt x="25508" y="727899"/>
                    <a:pt x="25508" y="720279"/>
                  </a:cubicBezTo>
                  <a:cubicBezTo>
                    <a:pt x="26778" y="712659"/>
                    <a:pt x="38208" y="698689"/>
                    <a:pt x="48368" y="694879"/>
                  </a:cubicBezTo>
                  <a:cubicBezTo>
                    <a:pt x="62338" y="691069"/>
                    <a:pt x="90278" y="706309"/>
                    <a:pt x="106788" y="713929"/>
                  </a:cubicBezTo>
                  <a:cubicBezTo>
                    <a:pt x="122028" y="719009"/>
                    <a:pt x="137268" y="722819"/>
                    <a:pt x="146158" y="731709"/>
                  </a:cubicBezTo>
                  <a:cubicBezTo>
                    <a:pt x="153778" y="740599"/>
                    <a:pt x="156318" y="748219"/>
                    <a:pt x="160128" y="768539"/>
                  </a:cubicBezTo>
                  <a:cubicBezTo>
                    <a:pt x="172828" y="844739"/>
                    <a:pt x="188068" y="1266379"/>
                    <a:pt x="160128" y="1331149"/>
                  </a:cubicBezTo>
                  <a:cubicBezTo>
                    <a:pt x="152508" y="1347659"/>
                    <a:pt x="139808" y="1356549"/>
                    <a:pt x="130918" y="1356549"/>
                  </a:cubicBezTo>
                  <a:cubicBezTo>
                    <a:pt x="123298" y="1355279"/>
                    <a:pt x="109328" y="1331149"/>
                    <a:pt x="109328" y="1331149"/>
                  </a:cubicBezTo>
                </a:path>
              </a:pathLst>
            </a:custGeom>
            <a:solidFill>
              <a:srgbClr val="004068"/>
            </a:solidFill>
            <a:ln cap="sq">
              <a:noFill/>
              <a:prstDash val="solid"/>
              <a:miter/>
            </a:ln>
          </p:spPr>
        </p:sp>
      </p:grpSp>
      <p:grpSp>
        <p:nvGrpSpPr>
          <p:cNvPr id="51" name="Group 51"/>
          <p:cNvGrpSpPr/>
          <p:nvPr/>
        </p:nvGrpSpPr>
        <p:grpSpPr>
          <a:xfrm>
            <a:off x="4466272" y="4469130"/>
            <a:ext cx="907732" cy="120015"/>
            <a:chOff x="0" y="0"/>
            <a:chExt cx="1210310" cy="160020"/>
          </a:xfrm>
        </p:grpSpPr>
        <p:sp>
          <p:nvSpPr>
            <p:cNvPr id="52" name="Freeform 52"/>
            <p:cNvSpPr/>
            <p:nvPr/>
          </p:nvSpPr>
          <p:spPr>
            <a:xfrm>
              <a:off x="50663" y="50800"/>
              <a:ext cx="1108848" cy="61175"/>
            </a:xfrm>
            <a:custGeom>
              <a:avLst/>
              <a:gdLst/>
              <a:ahLst/>
              <a:cxnLst/>
              <a:rect l="l" t="t" r="r" b="b"/>
              <a:pathLst>
                <a:path w="1108848" h="61175">
                  <a:moveTo>
                    <a:pt x="25537" y="0"/>
                  </a:moveTo>
                  <a:cubicBezTo>
                    <a:pt x="1099957" y="7620"/>
                    <a:pt x="1108847" y="17780"/>
                    <a:pt x="1108847" y="26670"/>
                  </a:cubicBezTo>
                  <a:cubicBezTo>
                    <a:pt x="1107577" y="34290"/>
                    <a:pt x="1088527" y="50800"/>
                    <a:pt x="1079637" y="50800"/>
                  </a:cubicBezTo>
                  <a:cubicBezTo>
                    <a:pt x="1072017" y="49530"/>
                    <a:pt x="1056777" y="29210"/>
                    <a:pt x="1058047" y="21590"/>
                  </a:cubicBezTo>
                  <a:cubicBezTo>
                    <a:pt x="1059317" y="12700"/>
                    <a:pt x="1079637" y="0"/>
                    <a:pt x="1088527" y="0"/>
                  </a:cubicBezTo>
                  <a:cubicBezTo>
                    <a:pt x="1094877" y="1270"/>
                    <a:pt x="1105037" y="8890"/>
                    <a:pt x="1106307" y="15240"/>
                  </a:cubicBezTo>
                  <a:cubicBezTo>
                    <a:pt x="1108847" y="22860"/>
                    <a:pt x="1106307" y="38100"/>
                    <a:pt x="1098687" y="45720"/>
                  </a:cubicBezTo>
                  <a:cubicBezTo>
                    <a:pt x="1083447" y="58420"/>
                    <a:pt x="1046617" y="54610"/>
                    <a:pt x="998357" y="57150"/>
                  </a:cubicBezTo>
                  <a:cubicBezTo>
                    <a:pt x="870087" y="64770"/>
                    <a:pt x="475117" y="59690"/>
                    <a:pt x="294777" y="57150"/>
                  </a:cubicBezTo>
                  <a:cubicBezTo>
                    <a:pt x="181747" y="55880"/>
                    <a:pt x="56017" y="69850"/>
                    <a:pt x="19187" y="49530"/>
                  </a:cubicBezTo>
                  <a:cubicBezTo>
                    <a:pt x="6487" y="43180"/>
                    <a:pt x="-1133" y="30480"/>
                    <a:pt x="137" y="21590"/>
                  </a:cubicBezTo>
                  <a:cubicBezTo>
                    <a:pt x="1407" y="13970"/>
                    <a:pt x="25537" y="0"/>
                    <a:pt x="25537" y="0"/>
                  </a:cubicBezTo>
                </a:path>
              </a:pathLst>
            </a:custGeom>
            <a:solidFill>
              <a:srgbClr val="004068"/>
            </a:solidFill>
            <a:ln cap="sq">
              <a:noFill/>
              <a:prstDash val="solid"/>
              <a:miter/>
            </a:ln>
          </p:spPr>
        </p:sp>
      </p:grpSp>
      <p:grpSp>
        <p:nvGrpSpPr>
          <p:cNvPr id="53" name="Group 53"/>
          <p:cNvGrpSpPr/>
          <p:nvPr/>
        </p:nvGrpSpPr>
        <p:grpSpPr>
          <a:xfrm>
            <a:off x="5405438" y="4371022"/>
            <a:ext cx="223838" cy="264795"/>
            <a:chOff x="0" y="0"/>
            <a:chExt cx="298450" cy="353060"/>
          </a:xfrm>
        </p:grpSpPr>
        <p:sp>
          <p:nvSpPr>
            <p:cNvPr id="54" name="Freeform 54"/>
            <p:cNvSpPr/>
            <p:nvPr/>
          </p:nvSpPr>
          <p:spPr>
            <a:xfrm>
              <a:off x="47665" y="50800"/>
              <a:ext cx="207281" cy="251073"/>
            </a:xfrm>
            <a:custGeom>
              <a:avLst/>
              <a:gdLst/>
              <a:ahLst/>
              <a:cxnLst/>
              <a:rect l="l" t="t" r="r" b="b"/>
              <a:pathLst>
                <a:path w="207281" h="251073">
                  <a:moveTo>
                    <a:pt x="39965" y="71120"/>
                  </a:moveTo>
                  <a:cubicBezTo>
                    <a:pt x="160615" y="201930"/>
                    <a:pt x="145375" y="219710"/>
                    <a:pt x="141565" y="218440"/>
                  </a:cubicBezTo>
                  <a:cubicBezTo>
                    <a:pt x="132675" y="215900"/>
                    <a:pt x="136485" y="45720"/>
                    <a:pt x="149185" y="16510"/>
                  </a:cubicBezTo>
                  <a:cubicBezTo>
                    <a:pt x="154265" y="7620"/>
                    <a:pt x="160615" y="2540"/>
                    <a:pt x="166965" y="1270"/>
                  </a:cubicBezTo>
                  <a:cubicBezTo>
                    <a:pt x="173315" y="-1270"/>
                    <a:pt x="184745" y="1270"/>
                    <a:pt x="189825" y="6350"/>
                  </a:cubicBezTo>
                  <a:cubicBezTo>
                    <a:pt x="194905" y="10160"/>
                    <a:pt x="199985" y="20320"/>
                    <a:pt x="198715" y="27940"/>
                  </a:cubicBezTo>
                  <a:cubicBezTo>
                    <a:pt x="197445" y="34290"/>
                    <a:pt x="191095" y="44450"/>
                    <a:pt x="186015" y="46990"/>
                  </a:cubicBezTo>
                  <a:cubicBezTo>
                    <a:pt x="179665" y="50800"/>
                    <a:pt x="168235" y="50800"/>
                    <a:pt x="161885" y="46990"/>
                  </a:cubicBezTo>
                  <a:cubicBezTo>
                    <a:pt x="154265" y="43180"/>
                    <a:pt x="146645" y="27940"/>
                    <a:pt x="149185" y="19050"/>
                  </a:cubicBezTo>
                  <a:cubicBezTo>
                    <a:pt x="150455" y="11430"/>
                    <a:pt x="164425" y="0"/>
                    <a:pt x="172045" y="0"/>
                  </a:cubicBezTo>
                  <a:cubicBezTo>
                    <a:pt x="180935" y="0"/>
                    <a:pt x="192365" y="10160"/>
                    <a:pt x="198715" y="25400"/>
                  </a:cubicBezTo>
                  <a:cubicBezTo>
                    <a:pt x="212685" y="57150"/>
                    <a:pt x="207605" y="175260"/>
                    <a:pt x="197445" y="213360"/>
                  </a:cubicBezTo>
                  <a:cubicBezTo>
                    <a:pt x="192365" y="231140"/>
                    <a:pt x="187285" y="247650"/>
                    <a:pt x="175855" y="250190"/>
                  </a:cubicBezTo>
                  <a:cubicBezTo>
                    <a:pt x="163155" y="255270"/>
                    <a:pt x="139025" y="237490"/>
                    <a:pt x="117435" y="220980"/>
                  </a:cubicBezTo>
                  <a:cubicBezTo>
                    <a:pt x="83145" y="196850"/>
                    <a:pt x="13295" y="134620"/>
                    <a:pt x="3135" y="105410"/>
                  </a:cubicBezTo>
                  <a:cubicBezTo>
                    <a:pt x="-1945" y="92710"/>
                    <a:pt x="-675" y="77470"/>
                    <a:pt x="5675" y="72390"/>
                  </a:cubicBezTo>
                  <a:cubicBezTo>
                    <a:pt x="12025" y="66040"/>
                    <a:pt x="39965" y="71120"/>
                    <a:pt x="39965" y="71120"/>
                  </a:cubicBezTo>
                </a:path>
              </a:pathLst>
            </a:custGeom>
            <a:solidFill>
              <a:srgbClr val="004068"/>
            </a:solidFill>
            <a:ln cap="sq">
              <a:noFill/>
              <a:prstDash val="solid"/>
              <a:miter/>
            </a:ln>
          </p:spPr>
        </p:sp>
      </p:grpSp>
      <p:grpSp>
        <p:nvGrpSpPr>
          <p:cNvPr id="55" name="Group 55"/>
          <p:cNvGrpSpPr/>
          <p:nvPr/>
        </p:nvGrpSpPr>
        <p:grpSpPr>
          <a:xfrm>
            <a:off x="5598795" y="4394835"/>
            <a:ext cx="187642" cy="218122"/>
            <a:chOff x="0" y="0"/>
            <a:chExt cx="250190" cy="290830"/>
          </a:xfrm>
        </p:grpSpPr>
        <p:sp>
          <p:nvSpPr>
            <p:cNvPr id="56" name="Freeform 56"/>
            <p:cNvSpPr/>
            <p:nvPr/>
          </p:nvSpPr>
          <p:spPr>
            <a:xfrm>
              <a:off x="44768" y="46273"/>
              <a:ext cx="153353" cy="195952"/>
            </a:xfrm>
            <a:custGeom>
              <a:avLst/>
              <a:gdLst/>
              <a:ahLst/>
              <a:cxnLst/>
              <a:rect l="l" t="t" r="r" b="b"/>
              <a:pathLst>
                <a:path w="153353" h="195952">
                  <a:moveTo>
                    <a:pt x="105092" y="68027"/>
                  </a:moveTo>
                  <a:cubicBezTo>
                    <a:pt x="91122" y="48977"/>
                    <a:pt x="75882" y="45167"/>
                    <a:pt x="68262" y="50247"/>
                  </a:cubicBezTo>
                  <a:cubicBezTo>
                    <a:pt x="55562" y="59137"/>
                    <a:pt x="39052" y="113747"/>
                    <a:pt x="49212" y="130257"/>
                  </a:cubicBezTo>
                  <a:cubicBezTo>
                    <a:pt x="59372" y="146767"/>
                    <a:pt x="117792" y="135337"/>
                    <a:pt x="133032" y="145497"/>
                  </a:cubicBezTo>
                  <a:cubicBezTo>
                    <a:pt x="141922" y="151847"/>
                    <a:pt x="145732" y="159467"/>
                    <a:pt x="147002" y="165817"/>
                  </a:cubicBezTo>
                  <a:cubicBezTo>
                    <a:pt x="147002" y="173437"/>
                    <a:pt x="143192" y="183597"/>
                    <a:pt x="136842" y="187407"/>
                  </a:cubicBezTo>
                  <a:cubicBezTo>
                    <a:pt x="131762" y="192487"/>
                    <a:pt x="120332" y="195027"/>
                    <a:pt x="113982" y="192487"/>
                  </a:cubicBezTo>
                  <a:cubicBezTo>
                    <a:pt x="107632" y="189947"/>
                    <a:pt x="98742" y="182327"/>
                    <a:pt x="97472" y="175977"/>
                  </a:cubicBezTo>
                  <a:cubicBezTo>
                    <a:pt x="94932" y="169627"/>
                    <a:pt x="97472" y="158197"/>
                    <a:pt x="101282" y="153117"/>
                  </a:cubicBezTo>
                  <a:cubicBezTo>
                    <a:pt x="105092" y="146767"/>
                    <a:pt x="116522" y="141687"/>
                    <a:pt x="122872" y="142957"/>
                  </a:cubicBezTo>
                  <a:cubicBezTo>
                    <a:pt x="130492" y="144227"/>
                    <a:pt x="145732" y="155657"/>
                    <a:pt x="145732" y="163277"/>
                  </a:cubicBezTo>
                  <a:cubicBezTo>
                    <a:pt x="147002" y="172167"/>
                    <a:pt x="136842" y="188677"/>
                    <a:pt x="125412" y="193757"/>
                  </a:cubicBezTo>
                  <a:cubicBezTo>
                    <a:pt x="106362" y="201377"/>
                    <a:pt x="58102" y="187407"/>
                    <a:pt x="36512" y="178517"/>
                  </a:cubicBezTo>
                  <a:cubicBezTo>
                    <a:pt x="23812" y="172167"/>
                    <a:pt x="12382" y="168357"/>
                    <a:pt x="7302" y="156927"/>
                  </a:cubicBezTo>
                  <a:cubicBezTo>
                    <a:pt x="-2858" y="139147"/>
                    <a:pt x="-1588" y="93427"/>
                    <a:pt x="6032" y="68027"/>
                  </a:cubicBezTo>
                  <a:cubicBezTo>
                    <a:pt x="11112" y="46437"/>
                    <a:pt x="21272" y="22307"/>
                    <a:pt x="39052" y="12147"/>
                  </a:cubicBezTo>
                  <a:cubicBezTo>
                    <a:pt x="56832" y="717"/>
                    <a:pt x="93662" y="-4363"/>
                    <a:pt x="112712" y="4527"/>
                  </a:cubicBezTo>
                  <a:cubicBezTo>
                    <a:pt x="130492" y="12147"/>
                    <a:pt x="153352" y="42627"/>
                    <a:pt x="153352" y="57867"/>
                  </a:cubicBezTo>
                  <a:cubicBezTo>
                    <a:pt x="153352" y="66757"/>
                    <a:pt x="143192" y="78187"/>
                    <a:pt x="136842" y="80727"/>
                  </a:cubicBezTo>
                  <a:cubicBezTo>
                    <a:pt x="127952" y="83267"/>
                    <a:pt x="105092" y="68027"/>
                    <a:pt x="105092" y="68027"/>
                  </a:cubicBezTo>
                </a:path>
              </a:pathLst>
            </a:custGeom>
            <a:solidFill>
              <a:srgbClr val="004068"/>
            </a:solidFill>
            <a:ln cap="sq">
              <a:noFill/>
              <a:prstDash val="solid"/>
              <a:miter/>
            </a:ln>
          </p:spPr>
        </p:sp>
      </p:grpSp>
      <p:grpSp>
        <p:nvGrpSpPr>
          <p:cNvPr id="57" name="Group 57"/>
          <p:cNvGrpSpPr/>
          <p:nvPr/>
        </p:nvGrpSpPr>
        <p:grpSpPr>
          <a:xfrm>
            <a:off x="5735003" y="4381500"/>
            <a:ext cx="231458" cy="246697"/>
            <a:chOff x="0" y="0"/>
            <a:chExt cx="308610" cy="328930"/>
          </a:xfrm>
        </p:grpSpPr>
        <p:sp>
          <p:nvSpPr>
            <p:cNvPr id="58" name="Freeform 58"/>
            <p:cNvSpPr/>
            <p:nvPr/>
          </p:nvSpPr>
          <p:spPr>
            <a:xfrm>
              <a:off x="49910" y="49985"/>
              <a:ext cx="207291" cy="227601"/>
            </a:xfrm>
            <a:custGeom>
              <a:avLst/>
              <a:gdLst/>
              <a:ahLst/>
              <a:cxnLst/>
              <a:rect l="l" t="t" r="r" b="b"/>
              <a:pathLst>
                <a:path w="207291" h="227601">
                  <a:moveTo>
                    <a:pt x="144400" y="110035"/>
                  </a:moveTo>
                  <a:cubicBezTo>
                    <a:pt x="108840" y="60505"/>
                    <a:pt x="79630" y="47805"/>
                    <a:pt x="68200" y="51615"/>
                  </a:cubicBezTo>
                  <a:cubicBezTo>
                    <a:pt x="59310" y="54155"/>
                    <a:pt x="54230" y="65585"/>
                    <a:pt x="51690" y="77015"/>
                  </a:cubicBezTo>
                  <a:cubicBezTo>
                    <a:pt x="47880" y="90985"/>
                    <a:pt x="49150" y="121465"/>
                    <a:pt x="56770" y="135435"/>
                  </a:cubicBezTo>
                  <a:cubicBezTo>
                    <a:pt x="65660" y="148135"/>
                    <a:pt x="79630" y="154485"/>
                    <a:pt x="97410" y="162105"/>
                  </a:cubicBezTo>
                  <a:cubicBezTo>
                    <a:pt x="122810" y="172265"/>
                    <a:pt x="183770" y="168455"/>
                    <a:pt x="199010" y="182425"/>
                  </a:cubicBezTo>
                  <a:cubicBezTo>
                    <a:pt x="206630" y="190045"/>
                    <a:pt x="209170" y="205285"/>
                    <a:pt x="205360" y="212905"/>
                  </a:cubicBezTo>
                  <a:cubicBezTo>
                    <a:pt x="201550" y="219255"/>
                    <a:pt x="186310" y="226875"/>
                    <a:pt x="178690" y="226875"/>
                  </a:cubicBezTo>
                  <a:cubicBezTo>
                    <a:pt x="171070" y="225605"/>
                    <a:pt x="162180" y="219255"/>
                    <a:pt x="159640" y="212905"/>
                  </a:cubicBezTo>
                  <a:cubicBezTo>
                    <a:pt x="155830" y="206555"/>
                    <a:pt x="155830" y="193855"/>
                    <a:pt x="160910" y="188775"/>
                  </a:cubicBezTo>
                  <a:cubicBezTo>
                    <a:pt x="165990" y="182425"/>
                    <a:pt x="188850" y="176075"/>
                    <a:pt x="196470" y="181155"/>
                  </a:cubicBezTo>
                  <a:cubicBezTo>
                    <a:pt x="204090" y="184965"/>
                    <a:pt x="209170" y="201475"/>
                    <a:pt x="206630" y="210365"/>
                  </a:cubicBezTo>
                  <a:cubicBezTo>
                    <a:pt x="204090" y="217985"/>
                    <a:pt x="192660" y="224335"/>
                    <a:pt x="181230" y="226875"/>
                  </a:cubicBezTo>
                  <a:cubicBezTo>
                    <a:pt x="157100" y="231955"/>
                    <a:pt x="89790" y="209095"/>
                    <a:pt x="63120" y="197665"/>
                  </a:cubicBezTo>
                  <a:cubicBezTo>
                    <a:pt x="46610" y="191315"/>
                    <a:pt x="37720" y="186235"/>
                    <a:pt x="27560" y="174805"/>
                  </a:cubicBezTo>
                  <a:cubicBezTo>
                    <a:pt x="16130" y="160835"/>
                    <a:pt x="3430" y="137975"/>
                    <a:pt x="890" y="115115"/>
                  </a:cubicBezTo>
                  <a:cubicBezTo>
                    <a:pt x="-2920" y="88445"/>
                    <a:pt x="5970" y="41455"/>
                    <a:pt x="18670" y="22405"/>
                  </a:cubicBezTo>
                  <a:cubicBezTo>
                    <a:pt x="26290" y="9705"/>
                    <a:pt x="36450" y="3355"/>
                    <a:pt x="49150" y="815"/>
                  </a:cubicBezTo>
                  <a:cubicBezTo>
                    <a:pt x="70740" y="-2995"/>
                    <a:pt x="111380" y="7165"/>
                    <a:pt x="134240" y="18595"/>
                  </a:cubicBezTo>
                  <a:cubicBezTo>
                    <a:pt x="153290" y="27485"/>
                    <a:pt x="171070" y="42725"/>
                    <a:pt x="181230" y="56695"/>
                  </a:cubicBezTo>
                  <a:cubicBezTo>
                    <a:pt x="188850" y="68125"/>
                    <a:pt x="193930" y="79555"/>
                    <a:pt x="195200" y="90985"/>
                  </a:cubicBezTo>
                  <a:cubicBezTo>
                    <a:pt x="196470" y="102415"/>
                    <a:pt x="195200" y="120195"/>
                    <a:pt x="188850" y="127815"/>
                  </a:cubicBezTo>
                  <a:cubicBezTo>
                    <a:pt x="182500" y="132895"/>
                    <a:pt x="167260" y="136705"/>
                    <a:pt x="160910" y="134165"/>
                  </a:cubicBezTo>
                  <a:cubicBezTo>
                    <a:pt x="153290" y="131625"/>
                    <a:pt x="144400" y="110035"/>
                    <a:pt x="144400" y="110035"/>
                  </a:cubicBezTo>
                </a:path>
              </a:pathLst>
            </a:custGeom>
            <a:solidFill>
              <a:srgbClr val="004068"/>
            </a:solidFill>
            <a:ln cap="sq">
              <a:noFill/>
              <a:prstDash val="solid"/>
              <a:miter/>
            </a:ln>
          </p:spPr>
        </p:sp>
      </p:grpSp>
      <p:grpSp>
        <p:nvGrpSpPr>
          <p:cNvPr id="59" name="Group 59"/>
          <p:cNvGrpSpPr/>
          <p:nvPr/>
        </p:nvGrpSpPr>
        <p:grpSpPr>
          <a:xfrm>
            <a:off x="6019800" y="4395788"/>
            <a:ext cx="289560" cy="260985"/>
            <a:chOff x="0" y="0"/>
            <a:chExt cx="386080" cy="347980"/>
          </a:xfrm>
        </p:grpSpPr>
        <p:sp>
          <p:nvSpPr>
            <p:cNvPr id="60" name="Freeform 60"/>
            <p:cNvSpPr/>
            <p:nvPr/>
          </p:nvSpPr>
          <p:spPr>
            <a:xfrm>
              <a:off x="50800" y="48853"/>
              <a:ext cx="285303" cy="252750"/>
            </a:xfrm>
            <a:custGeom>
              <a:avLst/>
              <a:gdLst/>
              <a:ahLst/>
              <a:cxnLst/>
              <a:rect l="l" t="t" r="r" b="b"/>
              <a:pathLst>
                <a:path w="285303" h="252750">
                  <a:moveTo>
                    <a:pt x="46990" y="27347"/>
                  </a:moveTo>
                  <a:cubicBezTo>
                    <a:pt x="220980" y="5757"/>
                    <a:pt x="227330" y="9567"/>
                    <a:pt x="231140" y="14647"/>
                  </a:cubicBezTo>
                  <a:cubicBezTo>
                    <a:pt x="236220" y="20997"/>
                    <a:pt x="237490" y="32427"/>
                    <a:pt x="234950" y="38777"/>
                  </a:cubicBezTo>
                  <a:cubicBezTo>
                    <a:pt x="232410" y="45127"/>
                    <a:pt x="227330" y="50207"/>
                    <a:pt x="217170" y="54017"/>
                  </a:cubicBezTo>
                  <a:cubicBezTo>
                    <a:pt x="198120" y="62907"/>
                    <a:pt x="137160" y="47667"/>
                    <a:pt x="109220" y="62907"/>
                  </a:cubicBezTo>
                  <a:cubicBezTo>
                    <a:pt x="82550" y="76877"/>
                    <a:pt x="50800" y="139107"/>
                    <a:pt x="50800" y="139107"/>
                  </a:cubicBezTo>
                  <a:cubicBezTo>
                    <a:pt x="50800" y="139107"/>
                    <a:pt x="59690" y="120057"/>
                    <a:pt x="69850" y="112437"/>
                  </a:cubicBezTo>
                  <a:cubicBezTo>
                    <a:pt x="85090" y="101007"/>
                    <a:pt x="118110" y="93387"/>
                    <a:pt x="140970" y="88307"/>
                  </a:cubicBezTo>
                  <a:cubicBezTo>
                    <a:pt x="162560" y="83227"/>
                    <a:pt x="187960" y="78147"/>
                    <a:pt x="203200" y="80687"/>
                  </a:cubicBezTo>
                  <a:cubicBezTo>
                    <a:pt x="214630" y="81957"/>
                    <a:pt x="222250" y="87037"/>
                    <a:pt x="231140" y="94657"/>
                  </a:cubicBezTo>
                  <a:cubicBezTo>
                    <a:pt x="243840" y="106087"/>
                    <a:pt x="260350" y="126407"/>
                    <a:pt x="269240" y="144187"/>
                  </a:cubicBezTo>
                  <a:cubicBezTo>
                    <a:pt x="278130" y="163237"/>
                    <a:pt x="288290" y="187367"/>
                    <a:pt x="284480" y="203877"/>
                  </a:cubicBezTo>
                  <a:cubicBezTo>
                    <a:pt x="280670" y="217847"/>
                    <a:pt x="266700" y="230547"/>
                    <a:pt x="255270" y="238167"/>
                  </a:cubicBezTo>
                  <a:cubicBezTo>
                    <a:pt x="242570" y="244517"/>
                    <a:pt x="231140" y="244517"/>
                    <a:pt x="213360" y="247057"/>
                  </a:cubicBezTo>
                  <a:cubicBezTo>
                    <a:pt x="184150" y="249597"/>
                    <a:pt x="115570" y="258487"/>
                    <a:pt x="95250" y="247057"/>
                  </a:cubicBezTo>
                  <a:cubicBezTo>
                    <a:pt x="83820" y="241977"/>
                    <a:pt x="76200" y="229277"/>
                    <a:pt x="77470" y="221657"/>
                  </a:cubicBezTo>
                  <a:cubicBezTo>
                    <a:pt x="78740" y="212767"/>
                    <a:pt x="96520" y="197527"/>
                    <a:pt x="105410" y="197527"/>
                  </a:cubicBezTo>
                  <a:cubicBezTo>
                    <a:pt x="113030" y="198797"/>
                    <a:pt x="125730" y="211497"/>
                    <a:pt x="128270" y="219117"/>
                  </a:cubicBezTo>
                  <a:cubicBezTo>
                    <a:pt x="129540" y="225467"/>
                    <a:pt x="125730" y="236897"/>
                    <a:pt x="120650" y="241977"/>
                  </a:cubicBezTo>
                  <a:cubicBezTo>
                    <a:pt x="114300" y="247057"/>
                    <a:pt x="96520" y="248327"/>
                    <a:pt x="90170" y="244517"/>
                  </a:cubicBezTo>
                  <a:cubicBezTo>
                    <a:pt x="83820" y="241977"/>
                    <a:pt x="77470" y="231817"/>
                    <a:pt x="77470" y="224197"/>
                  </a:cubicBezTo>
                  <a:cubicBezTo>
                    <a:pt x="77470" y="216577"/>
                    <a:pt x="83820" y="205147"/>
                    <a:pt x="93980" y="198797"/>
                  </a:cubicBezTo>
                  <a:cubicBezTo>
                    <a:pt x="118110" y="186097"/>
                    <a:pt x="223520" y="207687"/>
                    <a:pt x="233680" y="189907"/>
                  </a:cubicBezTo>
                  <a:cubicBezTo>
                    <a:pt x="240030" y="177207"/>
                    <a:pt x="220980" y="139107"/>
                    <a:pt x="200660" y="130217"/>
                  </a:cubicBezTo>
                  <a:cubicBezTo>
                    <a:pt x="170180" y="117517"/>
                    <a:pt x="80010" y="174667"/>
                    <a:pt x="46990" y="175937"/>
                  </a:cubicBezTo>
                  <a:cubicBezTo>
                    <a:pt x="31750" y="177207"/>
                    <a:pt x="20320" y="175937"/>
                    <a:pt x="12700" y="169587"/>
                  </a:cubicBezTo>
                  <a:cubicBezTo>
                    <a:pt x="5080" y="163237"/>
                    <a:pt x="0" y="149267"/>
                    <a:pt x="0" y="136567"/>
                  </a:cubicBezTo>
                  <a:cubicBezTo>
                    <a:pt x="0" y="117517"/>
                    <a:pt x="17780" y="89577"/>
                    <a:pt x="29210" y="70527"/>
                  </a:cubicBezTo>
                  <a:cubicBezTo>
                    <a:pt x="40640" y="54017"/>
                    <a:pt x="52070" y="40047"/>
                    <a:pt x="67310" y="28617"/>
                  </a:cubicBezTo>
                  <a:cubicBezTo>
                    <a:pt x="82550" y="17187"/>
                    <a:pt x="97790" y="5757"/>
                    <a:pt x="119380" y="1947"/>
                  </a:cubicBezTo>
                  <a:cubicBezTo>
                    <a:pt x="148590" y="-3133"/>
                    <a:pt x="218440" y="1947"/>
                    <a:pt x="231140" y="14647"/>
                  </a:cubicBezTo>
                  <a:cubicBezTo>
                    <a:pt x="237490" y="20997"/>
                    <a:pt x="237490" y="32427"/>
                    <a:pt x="234950" y="38777"/>
                  </a:cubicBezTo>
                  <a:cubicBezTo>
                    <a:pt x="232410" y="45127"/>
                    <a:pt x="227330" y="50207"/>
                    <a:pt x="217170" y="54017"/>
                  </a:cubicBezTo>
                  <a:cubicBezTo>
                    <a:pt x="191770" y="66717"/>
                    <a:pt x="85090" y="87037"/>
                    <a:pt x="53340" y="78147"/>
                  </a:cubicBezTo>
                  <a:cubicBezTo>
                    <a:pt x="39370" y="74337"/>
                    <a:pt x="25400" y="61637"/>
                    <a:pt x="25400" y="54017"/>
                  </a:cubicBezTo>
                  <a:cubicBezTo>
                    <a:pt x="24130" y="45127"/>
                    <a:pt x="46990" y="27347"/>
                    <a:pt x="46990" y="27347"/>
                  </a:cubicBezTo>
                </a:path>
              </a:pathLst>
            </a:custGeom>
            <a:solidFill>
              <a:srgbClr val="004068"/>
            </a:solidFill>
            <a:ln cap="sq">
              <a:noFill/>
              <a:prstDash val="solid"/>
              <a:miter/>
            </a:ln>
          </p:spPr>
        </p:sp>
      </p:grpSp>
      <p:grpSp>
        <p:nvGrpSpPr>
          <p:cNvPr id="61" name="Group 61"/>
          <p:cNvGrpSpPr/>
          <p:nvPr/>
        </p:nvGrpSpPr>
        <p:grpSpPr>
          <a:xfrm>
            <a:off x="6232208" y="4395788"/>
            <a:ext cx="229553" cy="225742"/>
            <a:chOff x="0" y="0"/>
            <a:chExt cx="306070" cy="300990"/>
          </a:xfrm>
        </p:grpSpPr>
        <p:sp>
          <p:nvSpPr>
            <p:cNvPr id="62" name="Freeform 62"/>
            <p:cNvSpPr/>
            <p:nvPr/>
          </p:nvSpPr>
          <p:spPr>
            <a:xfrm>
              <a:off x="48446" y="50800"/>
              <a:ext cx="214788" cy="198478"/>
            </a:xfrm>
            <a:custGeom>
              <a:avLst/>
              <a:gdLst/>
              <a:ahLst/>
              <a:cxnLst/>
              <a:rect l="l" t="t" r="r" b="b"/>
              <a:pathLst>
                <a:path w="214788" h="198478">
                  <a:moveTo>
                    <a:pt x="41724" y="13970"/>
                  </a:moveTo>
                  <a:cubicBezTo>
                    <a:pt x="183964" y="153670"/>
                    <a:pt x="168724" y="162560"/>
                    <a:pt x="163644" y="160020"/>
                  </a:cubicBezTo>
                  <a:cubicBezTo>
                    <a:pt x="150944" y="153670"/>
                    <a:pt x="147134" y="40640"/>
                    <a:pt x="157294" y="16510"/>
                  </a:cubicBezTo>
                  <a:cubicBezTo>
                    <a:pt x="161104" y="7620"/>
                    <a:pt x="167454" y="2540"/>
                    <a:pt x="173804" y="1270"/>
                  </a:cubicBezTo>
                  <a:cubicBezTo>
                    <a:pt x="181424" y="-1270"/>
                    <a:pt x="191584" y="1270"/>
                    <a:pt x="197934" y="6350"/>
                  </a:cubicBezTo>
                  <a:cubicBezTo>
                    <a:pt x="203014" y="10160"/>
                    <a:pt x="206824" y="21590"/>
                    <a:pt x="206824" y="27940"/>
                  </a:cubicBezTo>
                  <a:cubicBezTo>
                    <a:pt x="205554" y="34290"/>
                    <a:pt x="199204" y="44450"/>
                    <a:pt x="192854" y="46990"/>
                  </a:cubicBezTo>
                  <a:cubicBezTo>
                    <a:pt x="186504" y="50800"/>
                    <a:pt x="175074" y="52070"/>
                    <a:pt x="168724" y="46990"/>
                  </a:cubicBezTo>
                  <a:cubicBezTo>
                    <a:pt x="162374" y="43180"/>
                    <a:pt x="154754" y="27940"/>
                    <a:pt x="156024" y="20320"/>
                  </a:cubicBezTo>
                  <a:cubicBezTo>
                    <a:pt x="158564" y="11430"/>
                    <a:pt x="171264" y="0"/>
                    <a:pt x="180154" y="0"/>
                  </a:cubicBezTo>
                  <a:cubicBezTo>
                    <a:pt x="189044" y="0"/>
                    <a:pt x="200474" y="11430"/>
                    <a:pt x="206824" y="25400"/>
                  </a:cubicBezTo>
                  <a:cubicBezTo>
                    <a:pt x="218254" y="53340"/>
                    <a:pt x="216984" y="151130"/>
                    <a:pt x="205554" y="177800"/>
                  </a:cubicBezTo>
                  <a:cubicBezTo>
                    <a:pt x="200474" y="189230"/>
                    <a:pt x="191584" y="196850"/>
                    <a:pt x="182694" y="198120"/>
                  </a:cubicBezTo>
                  <a:cubicBezTo>
                    <a:pt x="169994" y="200660"/>
                    <a:pt x="156024" y="189230"/>
                    <a:pt x="139514" y="177800"/>
                  </a:cubicBezTo>
                  <a:cubicBezTo>
                    <a:pt x="105224" y="153670"/>
                    <a:pt x="12514" y="76200"/>
                    <a:pt x="2354" y="44450"/>
                  </a:cubicBezTo>
                  <a:cubicBezTo>
                    <a:pt x="-2726" y="31750"/>
                    <a:pt x="1084" y="16510"/>
                    <a:pt x="7434" y="11430"/>
                  </a:cubicBezTo>
                  <a:cubicBezTo>
                    <a:pt x="13784" y="6350"/>
                    <a:pt x="41724" y="13970"/>
                    <a:pt x="41724" y="13970"/>
                  </a:cubicBezTo>
                </a:path>
              </a:pathLst>
            </a:custGeom>
            <a:solidFill>
              <a:srgbClr val="004068"/>
            </a:solidFill>
            <a:ln cap="sq">
              <a:noFill/>
              <a:prstDash val="solid"/>
              <a:miter/>
            </a:ln>
          </p:spPr>
        </p:sp>
      </p:grpSp>
      <p:grpSp>
        <p:nvGrpSpPr>
          <p:cNvPr id="63" name="Group 63"/>
          <p:cNvGrpSpPr/>
          <p:nvPr/>
        </p:nvGrpSpPr>
        <p:grpSpPr>
          <a:xfrm>
            <a:off x="5033962" y="4846320"/>
            <a:ext cx="305753" cy="300990"/>
            <a:chOff x="0" y="0"/>
            <a:chExt cx="407670" cy="401320"/>
          </a:xfrm>
        </p:grpSpPr>
        <p:sp>
          <p:nvSpPr>
            <p:cNvPr id="64" name="Freeform 64"/>
            <p:cNvSpPr/>
            <p:nvPr/>
          </p:nvSpPr>
          <p:spPr>
            <a:xfrm>
              <a:off x="46038" y="47449"/>
              <a:ext cx="310996" cy="303469"/>
            </a:xfrm>
            <a:custGeom>
              <a:avLst/>
              <a:gdLst/>
              <a:ahLst/>
              <a:cxnLst/>
              <a:rect l="l" t="t" r="r" b="b"/>
              <a:pathLst>
                <a:path w="310996" h="303469">
                  <a:moveTo>
                    <a:pt x="68262" y="87171"/>
                  </a:moveTo>
                  <a:cubicBezTo>
                    <a:pt x="56832" y="294181"/>
                    <a:pt x="51752" y="299261"/>
                    <a:pt x="45402" y="301801"/>
                  </a:cubicBezTo>
                  <a:cubicBezTo>
                    <a:pt x="39052" y="304341"/>
                    <a:pt x="28892" y="304341"/>
                    <a:pt x="22542" y="299261"/>
                  </a:cubicBezTo>
                  <a:cubicBezTo>
                    <a:pt x="13652" y="291641"/>
                    <a:pt x="8572" y="272591"/>
                    <a:pt x="4762" y="252271"/>
                  </a:cubicBezTo>
                  <a:cubicBezTo>
                    <a:pt x="-1588" y="216711"/>
                    <a:pt x="-1588" y="139241"/>
                    <a:pt x="4762" y="99871"/>
                  </a:cubicBezTo>
                  <a:cubicBezTo>
                    <a:pt x="8572" y="74471"/>
                    <a:pt x="12382" y="55421"/>
                    <a:pt x="25082" y="40181"/>
                  </a:cubicBezTo>
                  <a:cubicBezTo>
                    <a:pt x="37782" y="23671"/>
                    <a:pt x="60642" y="9701"/>
                    <a:pt x="80962" y="3351"/>
                  </a:cubicBezTo>
                  <a:cubicBezTo>
                    <a:pt x="100012" y="-1729"/>
                    <a:pt x="119062" y="-459"/>
                    <a:pt x="140652" y="3351"/>
                  </a:cubicBezTo>
                  <a:cubicBezTo>
                    <a:pt x="164782" y="7161"/>
                    <a:pt x="204152" y="18591"/>
                    <a:pt x="218122" y="31291"/>
                  </a:cubicBezTo>
                  <a:cubicBezTo>
                    <a:pt x="227012" y="40181"/>
                    <a:pt x="230822" y="51611"/>
                    <a:pt x="230822" y="61771"/>
                  </a:cubicBezTo>
                  <a:cubicBezTo>
                    <a:pt x="230822" y="71931"/>
                    <a:pt x="227012" y="82091"/>
                    <a:pt x="218122" y="92251"/>
                  </a:cubicBezTo>
                  <a:cubicBezTo>
                    <a:pt x="201612" y="108761"/>
                    <a:pt x="133032" y="144321"/>
                    <a:pt x="124142" y="137971"/>
                  </a:cubicBezTo>
                  <a:cubicBezTo>
                    <a:pt x="119062" y="134161"/>
                    <a:pt x="121602" y="107491"/>
                    <a:pt x="129222" y="104951"/>
                  </a:cubicBezTo>
                  <a:cubicBezTo>
                    <a:pt x="148272" y="98601"/>
                    <a:pt x="305752" y="234491"/>
                    <a:pt x="310832" y="263701"/>
                  </a:cubicBezTo>
                  <a:cubicBezTo>
                    <a:pt x="312102" y="272591"/>
                    <a:pt x="305752" y="280211"/>
                    <a:pt x="299402" y="284021"/>
                  </a:cubicBezTo>
                  <a:cubicBezTo>
                    <a:pt x="293052" y="287831"/>
                    <a:pt x="281622" y="290371"/>
                    <a:pt x="275272" y="286561"/>
                  </a:cubicBezTo>
                  <a:cubicBezTo>
                    <a:pt x="267652" y="282751"/>
                    <a:pt x="258762" y="259891"/>
                    <a:pt x="262572" y="252271"/>
                  </a:cubicBezTo>
                  <a:cubicBezTo>
                    <a:pt x="266382" y="244651"/>
                    <a:pt x="290512" y="237031"/>
                    <a:pt x="298132" y="240841"/>
                  </a:cubicBezTo>
                  <a:cubicBezTo>
                    <a:pt x="304482" y="244651"/>
                    <a:pt x="310832" y="268781"/>
                    <a:pt x="307022" y="276401"/>
                  </a:cubicBezTo>
                  <a:cubicBezTo>
                    <a:pt x="303212" y="284021"/>
                    <a:pt x="290512" y="289101"/>
                    <a:pt x="277812" y="287831"/>
                  </a:cubicBezTo>
                  <a:cubicBezTo>
                    <a:pt x="248602" y="284021"/>
                    <a:pt x="171132" y="216711"/>
                    <a:pt x="138112" y="186231"/>
                  </a:cubicBezTo>
                  <a:cubicBezTo>
                    <a:pt x="116522" y="167181"/>
                    <a:pt x="96202" y="148131"/>
                    <a:pt x="89852" y="131621"/>
                  </a:cubicBezTo>
                  <a:cubicBezTo>
                    <a:pt x="86042" y="121461"/>
                    <a:pt x="83502" y="111301"/>
                    <a:pt x="89852" y="102411"/>
                  </a:cubicBezTo>
                  <a:cubicBezTo>
                    <a:pt x="101282" y="87171"/>
                    <a:pt x="188912" y="79551"/>
                    <a:pt x="187642" y="70661"/>
                  </a:cubicBezTo>
                  <a:cubicBezTo>
                    <a:pt x="187642" y="61771"/>
                    <a:pt x="108902" y="42721"/>
                    <a:pt x="86042" y="52881"/>
                  </a:cubicBezTo>
                  <a:cubicBezTo>
                    <a:pt x="69532" y="59231"/>
                    <a:pt x="61912" y="78281"/>
                    <a:pt x="55562" y="101141"/>
                  </a:cubicBezTo>
                  <a:cubicBezTo>
                    <a:pt x="44132" y="141781"/>
                    <a:pt x="72072" y="256081"/>
                    <a:pt x="61912" y="284021"/>
                  </a:cubicBezTo>
                  <a:cubicBezTo>
                    <a:pt x="58102" y="294181"/>
                    <a:pt x="51752" y="299261"/>
                    <a:pt x="45402" y="301801"/>
                  </a:cubicBezTo>
                  <a:cubicBezTo>
                    <a:pt x="39052" y="304341"/>
                    <a:pt x="27622" y="303071"/>
                    <a:pt x="22542" y="299261"/>
                  </a:cubicBezTo>
                  <a:cubicBezTo>
                    <a:pt x="16192" y="295451"/>
                    <a:pt x="13652" y="289101"/>
                    <a:pt x="11112" y="277671"/>
                  </a:cubicBezTo>
                  <a:cubicBezTo>
                    <a:pt x="4762" y="245921"/>
                    <a:pt x="2222" y="111301"/>
                    <a:pt x="18732" y="80821"/>
                  </a:cubicBezTo>
                  <a:cubicBezTo>
                    <a:pt x="25082" y="69391"/>
                    <a:pt x="37782" y="60501"/>
                    <a:pt x="46672" y="61771"/>
                  </a:cubicBezTo>
                  <a:cubicBezTo>
                    <a:pt x="54292" y="63041"/>
                    <a:pt x="68262" y="87171"/>
                    <a:pt x="68262" y="87171"/>
                  </a:cubicBezTo>
                </a:path>
              </a:pathLst>
            </a:custGeom>
            <a:solidFill>
              <a:srgbClr val="004068"/>
            </a:solidFill>
            <a:ln cap="sq">
              <a:noFill/>
              <a:prstDash val="solid"/>
              <a:miter/>
            </a:ln>
          </p:spPr>
        </p:sp>
      </p:grpSp>
      <p:grpSp>
        <p:nvGrpSpPr>
          <p:cNvPr id="65" name="Group 65"/>
          <p:cNvGrpSpPr/>
          <p:nvPr/>
        </p:nvGrpSpPr>
        <p:grpSpPr>
          <a:xfrm>
            <a:off x="3770947" y="4962525"/>
            <a:ext cx="294322" cy="415290"/>
            <a:chOff x="0" y="0"/>
            <a:chExt cx="392430" cy="553720"/>
          </a:xfrm>
        </p:grpSpPr>
        <p:sp>
          <p:nvSpPr>
            <p:cNvPr id="66" name="Freeform 66"/>
            <p:cNvSpPr/>
            <p:nvPr/>
          </p:nvSpPr>
          <p:spPr>
            <a:xfrm>
              <a:off x="50746" y="48720"/>
              <a:ext cx="291914" cy="454307"/>
            </a:xfrm>
            <a:custGeom>
              <a:avLst/>
              <a:gdLst/>
              <a:ahLst/>
              <a:cxnLst/>
              <a:rect l="l" t="t" r="r" b="b"/>
              <a:pathLst>
                <a:path w="291914" h="454307">
                  <a:moveTo>
                    <a:pt x="20374" y="225600"/>
                  </a:moveTo>
                  <a:cubicBezTo>
                    <a:pt x="144834" y="158290"/>
                    <a:pt x="135944" y="132890"/>
                    <a:pt x="129594" y="113840"/>
                  </a:cubicBezTo>
                  <a:cubicBezTo>
                    <a:pt x="124514" y="93520"/>
                    <a:pt x="100384" y="55420"/>
                    <a:pt x="100384" y="55420"/>
                  </a:cubicBezTo>
                  <a:cubicBezTo>
                    <a:pt x="100384" y="56690"/>
                    <a:pt x="111814" y="71930"/>
                    <a:pt x="115624" y="88440"/>
                  </a:cubicBezTo>
                  <a:cubicBezTo>
                    <a:pt x="129594" y="141780"/>
                    <a:pt x="153724" y="381810"/>
                    <a:pt x="141024" y="427530"/>
                  </a:cubicBezTo>
                  <a:cubicBezTo>
                    <a:pt x="138484" y="441500"/>
                    <a:pt x="133404" y="449120"/>
                    <a:pt x="125784" y="451660"/>
                  </a:cubicBezTo>
                  <a:cubicBezTo>
                    <a:pt x="116894" y="454200"/>
                    <a:pt x="99114" y="449120"/>
                    <a:pt x="94034" y="440230"/>
                  </a:cubicBezTo>
                  <a:cubicBezTo>
                    <a:pt x="86414" y="427530"/>
                    <a:pt x="97844" y="394510"/>
                    <a:pt x="109274" y="372920"/>
                  </a:cubicBezTo>
                  <a:cubicBezTo>
                    <a:pt x="123244" y="346250"/>
                    <a:pt x="157534" y="304340"/>
                    <a:pt x="179124" y="295450"/>
                  </a:cubicBezTo>
                  <a:cubicBezTo>
                    <a:pt x="191824" y="290370"/>
                    <a:pt x="201984" y="291640"/>
                    <a:pt x="214684" y="297990"/>
                  </a:cubicBezTo>
                  <a:cubicBezTo>
                    <a:pt x="236274" y="306880"/>
                    <a:pt x="281994" y="352600"/>
                    <a:pt x="289614" y="371650"/>
                  </a:cubicBezTo>
                  <a:cubicBezTo>
                    <a:pt x="293424" y="380540"/>
                    <a:pt x="292154" y="389430"/>
                    <a:pt x="288344" y="394510"/>
                  </a:cubicBezTo>
                  <a:cubicBezTo>
                    <a:pt x="283264" y="402130"/>
                    <a:pt x="266754" y="407210"/>
                    <a:pt x="259134" y="405940"/>
                  </a:cubicBezTo>
                  <a:cubicBezTo>
                    <a:pt x="252784" y="404670"/>
                    <a:pt x="243894" y="395780"/>
                    <a:pt x="242624" y="389430"/>
                  </a:cubicBezTo>
                  <a:cubicBezTo>
                    <a:pt x="240084" y="383080"/>
                    <a:pt x="242624" y="371650"/>
                    <a:pt x="246434" y="365300"/>
                  </a:cubicBezTo>
                  <a:cubicBezTo>
                    <a:pt x="250244" y="360220"/>
                    <a:pt x="261674" y="355140"/>
                    <a:pt x="268024" y="356410"/>
                  </a:cubicBezTo>
                  <a:cubicBezTo>
                    <a:pt x="275644" y="356410"/>
                    <a:pt x="284534" y="362760"/>
                    <a:pt x="288344" y="369110"/>
                  </a:cubicBezTo>
                  <a:cubicBezTo>
                    <a:pt x="292154" y="375460"/>
                    <a:pt x="293424" y="386890"/>
                    <a:pt x="289614" y="393240"/>
                  </a:cubicBezTo>
                  <a:cubicBezTo>
                    <a:pt x="284534" y="399590"/>
                    <a:pt x="271834" y="407210"/>
                    <a:pt x="261674" y="405940"/>
                  </a:cubicBezTo>
                  <a:cubicBezTo>
                    <a:pt x="246434" y="404670"/>
                    <a:pt x="218494" y="381810"/>
                    <a:pt x="209604" y="367840"/>
                  </a:cubicBezTo>
                  <a:cubicBezTo>
                    <a:pt x="204524" y="357680"/>
                    <a:pt x="212144" y="336090"/>
                    <a:pt x="205794" y="334820"/>
                  </a:cubicBezTo>
                  <a:cubicBezTo>
                    <a:pt x="195634" y="331010"/>
                    <a:pt x="142294" y="451660"/>
                    <a:pt x="119434" y="454200"/>
                  </a:cubicBezTo>
                  <a:cubicBezTo>
                    <a:pt x="108004" y="455470"/>
                    <a:pt x="99114" y="445310"/>
                    <a:pt x="90224" y="428800"/>
                  </a:cubicBezTo>
                  <a:cubicBezTo>
                    <a:pt x="64824" y="376730"/>
                    <a:pt x="48314" y="77010"/>
                    <a:pt x="66094" y="26210"/>
                  </a:cubicBezTo>
                  <a:cubicBezTo>
                    <a:pt x="71174" y="12240"/>
                    <a:pt x="78794" y="5890"/>
                    <a:pt x="87684" y="2080"/>
                  </a:cubicBezTo>
                  <a:cubicBezTo>
                    <a:pt x="96574" y="-1730"/>
                    <a:pt x="111814" y="-460"/>
                    <a:pt x="123244" y="7160"/>
                  </a:cubicBezTo>
                  <a:cubicBezTo>
                    <a:pt x="144834" y="19860"/>
                    <a:pt x="172774" y="75740"/>
                    <a:pt x="182934" y="107490"/>
                  </a:cubicBezTo>
                  <a:cubicBezTo>
                    <a:pt x="189284" y="131620"/>
                    <a:pt x="191824" y="157020"/>
                    <a:pt x="185474" y="176070"/>
                  </a:cubicBezTo>
                  <a:cubicBezTo>
                    <a:pt x="180394" y="195120"/>
                    <a:pt x="170234" y="209090"/>
                    <a:pt x="153724" y="223060"/>
                  </a:cubicBezTo>
                  <a:cubicBezTo>
                    <a:pt x="125784" y="244650"/>
                    <a:pt x="48314" y="281480"/>
                    <a:pt x="22914" y="276400"/>
                  </a:cubicBezTo>
                  <a:cubicBezTo>
                    <a:pt x="10214" y="273860"/>
                    <a:pt x="54" y="259890"/>
                    <a:pt x="54" y="252270"/>
                  </a:cubicBezTo>
                  <a:cubicBezTo>
                    <a:pt x="-1216" y="243380"/>
                    <a:pt x="20374" y="225600"/>
                    <a:pt x="20374" y="225600"/>
                  </a:cubicBezTo>
                </a:path>
              </a:pathLst>
            </a:custGeom>
            <a:solidFill>
              <a:srgbClr val="004068"/>
            </a:solidFill>
            <a:ln cap="sq">
              <a:noFill/>
              <a:prstDash val="solid"/>
              <a:miter/>
            </a:ln>
          </p:spPr>
        </p:sp>
      </p:grpSp>
      <p:grpSp>
        <p:nvGrpSpPr>
          <p:cNvPr id="67" name="Group 67"/>
          <p:cNvGrpSpPr/>
          <p:nvPr/>
        </p:nvGrpSpPr>
        <p:grpSpPr>
          <a:xfrm>
            <a:off x="4005262" y="5037772"/>
            <a:ext cx="226695" cy="241935"/>
            <a:chOff x="0" y="0"/>
            <a:chExt cx="302260" cy="322580"/>
          </a:xfrm>
        </p:grpSpPr>
        <p:sp>
          <p:nvSpPr>
            <p:cNvPr id="68" name="Freeform 68"/>
            <p:cNvSpPr/>
            <p:nvPr/>
          </p:nvSpPr>
          <p:spPr>
            <a:xfrm>
              <a:off x="46354" y="50240"/>
              <a:ext cx="205345" cy="221073"/>
            </a:xfrm>
            <a:custGeom>
              <a:avLst/>
              <a:gdLst/>
              <a:ahLst/>
              <a:cxnLst/>
              <a:rect l="l" t="t" r="r" b="b"/>
              <a:pathLst>
                <a:path w="205345" h="221073">
                  <a:moveTo>
                    <a:pt x="42546" y="84380"/>
                  </a:moveTo>
                  <a:cubicBezTo>
                    <a:pt x="123826" y="69140"/>
                    <a:pt x="103506" y="53900"/>
                    <a:pt x="92076" y="50090"/>
                  </a:cubicBezTo>
                  <a:cubicBezTo>
                    <a:pt x="83186" y="47550"/>
                    <a:pt x="70486" y="47550"/>
                    <a:pt x="64136" y="52630"/>
                  </a:cubicBezTo>
                  <a:cubicBezTo>
                    <a:pt x="57786" y="57710"/>
                    <a:pt x="56516" y="69140"/>
                    <a:pt x="53976" y="80570"/>
                  </a:cubicBezTo>
                  <a:cubicBezTo>
                    <a:pt x="51436" y="95810"/>
                    <a:pt x="45086" y="122480"/>
                    <a:pt x="48896" y="136450"/>
                  </a:cubicBezTo>
                  <a:cubicBezTo>
                    <a:pt x="52706" y="146610"/>
                    <a:pt x="60326" y="152960"/>
                    <a:pt x="67946" y="158040"/>
                  </a:cubicBezTo>
                  <a:cubicBezTo>
                    <a:pt x="74296" y="163120"/>
                    <a:pt x="80646" y="168200"/>
                    <a:pt x="93346" y="170740"/>
                  </a:cubicBezTo>
                  <a:cubicBezTo>
                    <a:pt x="114936" y="175820"/>
                    <a:pt x="177166" y="156770"/>
                    <a:pt x="193676" y="166930"/>
                  </a:cubicBezTo>
                  <a:cubicBezTo>
                    <a:pt x="202566" y="173280"/>
                    <a:pt x="206376" y="187250"/>
                    <a:pt x="205106" y="196140"/>
                  </a:cubicBezTo>
                  <a:cubicBezTo>
                    <a:pt x="202566" y="203760"/>
                    <a:pt x="188596" y="213920"/>
                    <a:pt x="179706" y="213920"/>
                  </a:cubicBezTo>
                  <a:cubicBezTo>
                    <a:pt x="172086" y="213920"/>
                    <a:pt x="158116" y="202490"/>
                    <a:pt x="155576" y="194870"/>
                  </a:cubicBezTo>
                  <a:cubicBezTo>
                    <a:pt x="153036" y="188520"/>
                    <a:pt x="156846" y="177090"/>
                    <a:pt x="160656" y="172010"/>
                  </a:cubicBezTo>
                  <a:cubicBezTo>
                    <a:pt x="165736" y="166930"/>
                    <a:pt x="177166" y="161850"/>
                    <a:pt x="183516" y="163120"/>
                  </a:cubicBezTo>
                  <a:cubicBezTo>
                    <a:pt x="189866" y="164390"/>
                    <a:pt x="201296" y="170740"/>
                    <a:pt x="202566" y="177090"/>
                  </a:cubicBezTo>
                  <a:cubicBezTo>
                    <a:pt x="205106" y="184710"/>
                    <a:pt x="200026" y="203760"/>
                    <a:pt x="191136" y="211380"/>
                  </a:cubicBezTo>
                  <a:cubicBezTo>
                    <a:pt x="177166" y="222810"/>
                    <a:pt x="142876" y="221540"/>
                    <a:pt x="121286" y="220270"/>
                  </a:cubicBezTo>
                  <a:cubicBezTo>
                    <a:pt x="98426" y="219000"/>
                    <a:pt x="75566" y="213920"/>
                    <a:pt x="55246" y="205030"/>
                  </a:cubicBezTo>
                  <a:cubicBezTo>
                    <a:pt x="36196" y="194870"/>
                    <a:pt x="13336" y="182170"/>
                    <a:pt x="4446" y="163120"/>
                  </a:cubicBezTo>
                  <a:cubicBezTo>
                    <a:pt x="-4444" y="140260"/>
                    <a:pt x="1906" y="102160"/>
                    <a:pt x="6986" y="78030"/>
                  </a:cubicBezTo>
                  <a:cubicBezTo>
                    <a:pt x="12066" y="56440"/>
                    <a:pt x="19686" y="33580"/>
                    <a:pt x="31116" y="20880"/>
                  </a:cubicBezTo>
                  <a:cubicBezTo>
                    <a:pt x="40006" y="10720"/>
                    <a:pt x="52706" y="3100"/>
                    <a:pt x="66676" y="560"/>
                  </a:cubicBezTo>
                  <a:cubicBezTo>
                    <a:pt x="84456" y="-1980"/>
                    <a:pt x="111126" y="4370"/>
                    <a:pt x="128906" y="14530"/>
                  </a:cubicBezTo>
                  <a:cubicBezTo>
                    <a:pt x="146686" y="24690"/>
                    <a:pt x="168276" y="46280"/>
                    <a:pt x="173356" y="61520"/>
                  </a:cubicBezTo>
                  <a:cubicBezTo>
                    <a:pt x="175896" y="71680"/>
                    <a:pt x="174626" y="81840"/>
                    <a:pt x="169546" y="92000"/>
                  </a:cubicBezTo>
                  <a:cubicBezTo>
                    <a:pt x="161926" y="104700"/>
                    <a:pt x="144146" y="122480"/>
                    <a:pt x="125096" y="130100"/>
                  </a:cubicBezTo>
                  <a:cubicBezTo>
                    <a:pt x="100966" y="138990"/>
                    <a:pt x="47626" y="142800"/>
                    <a:pt x="31116" y="132640"/>
                  </a:cubicBezTo>
                  <a:cubicBezTo>
                    <a:pt x="22226" y="126290"/>
                    <a:pt x="17146" y="109780"/>
                    <a:pt x="19686" y="100890"/>
                  </a:cubicBezTo>
                  <a:cubicBezTo>
                    <a:pt x="22226" y="93270"/>
                    <a:pt x="42546" y="84380"/>
                    <a:pt x="42546" y="84380"/>
                  </a:cubicBezTo>
                </a:path>
              </a:pathLst>
            </a:custGeom>
            <a:solidFill>
              <a:srgbClr val="004068"/>
            </a:solidFill>
            <a:ln cap="sq">
              <a:noFill/>
              <a:prstDash val="solid"/>
              <a:miter/>
            </a:ln>
          </p:spPr>
        </p:sp>
      </p:grpSp>
      <p:grpSp>
        <p:nvGrpSpPr>
          <p:cNvPr id="69" name="Group 69"/>
          <p:cNvGrpSpPr/>
          <p:nvPr/>
        </p:nvGrpSpPr>
        <p:grpSpPr>
          <a:xfrm>
            <a:off x="4183380" y="4996815"/>
            <a:ext cx="220028" cy="278130"/>
            <a:chOff x="0" y="0"/>
            <a:chExt cx="293370" cy="370840"/>
          </a:xfrm>
        </p:grpSpPr>
        <p:sp>
          <p:nvSpPr>
            <p:cNvPr id="70" name="Freeform 70"/>
            <p:cNvSpPr/>
            <p:nvPr/>
          </p:nvSpPr>
          <p:spPr>
            <a:xfrm>
              <a:off x="50016" y="49688"/>
              <a:ext cx="193076" cy="269855"/>
            </a:xfrm>
            <a:custGeom>
              <a:avLst/>
              <a:gdLst/>
              <a:ahLst/>
              <a:cxnLst/>
              <a:rect l="l" t="t" r="r" b="b"/>
              <a:pathLst>
                <a:path w="193076" h="269855">
                  <a:moveTo>
                    <a:pt x="46504" y="10002"/>
                  </a:moveTo>
                  <a:cubicBezTo>
                    <a:pt x="182394" y="183992"/>
                    <a:pt x="196364" y="209392"/>
                    <a:pt x="192554" y="227172"/>
                  </a:cubicBezTo>
                  <a:cubicBezTo>
                    <a:pt x="190014" y="239872"/>
                    <a:pt x="176044" y="252572"/>
                    <a:pt x="163344" y="258922"/>
                  </a:cubicBezTo>
                  <a:cubicBezTo>
                    <a:pt x="146834" y="267812"/>
                    <a:pt x="116354" y="271622"/>
                    <a:pt x="98574" y="269082"/>
                  </a:cubicBezTo>
                  <a:cubicBezTo>
                    <a:pt x="84604" y="266542"/>
                    <a:pt x="74444" y="261462"/>
                    <a:pt x="60474" y="251302"/>
                  </a:cubicBezTo>
                  <a:cubicBezTo>
                    <a:pt x="42694" y="238602"/>
                    <a:pt x="9674" y="213202"/>
                    <a:pt x="3324" y="192882"/>
                  </a:cubicBezTo>
                  <a:cubicBezTo>
                    <a:pt x="-1756" y="178912"/>
                    <a:pt x="2054" y="159862"/>
                    <a:pt x="8404" y="149702"/>
                  </a:cubicBezTo>
                  <a:cubicBezTo>
                    <a:pt x="12214" y="140812"/>
                    <a:pt x="19834" y="134462"/>
                    <a:pt x="29994" y="130652"/>
                  </a:cubicBezTo>
                  <a:cubicBezTo>
                    <a:pt x="46504" y="125572"/>
                    <a:pt x="85874" y="124302"/>
                    <a:pt x="98574" y="131922"/>
                  </a:cubicBezTo>
                  <a:cubicBezTo>
                    <a:pt x="104924" y="137002"/>
                    <a:pt x="108734" y="147162"/>
                    <a:pt x="108734" y="153512"/>
                  </a:cubicBezTo>
                  <a:cubicBezTo>
                    <a:pt x="107464" y="161132"/>
                    <a:pt x="102384" y="170022"/>
                    <a:pt x="96034" y="173832"/>
                  </a:cubicBezTo>
                  <a:cubicBezTo>
                    <a:pt x="89684" y="177642"/>
                    <a:pt x="78254" y="178912"/>
                    <a:pt x="71904" y="175102"/>
                  </a:cubicBezTo>
                  <a:cubicBezTo>
                    <a:pt x="65554" y="172562"/>
                    <a:pt x="59204" y="163672"/>
                    <a:pt x="57934" y="156052"/>
                  </a:cubicBezTo>
                  <a:cubicBezTo>
                    <a:pt x="56664" y="149702"/>
                    <a:pt x="60474" y="138272"/>
                    <a:pt x="65554" y="134462"/>
                  </a:cubicBezTo>
                  <a:cubicBezTo>
                    <a:pt x="70634" y="129382"/>
                    <a:pt x="82064" y="125572"/>
                    <a:pt x="88414" y="128112"/>
                  </a:cubicBezTo>
                  <a:cubicBezTo>
                    <a:pt x="96034" y="130652"/>
                    <a:pt x="110004" y="149702"/>
                    <a:pt x="107464" y="158592"/>
                  </a:cubicBezTo>
                  <a:cubicBezTo>
                    <a:pt x="104924" y="170022"/>
                    <a:pt x="63014" y="177642"/>
                    <a:pt x="61744" y="186532"/>
                  </a:cubicBezTo>
                  <a:cubicBezTo>
                    <a:pt x="60474" y="194152"/>
                    <a:pt x="75714" y="205582"/>
                    <a:pt x="85874" y="210662"/>
                  </a:cubicBezTo>
                  <a:cubicBezTo>
                    <a:pt x="99844" y="217012"/>
                    <a:pt x="136674" y="224632"/>
                    <a:pt x="141754" y="215742"/>
                  </a:cubicBezTo>
                  <a:cubicBezTo>
                    <a:pt x="151914" y="197962"/>
                    <a:pt x="9674" y="70962"/>
                    <a:pt x="784" y="32862"/>
                  </a:cubicBezTo>
                  <a:cubicBezTo>
                    <a:pt x="-1756" y="18892"/>
                    <a:pt x="2054" y="4922"/>
                    <a:pt x="9674" y="1112"/>
                  </a:cubicBezTo>
                  <a:cubicBezTo>
                    <a:pt x="17294" y="-3968"/>
                    <a:pt x="46504" y="10002"/>
                    <a:pt x="46504" y="10002"/>
                  </a:cubicBezTo>
                </a:path>
              </a:pathLst>
            </a:custGeom>
            <a:solidFill>
              <a:srgbClr val="004068"/>
            </a:solidFill>
            <a:ln cap="sq">
              <a:noFill/>
              <a:prstDash val="solid"/>
              <a:miter/>
            </a:ln>
          </p:spPr>
        </p:sp>
      </p:grpSp>
      <p:grpSp>
        <p:nvGrpSpPr>
          <p:cNvPr id="71" name="Group 71"/>
          <p:cNvGrpSpPr/>
          <p:nvPr/>
        </p:nvGrpSpPr>
        <p:grpSpPr>
          <a:xfrm>
            <a:off x="3830955" y="5790247"/>
            <a:ext cx="348615" cy="472440"/>
            <a:chOff x="0" y="0"/>
            <a:chExt cx="464820" cy="629920"/>
          </a:xfrm>
        </p:grpSpPr>
        <p:grpSp>
          <p:nvGrpSpPr>
            <p:cNvPr id="72" name="Group 72"/>
            <p:cNvGrpSpPr/>
            <p:nvPr/>
          </p:nvGrpSpPr>
          <p:grpSpPr>
            <a:xfrm>
              <a:off x="11430" y="0"/>
              <a:ext cx="453390" cy="628650"/>
              <a:chOff x="0" y="0"/>
              <a:chExt cx="453390" cy="628650"/>
            </a:xfrm>
          </p:grpSpPr>
          <p:sp>
            <p:nvSpPr>
              <p:cNvPr id="73" name="Freeform 73"/>
              <p:cNvSpPr/>
              <p:nvPr/>
            </p:nvSpPr>
            <p:spPr>
              <a:xfrm>
                <a:off x="50678" y="48775"/>
                <a:ext cx="351912" cy="528955"/>
              </a:xfrm>
              <a:custGeom>
                <a:avLst/>
                <a:gdLst/>
                <a:ahLst/>
                <a:cxnLst/>
                <a:rect l="l" t="t" r="r" b="b"/>
                <a:pathLst>
                  <a:path w="351912" h="528955">
                    <a:moveTo>
                      <a:pt x="351912" y="33775"/>
                    </a:moveTo>
                    <a:cubicBezTo>
                      <a:pt x="30602" y="529075"/>
                      <a:pt x="19172" y="530345"/>
                      <a:pt x="12822" y="526535"/>
                    </a:cubicBezTo>
                    <a:cubicBezTo>
                      <a:pt x="5202" y="522725"/>
                      <a:pt x="-2418" y="499865"/>
                      <a:pt x="1392" y="492245"/>
                    </a:cubicBezTo>
                    <a:cubicBezTo>
                      <a:pt x="5202" y="484625"/>
                      <a:pt x="29332" y="478275"/>
                      <a:pt x="36952" y="482085"/>
                    </a:cubicBezTo>
                    <a:cubicBezTo>
                      <a:pt x="44572" y="487165"/>
                      <a:pt x="48382" y="511295"/>
                      <a:pt x="44572" y="518915"/>
                    </a:cubicBezTo>
                    <a:cubicBezTo>
                      <a:pt x="40762" y="525265"/>
                      <a:pt x="22982" y="531615"/>
                      <a:pt x="15362" y="527805"/>
                    </a:cubicBezTo>
                    <a:cubicBezTo>
                      <a:pt x="7742" y="523995"/>
                      <a:pt x="-1148" y="511295"/>
                      <a:pt x="122" y="494785"/>
                    </a:cubicBezTo>
                    <a:cubicBezTo>
                      <a:pt x="5202" y="426205"/>
                      <a:pt x="251582" y="46475"/>
                      <a:pt x="308732" y="8375"/>
                    </a:cubicBezTo>
                    <a:cubicBezTo>
                      <a:pt x="321432" y="-515"/>
                      <a:pt x="334132" y="-1785"/>
                      <a:pt x="341752" y="2025"/>
                    </a:cubicBezTo>
                    <a:cubicBezTo>
                      <a:pt x="348102" y="5835"/>
                      <a:pt x="351912" y="33775"/>
                      <a:pt x="351912" y="33775"/>
                    </a:cubicBezTo>
                  </a:path>
                </a:pathLst>
              </a:custGeom>
              <a:solidFill>
                <a:srgbClr val="004068"/>
              </a:solidFill>
              <a:ln cap="sq">
                <a:noFill/>
                <a:prstDash val="solid"/>
                <a:miter/>
              </a:ln>
            </p:spPr>
          </p:sp>
        </p:grpSp>
        <p:grpSp>
          <p:nvGrpSpPr>
            <p:cNvPr id="74" name="Group 74"/>
            <p:cNvGrpSpPr/>
            <p:nvPr/>
          </p:nvGrpSpPr>
          <p:grpSpPr>
            <a:xfrm>
              <a:off x="0" y="292100"/>
              <a:ext cx="162560" cy="337820"/>
              <a:chOff x="0" y="0"/>
              <a:chExt cx="162560" cy="337820"/>
            </a:xfrm>
          </p:grpSpPr>
          <p:sp>
            <p:nvSpPr>
              <p:cNvPr id="75" name="Freeform 75"/>
              <p:cNvSpPr/>
              <p:nvPr/>
            </p:nvSpPr>
            <p:spPr>
              <a:xfrm>
                <a:off x="50476" y="50699"/>
                <a:ext cx="67300" cy="235051"/>
              </a:xfrm>
              <a:custGeom>
                <a:avLst/>
                <a:gdLst/>
                <a:ahLst/>
                <a:cxnLst/>
                <a:rect l="l" t="t" r="r" b="b"/>
                <a:pathLst>
                  <a:path w="67300" h="235051">
                    <a:moveTo>
                      <a:pt x="9214" y="209651"/>
                    </a:moveTo>
                    <a:cubicBezTo>
                      <a:pt x="6674" y="6451"/>
                      <a:pt x="19374" y="-1169"/>
                      <a:pt x="26994" y="101"/>
                    </a:cubicBezTo>
                    <a:cubicBezTo>
                      <a:pt x="35884" y="1371"/>
                      <a:pt x="49854" y="19151"/>
                      <a:pt x="51124" y="28041"/>
                    </a:cubicBezTo>
                    <a:cubicBezTo>
                      <a:pt x="51124" y="35661"/>
                      <a:pt x="43504" y="44551"/>
                      <a:pt x="37154" y="48361"/>
                    </a:cubicBezTo>
                    <a:cubicBezTo>
                      <a:pt x="29534" y="50901"/>
                      <a:pt x="13024" y="48361"/>
                      <a:pt x="6674" y="43281"/>
                    </a:cubicBezTo>
                    <a:cubicBezTo>
                      <a:pt x="1594" y="38201"/>
                      <a:pt x="-946" y="26771"/>
                      <a:pt x="324" y="20421"/>
                    </a:cubicBezTo>
                    <a:cubicBezTo>
                      <a:pt x="2864" y="12801"/>
                      <a:pt x="15564" y="101"/>
                      <a:pt x="24454" y="101"/>
                    </a:cubicBezTo>
                    <a:cubicBezTo>
                      <a:pt x="32074" y="101"/>
                      <a:pt x="43504" y="6451"/>
                      <a:pt x="49854" y="17881"/>
                    </a:cubicBezTo>
                    <a:cubicBezTo>
                      <a:pt x="66364" y="45821"/>
                      <a:pt x="73984" y="176631"/>
                      <a:pt x="60014" y="209651"/>
                    </a:cubicBezTo>
                    <a:cubicBezTo>
                      <a:pt x="54934" y="224891"/>
                      <a:pt x="40964" y="235051"/>
                      <a:pt x="32074" y="235051"/>
                    </a:cubicBezTo>
                    <a:cubicBezTo>
                      <a:pt x="24454" y="235051"/>
                      <a:pt x="9214" y="209651"/>
                      <a:pt x="9214" y="209651"/>
                    </a:cubicBezTo>
                  </a:path>
                </a:pathLst>
              </a:custGeom>
              <a:solidFill>
                <a:srgbClr val="004068"/>
              </a:solidFill>
              <a:ln cap="sq">
                <a:noFill/>
                <a:prstDash val="solid"/>
                <a:miter/>
              </a:ln>
            </p:spPr>
          </p:sp>
        </p:grpSp>
        <p:grpSp>
          <p:nvGrpSpPr>
            <p:cNvPr id="76" name="Group 76"/>
            <p:cNvGrpSpPr/>
            <p:nvPr/>
          </p:nvGrpSpPr>
          <p:grpSpPr>
            <a:xfrm>
              <a:off x="20320" y="290830"/>
              <a:ext cx="297180" cy="336550"/>
              <a:chOff x="0" y="0"/>
              <a:chExt cx="297180" cy="336550"/>
            </a:xfrm>
          </p:grpSpPr>
          <p:sp>
            <p:nvSpPr>
              <p:cNvPr id="77" name="Freeform 77"/>
              <p:cNvSpPr/>
              <p:nvPr/>
            </p:nvSpPr>
            <p:spPr>
              <a:xfrm>
                <a:off x="50771" y="49030"/>
                <a:ext cx="195150" cy="236860"/>
              </a:xfrm>
              <a:custGeom>
                <a:avLst/>
                <a:gdLst/>
                <a:ahLst/>
                <a:cxnLst/>
                <a:rect l="l" t="t" r="r" b="b"/>
                <a:pathLst>
                  <a:path w="195150" h="236860">
                    <a:moveTo>
                      <a:pt x="33049" y="191000"/>
                    </a:moveTo>
                    <a:cubicBezTo>
                      <a:pt x="157509" y="155440"/>
                      <a:pt x="161319" y="180840"/>
                      <a:pt x="157509" y="183380"/>
                    </a:cubicBezTo>
                    <a:cubicBezTo>
                      <a:pt x="148619" y="189730"/>
                      <a:pt x="17809" y="76700"/>
                      <a:pt x="5109" y="42410"/>
                    </a:cubicBezTo>
                    <a:cubicBezTo>
                      <a:pt x="29" y="27170"/>
                      <a:pt x="5109" y="10660"/>
                      <a:pt x="11459" y="4310"/>
                    </a:cubicBezTo>
                    <a:cubicBezTo>
                      <a:pt x="16539" y="500"/>
                      <a:pt x="26699" y="-2040"/>
                      <a:pt x="34319" y="3040"/>
                    </a:cubicBezTo>
                    <a:cubicBezTo>
                      <a:pt x="57179" y="14470"/>
                      <a:pt x="113059" y="112260"/>
                      <a:pt x="113059" y="142740"/>
                    </a:cubicBezTo>
                    <a:cubicBezTo>
                      <a:pt x="113059" y="157980"/>
                      <a:pt x="101629" y="170680"/>
                      <a:pt x="94009" y="175760"/>
                    </a:cubicBezTo>
                    <a:cubicBezTo>
                      <a:pt x="88929" y="179570"/>
                      <a:pt x="81309" y="180840"/>
                      <a:pt x="77499" y="178300"/>
                    </a:cubicBezTo>
                    <a:cubicBezTo>
                      <a:pt x="73689" y="174490"/>
                      <a:pt x="68609" y="156710"/>
                      <a:pt x="72419" y="152900"/>
                    </a:cubicBezTo>
                    <a:cubicBezTo>
                      <a:pt x="76229" y="147820"/>
                      <a:pt x="104169" y="150360"/>
                      <a:pt x="110519" y="157980"/>
                    </a:cubicBezTo>
                    <a:cubicBezTo>
                      <a:pt x="116869" y="164330"/>
                      <a:pt x="116869" y="188460"/>
                      <a:pt x="110519" y="196080"/>
                    </a:cubicBezTo>
                    <a:cubicBezTo>
                      <a:pt x="101629" y="203700"/>
                      <a:pt x="64799" y="201160"/>
                      <a:pt x="54639" y="193540"/>
                    </a:cubicBezTo>
                    <a:cubicBezTo>
                      <a:pt x="45749" y="188460"/>
                      <a:pt x="40669" y="175760"/>
                      <a:pt x="41939" y="166870"/>
                    </a:cubicBezTo>
                    <a:cubicBezTo>
                      <a:pt x="41939" y="156710"/>
                      <a:pt x="50829" y="144010"/>
                      <a:pt x="59719" y="136390"/>
                    </a:cubicBezTo>
                    <a:cubicBezTo>
                      <a:pt x="71149" y="127500"/>
                      <a:pt x="95279" y="117340"/>
                      <a:pt x="107979" y="118610"/>
                    </a:cubicBezTo>
                    <a:cubicBezTo>
                      <a:pt x="116869" y="119880"/>
                      <a:pt x="129569" y="127500"/>
                      <a:pt x="130839" y="135120"/>
                    </a:cubicBezTo>
                    <a:cubicBezTo>
                      <a:pt x="133379" y="144010"/>
                      <a:pt x="127029" y="163060"/>
                      <a:pt x="119409" y="166870"/>
                    </a:cubicBezTo>
                    <a:cubicBezTo>
                      <a:pt x="110519" y="170680"/>
                      <a:pt x="95279" y="164330"/>
                      <a:pt x="81309" y="157980"/>
                    </a:cubicBezTo>
                    <a:cubicBezTo>
                      <a:pt x="58449" y="146550"/>
                      <a:pt x="8919" y="117340"/>
                      <a:pt x="1299" y="97020"/>
                    </a:cubicBezTo>
                    <a:cubicBezTo>
                      <a:pt x="-2511" y="85590"/>
                      <a:pt x="2569" y="65270"/>
                      <a:pt x="10189" y="60190"/>
                    </a:cubicBezTo>
                    <a:cubicBezTo>
                      <a:pt x="16539" y="56380"/>
                      <a:pt x="27969" y="58920"/>
                      <a:pt x="38129" y="62730"/>
                    </a:cubicBezTo>
                    <a:cubicBezTo>
                      <a:pt x="57179" y="71620"/>
                      <a:pt x="97819" y="105910"/>
                      <a:pt x="106709" y="124960"/>
                    </a:cubicBezTo>
                    <a:cubicBezTo>
                      <a:pt x="111789" y="135120"/>
                      <a:pt x="113059" y="146550"/>
                      <a:pt x="109249" y="152900"/>
                    </a:cubicBezTo>
                    <a:cubicBezTo>
                      <a:pt x="104169" y="160520"/>
                      <a:pt x="83849" y="168140"/>
                      <a:pt x="77499" y="164330"/>
                    </a:cubicBezTo>
                    <a:cubicBezTo>
                      <a:pt x="66069" y="157980"/>
                      <a:pt x="58449" y="98290"/>
                      <a:pt x="68609" y="90670"/>
                    </a:cubicBezTo>
                    <a:cubicBezTo>
                      <a:pt x="80039" y="83050"/>
                      <a:pt x="143539" y="113530"/>
                      <a:pt x="153699" y="131310"/>
                    </a:cubicBezTo>
                    <a:cubicBezTo>
                      <a:pt x="158779" y="141470"/>
                      <a:pt x="156239" y="161790"/>
                      <a:pt x="151159" y="168140"/>
                    </a:cubicBezTo>
                    <a:cubicBezTo>
                      <a:pt x="144809" y="173220"/>
                      <a:pt x="127029" y="173220"/>
                      <a:pt x="119409" y="169410"/>
                    </a:cubicBezTo>
                    <a:cubicBezTo>
                      <a:pt x="114329" y="165600"/>
                      <a:pt x="109249" y="155440"/>
                      <a:pt x="109249" y="147820"/>
                    </a:cubicBezTo>
                    <a:cubicBezTo>
                      <a:pt x="109249" y="141470"/>
                      <a:pt x="114329" y="131310"/>
                      <a:pt x="120679" y="127500"/>
                    </a:cubicBezTo>
                    <a:cubicBezTo>
                      <a:pt x="125759" y="123690"/>
                      <a:pt x="137189" y="122420"/>
                      <a:pt x="143539" y="124960"/>
                    </a:cubicBezTo>
                    <a:cubicBezTo>
                      <a:pt x="151159" y="127500"/>
                      <a:pt x="157509" y="136390"/>
                      <a:pt x="158779" y="142740"/>
                    </a:cubicBezTo>
                    <a:cubicBezTo>
                      <a:pt x="161319" y="150360"/>
                      <a:pt x="157509" y="160520"/>
                      <a:pt x="152429" y="165600"/>
                    </a:cubicBezTo>
                    <a:cubicBezTo>
                      <a:pt x="147349" y="170680"/>
                      <a:pt x="138459" y="174490"/>
                      <a:pt x="129569" y="173220"/>
                    </a:cubicBezTo>
                    <a:cubicBezTo>
                      <a:pt x="115599" y="170680"/>
                      <a:pt x="77499" y="144010"/>
                      <a:pt x="77499" y="133850"/>
                    </a:cubicBezTo>
                    <a:cubicBezTo>
                      <a:pt x="78769" y="127500"/>
                      <a:pt x="100359" y="114800"/>
                      <a:pt x="105439" y="117340"/>
                    </a:cubicBezTo>
                    <a:cubicBezTo>
                      <a:pt x="110519" y="121150"/>
                      <a:pt x="114329" y="145280"/>
                      <a:pt x="109249" y="152900"/>
                    </a:cubicBezTo>
                    <a:cubicBezTo>
                      <a:pt x="104169" y="160520"/>
                      <a:pt x="88929" y="166870"/>
                      <a:pt x="77499" y="164330"/>
                    </a:cubicBezTo>
                    <a:cubicBezTo>
                      <a:pt x="55909" y="160520"/>
                      <a:pt x="7649" y="118610"/>
                      <a:pt x="1299" y="97020"/>
                    </a:cubicBezTo>
                    <a:cubicBezTo>
                      <a:pt x="-2511" y="84320"/>
                      <a:pt x="2569" y="65270"/>
                      <a:pt x="10189" y="60190"/>
                    </a:cubicBezTo>
                    <a:cubicBezTo>
                      <a:pt x="15269" y="56380"/>
                      <a:pt x="24159" y="56380"/>
                      <a:pt x="33049" y="60190"/>
                    </a:cubicBezTo>
                    <a:cubicBezTo>
                      <a:pt x="55909" y="67810"/>
                      <a:pt x="125759" y="113530"/>
                      <a:pt x="130839" y="135120"/>
                    </a:cubicBezTo>
                    <a:cubicBezTo>
                      <a:pt x="134649" y="146550"/>
                      <a:pt x="127029" y="159250"/>
                      <a:pt x="119409" y="166870"/>
                    </a:cubicBezTo>
                    <a:cubicBezTo>
                      <a:pt x="111789" y="174490"/>
                      <a:pt x="87659" y="184650"/>
                      <a:pt x="83849" y="180840"/>
                    </a:cubicBezTo>
                    <a:cubicBezTo>
                      <a:pt x="80039" y="178300"/>
                      <a:pt x="88929" y="152900"/>
                      <a:pt x="94009" y="150360"/>
                    </a:cubicBezTo>
                    <a:cubicBezTo>
                      <a:pt x="100359" y="149090"/>
                      <a:pt x="115599" y="160520"/>
                      <a:pt x="118139" y="168140"/>
                    </a:cubicBezTo>
                    <a:cubicBezTo>
                      <a:pt x="120679" y="175760"/>
                      <a:pt x="116869" y="189730"/>
                      <a:pt x="110519" y="196080"/>
                    </a:cubicBezTo>
                    <a:cubicBezTo>
                      <a:pt x="100359" y="203700"/>
                      <a:pt x="67339" y="201160"/>
                      <a:pt x="53369" y="194810"/>
                    </a:cubicBezTo>
                    <a:cubicBezTo>
                      <a:pt x="40669" y="188460"/>
                      <a:pt x="27969" y="171950"/>
                      <a:pt x="26699" y="161790"/>
                    </a:cubicBezTo>
                    <a:cubicBezTo>
                      <a:pt x="26699" y="152900"/>
                      <a:pt x="31779" y="140200"/>
                      <a:pt x="40669" y="135120"/>
                    </a:cubicBezTo>
                    <a:cubicBezTo>
                      <a:pt x="53369" y="126230"/>
                      <a:pt x="95279" y="126230"/>
                      <a:pt x="106709" y="132580"/>
                    </a:cubicBezTo>
                    <a:cubicBezTo>
                      <a:pt x="111789" y="136390"/>
                      <a:pt x="114329" y="142740"/>
                      <a:pt x="114329" y="149090"/>
                    </a:cubicBezTo>
                    <a:cubicBezTo>
                      <a:pt x="113059" y="156710"/>
                      <a:pt x="102899" y="173220"/>
                      <a:pt x="94009" y="175760"/>
                    </a:cubicBezTo>
                    <a:cubicBezTo>
                      <a:pt x="85119" y="178300"/>
                      <a:pt x="72419" y="173220"/>
                      <a:pt x="60989" y="163060"/>
                    </a:cubicBezTo>
                    <a:cubicBezTo>
                      <a:pt x="39399" y="142740"/>
                      <a:pt x="-1241" y="58920"/>
                      <a:pt x="29" y="30980"/>
                    </a:cubicBezTo>
                    <a:cubicBezTo>
                      <a:pt x="29" y="18280"/>
                      <a:pt x="10189" y="5580"/>
                      <a:pt x="16539" y="1770"/>
                    </a:cubicBezTo>
                    <a:cubicBezTo>
                      <a:pt x="21619" y="-770"/>
                      <a:pt x="26699" y="-770"/>
                      <a:pt x="34319" y="3040"/>
                    </a:cubicBezTo>
                    <a:cubicBezTo>
                      <a:pt x="63529" y="14470"/>
                      <a:pt x="187989" y="118610"/>
                      <a:pt x="194339" y="155440"/>
                    </a:cubicBezTo>
                    <a:cubicBezTo>
                      <a:pt x="198149" y="171950"/>
                      <a:pt x="187989" y="187190"/>
                      <a:pt x="175289" y="196080"/>
                    </a:cubicBezTo>
                    <a:cubicBezTo>
                      <a:pt x="161319" y="207510"/>
                      <a:pt x="125759" y="201160"/>
                      <a:pt x="105439" y="208780"/>
                    </a:cubicBezTo>
                    <a:cubicBezTo>
                      <a:pt x="86389" y="215130"/>
                      <a:pt x="68609" y="236720"/>
                      <a:pt x="53369" y="236720"/>
                    </a:cubicBezTo>
                    <a:cubicBezTo>
                      <a:pt x="41939" y="237990"/>
                      <a:pt x="26699" y="230370"/>
                      <a:pt x="22889" y="222750"/>
                    </a:cubicBezTo>
                    <a:cubicBezTo>
                      <a:pt x="20349" y="215130"/>
                      <a:pt x="33049" y="191000"/>
                      <a:pt x="33049" y="191000"/>
                    </a:cubicBezTo>
                  </a:path>
                </a:pathLst>
              </a:custGeom>
              <a:solidFill>
                <a:srgbClr val="004068"/>
              </a:solidFill>
              <a:ln cap="sq">
                <a:noFill/>
                <a:prstDash val="solid"/>
                <a:miter/>
              </a:ln>
            </p:spPr>
          </p:sp>
        </p:grpSp>
      </p:grpSp>
      <p:grpSp>
        <p:nvGrpSpPr>
          <p:cNvPr id="78" name="Group 78"/>
          <p:cNvGrpSpPr/>
          <p:nvPr/>
        </p:nvGrpSpPr>
        <p:grpSpPr>
          <a:xfrm>
            <a:off x="1617345" y="6177915"/>
            <a:ext cx="994410" cy="149542"/>
            <a:chOff x="0" y="0"/>
            <a:chExt cx="1325880" cy="199390"/>
          </a:xfrm>
        </p:grpSpPr>
        <p:sp>
          <p:nvSpPr>
            <p:cNvPr id="79" name="Freeform 79"/>
            <p:cNvSpPr/>
            <p:nvPr/>
          </p:nvSpPr>
          <p:spPr>
            <a:xfrm>
              <a:off x="50800" y="41849"/>
              <a:ext cx="1224280" cy="112845"/>
            </a:xfrm>
            <a:custGeom>
              <a:avLst/>
              <a:gdLst/>
              <a:ahLst/>
              <a:cxnLst/>
              <a:rect l="l" t="t" r="r" b="b"/>
              <a:pathLst>
                <a:path w="1224280" h="112845">
                  <a:moveTo>
                    <a:pt x="25400" y="54671"/>
                  </a:moveTo>
                  <a:cubicBezTo>
                    <a:pt x="506730" y="49591"/>
                    <a:pt x="1112520" y="-25339"/>
                    <a:pt x="1198880" y="8951"/>
                  </a:cubicBezTo>
                  <a:cubicBezTo>
                    <a:pt x="1215390" y="15301"/>
                    <a:pt x="1224280" y="26731"/>
                    <a:pt x="1224280" y="35621"/>
                  </a:cubicBezTo>
                  <a:cubicBezTo>
                    <a:pt x="1223010" y="43241"/>
                    <a:pt x="1203960" y="58481"/>
                    <a:pt x="1195070" y="58481"/>
                  </a:cubicBezTo>
                  <a:cubicBezTo>
                    <a:pt x="1188720" y="59751"/>
                    <a:pt x="1178560" y="52131"/>
                    <a:pt x="1176020" y="45781"/>
                  </a:cubicBezTo>
                  <a:cubicBezTo>
                    <a:pt x="1172210" y="38161"/>
                    <a:pt x="1174750" y="20381"/>
                    <a:pt x="1181100" y="15301"/>
                  </a:cubicBezTo>
                  <a:cubicBezTo>
                    <a:pt x="1187450" y="10221"/>
                    <a:pt x="1203960" y="8951"/>
                    <a:pt x="1211580" y="11491"/>
                  </a:cubicBezTo>
                  <a:cubicBezTo>
                    <a:pt x="1217930" y="15301"/>
                    <a:pt x="1224280" y="25461"/>
                    <a:pt x="1224280" y="33081"/>
                  </a:cubicBezTo>
                  <a:cubicBezTo>
                    <a:pt x="1223010" y="40701"/>
                    <a:pt x="1216660" y="52131"/>
                    <a:pt x="1206500" y="58481"/>
                  </a:cubicBezTo>
                  <a:cubicBezTo>
                    <a:pt x="1192530" y="66101"/>
                    <a:pt x="1173480" y="61021"/>
                    <a:pt x="1137920" y="63561"/>
                  </a:cubicBezTo>
                  <a:cubicBezTo>
                    <a:pt x="1014730" y="72451"/>
                    <a:pt x="497840" y="100391"/>
                    <a:pt x="294640" y="105471"/>
                  </a:cubicBezTo>
                  <a:cubicBezTo>
                    <a:pt x="180340" y="108011"/>
                    <a:pt x="66040" y="120711"/>
                    <a:pt x="25400" y="105471"/>
                  </a:cubicBezTo>
                  <a:cubicBezTo>
                    <a:pt x="11430" y="100391"/>
                    <a:pt x="1270" y="91501"/>
                    <a:pt x="0" y="82611"/>
                  </a:cubicBezTo>
                  <a:cubicBezTo>
                    <a:pt x="0" y="74991"/>
                    <a:pt x="25400" y="54671"/>
                    <a:pt x="25400" y="54671"/>
                  </a:cubicBezTo>
                </a:path>
              </a:pathLst>
            </a:custGeom>
            <a:solidFill>
              <a:srgbClr val="004068"/>
            </a:solidFill>
            <a:ln cap="sq">
              <a:noFill/>
              <a:prstDash val="solid"/>
              <a:miter/>
            </a:ln>
          </p:spPr>
        </p:sp>
      </p:grpSp>
      <p:grpSp>
        <p:nvGrpSpPr>
          <p:cNvPr id="80" name="Group 80"/>
          <p:cNvGrpSpPr/>
          <p:nvPr/>
        </p:nvGrpSpPr>
        <p:grpSpPr>
          <a:xfrm>
            <a:off x="11290958" y="5098256"/>
            <a:ext cx="1022985" cy="127635"/>
            <a:chOff x="0" y="0"/>
            <a:chExt cx="1363980" cy="170180"/>
          </a:xfrm>
        </p:grpSpPr>
        <p:sp>
          <p:nvSpPr>
            <p:cNvPr id="81" name="Freeform 81"/>
            <p:cNvSpPr/>
            <p:nvPr/>
          </p:nvSpPr>
          <p:spPr>
            <a:xfrm>
              <a:off x="50743" y="47104"/>
              <a:ext cx="1262437" cy="83607"/>
            </a:xfrm>
            <a:custGeom>
              <a:avLst/>
              <a:gdLst/>
              <a:ahLst/>
              <a:cxnLst/>
              <a:rect l="l" t="t" r="r" b="b"/>
              <a:pathLst>
                <a:path w="1262437" h="83607">
                  <a:moveTo>
                    <a:pt x="19107" y="21476"/>
                  </a:moveTo>
                  <a:cubicBezTo>
                    <a:pt x="121977" y="1156"/>
                    <a:pt x="168967" y="3696"/>
                    <a:pt x="247707" y="3696"/>
                  </a:cubicBezTo>
                  <a:cubicBezTo>
                    <a:pt x="439477" y="2426"/>
                    <a:pt x="1148137" y="-10274"/>
                    <a:pt x="1237037" y="20206"/>
                  </a:cubicBezTo>
                  <a:cubicBezTo>
                    <a:pt x="1252277" y="25286"/>
                    <a:pt x="1258627" y="31636"/>
                    <a:pt x="1261167" y="39256"/>
                  </a:cubicBezTo>
                  <a:cubicBezTo>
                    <a:pt x="1263707" y="45606"/>
                    <a:pt x="1261167" y="57036"/>
                    <a:pt x="1256087" y="62116"/>
                  </a:cubicBezTo>
                  <a:cubicBezTo>
                    <a:pt x="1251007" y="68466"/>
                    <a:pt x="1234497" y="71006"/>
                    <a:pt x="1226877" y="68466"/>
                  </a:cubicBezTo>
                  <a:cubicBezTo>
                    <a:pt x="1219257" y="65926"/>
                    <a:pt x="1212907" y="57036"/>
                    <a:pt x="1211637" y="49416"/>
                  </a:cubicBezTo>
                  <a:cubicBezTo>
                    <a:pt x="1210367" y="43066"/>
                    <a:pt x="1214177" y="31636"/>
                    <a:pt x="1219257" y="27826"/>
                  </a:cubicBezTo>
                  <a:cubicBezTo>
                    <a:pt x="1225607" y="22746"/>
                    <a:pt x="1243387" y="20206"/>
                    <a:pt x="1249737" y="24016"/>
                  </a:cubicBezTo>
                  <a:cubicBezTo>
                    <a:pt x="1256087" y="26556"/>
                    <a:pt x="1262437" y="36716"/>
                    <a:pt x="1262437" y="44336"/>
                  </a:cubicBezTo>
                  <a:cubicBezTo>
                    <a:pt x="1262437" y="51956"/>
                    <a:pt x="1258627" y="62116"/>
                    <a:pt x="1244657" y="69736"/>
                  </a:cubicBezTo>
                  <a:cubicBezTo>
                    <a:pt x="1167187" y="110376"/>
                    <a:pt x="459797" y="48146"/>
                    <a:pt x="247707" y="54496"/>
                  </a:cubicBezTo>
                  <a:cubicBezTo>
                    <a:pt x="147377" y="57036"/>
                    <a:pt x="62287" y="82436"/>
                    <a:pt x="26727" y="71006"/>
                  </a:cubicBezTo>
                  <a:cubicBezTo>
                    <a:pt x="11487" y="65926"/>
                    <a:pt x="1327" y="58306"/>
                    <a:pt x="57" y="49416"/>
                  </a:cubicBezTo>
                  <a:cubicBezTo>
                    <a:pt x="-1213" y="41796"/>
                    <a:pt x="19107" y="21476"/>
                    <a:pt x="19107" y="21476"/>
                  </a:cubicBezTo>
                </a:path>
              </a:pathLst>
            </a:custGeom>
            <a:solidFill>
              <a:srgbClr val="004068"/>
            </a:solidFill>
            <a:ln cap="sq">
              <a:noFill/>
              <a:prstDash val="solid"/>
              <a:miter/>
            </a:ln>
          </p:spPr>
        </p:sp>
      </p:grpSp>
      <p:grpSp>
        <p:nvGrpSpPr>
          <p:cNvPr id="82" name="Group 82"/>
          <p:cNvGrpSpPr/>
          <p:nvPr/>
        </p:nvGrpSpPr>
        <p:grpSpPr>
          <a:xfrm>
            <a:off x="12245363" y="5157311"/>
            <a:ext cx="161925" cy="824865"/>
            <a:chOff x="0" y="0"/>
            <a:chExt cx="215900" cy="1099820"/>
          </a:xfrm>
        </p:grpSpPr>
        <p:sp>
          <p:nvSpPr>
            <p:cNvPr id="83" name="Freeform 83"/>
            <p:cNvSpPr/>
            <p:nvPr/>
          </p:nvSpPr>
          <p:spPr>
            <a:xfrm>
              <a:off x="44852" y="50662"/>
              <a:ext cx="124517" cy="997088"/>
            </a:xfrm>
            <a:custGeom>
              <a:avLst/>
              <a:gdLst/>
              <a:ahLst/>
              <a:cxnLst/>
              <a:rect l="l" t="t" r="r" b="b"/>
              <a:pathLst>
                <a:path w="124517" h="997088">
                  <a:moveTo>
                    <a:pt x="56748" y="24268"/>
                  </a:moveTo>
                  <a:cubicBezTo>
                    <a:pt x="61828" y="250328"/>
                    <a:pt x="80878" y="326528"/>
                    <a:pt x="87228" y="402728"/>
                  </a:cubicBezTo>
                  <a:cubicBezTo>
                    <a:pt x="92308" y="484008"/>
                    <a:pt x="84688" y="566558"/>
                    <a:pt x="89768" y="654188"/>
                  </a:cubicBezTo>
                  <a:cubicBezTo>
                    <a:pt x="94848" y="754518"/>
                    <a:pt x="138028" y="925968"/>
                    <a:pt x="120248" y="971688"/>
                  </a:cubicBezTo>
                  <a:cubicBezTo>
                    <a:pt x="115168" y="986928"/>
                    <a:pt x="102468" y="997088"/>
                    <a:pt x="93578" y="997088"/>
                  </a:cubicBezTo>
                  <a:cubicBezTo>
                    <a:pt x="85958" y="997088"/>
                    <a:pt x="71988" y="984388"/>
                    <a:pt x="70718" y="976768"/>
                  </a:cubicBezTo>
                  <a:cubicBezTo>
                    <a:pt x="69448" y="967878"/>
                    <a:pt x="82148" y="947558"/>
                    <a:pt x="91038" y="946288"/>
                  </a:cubicBezTo>
                  <a:cubicBezTo>
                    <a:pt x="99928" y="945018"/>
                    <a:pt x="118978" y="960258"/>
                    <a:pt x="120248" y="969148"/>
                  </a:cubicBezTo>
                  <a:cubicBezTo>
                    <a:pt x="121518" y="976768"/>
                    <a:pt x="105008" y="995818"/>
                    <a:pt x="96118" y="997088"/>
                  </a:cubicBezTo>
                  <a:cubicBezTo>
                    <a:pt x="88498" y="997088"/>
                    <a:pt x="77068" y="986928"/>
                    <a:pt x="69448" y="971688"/>
                  </a:cubicBezTo>
                  <a:cubicBezTo>
                    <a:pt x="47858" y="925968"/>
                    <a:pt x="44048" y="753248"/>
                    <a:pt x="38968" y="654188"/>
                  </a:cubicBezTo>
                  <a:cubicBezTo>
                    <a:pt x="33888" y="567828"/>
                    <a:pt x="41508" y="489088"/>
                    <a:pt x="36428" y="409078"/>
                  </a:cubicBezTo>
                  <a:cubicBezTo>
                    <a:pt x="31348" y="331608"/>
                    <a:pt x="11028" y="252868"/>
                    <a:pt x="5948" y="184288"/>
                  </a:cubicBezTo>
                  <a:cubicBezTo>
                    <a:pt x="3408" y="124598"/>
                    <a:pt x="-6752" y="45858"/>
                    <a:pt x="7218" y="19188"/>
                  </a:cubicBezTo>
                  <a:cubicBezTo>
                    <a:pt x="13568" y="6488"/>
                    <a:pt x="26268" y="-1132"/>
                    <a:pt x="35158" y="138"/>
                  </a:cubicBezTo>
                  <a:cubicBezTo>
                    <a:pt x="42778" y="138"/>
                    <a:pt x="56748" y="24268"/>
                    <a:pt x="56748" y="24268"/>
                  </a:cubicBezTo>
                </a:path>
              </a:pathLst>
            </a:custGeom>
            <a:solidFill>
              <a:srgbClr val="004068"/>
            </a:solidFill>
            <a:ln cap="sq">
              <a:noFill/>
              <a:prstDash val="solid"/>
              <a:miter/>
            </a:ln>
          </p:spPr>
        </p:sp>
      </p:grpSp>
      <p:grpSp>
        <p:nvGrpSpPr>
          <p:cNvPr id="84" name="Group 84"/>
          <p:cNvGrpSpPr/>
          <p:nvPr/>
        </p:nvGrpSpPr>
        <p:grpSpPr>
          <a:xfrm>
            <a:off x="11256668" y="5262086"/>
            <a:ext cx="160972" cy="929640"/>
            <a:chOff x="0" y="0"/>
            <a:chExt cx="214630" cy="1239520"/>
          </a:xfrm>
        </p:grpSpPr>
        <p:sp>
          <p:nvSpPr>
            <p:cNvPr id="85" name="Freeform 85"/>
            <p:cNvSpPr/>
            <p:nvPr/>
          </p:nvSpPr>
          <p:spPr>
            <a:xfrm>
              <a:off x="49774" y="50739"/>
              <a:ext cx="113651" cy="1137981"/>
            </a:xfrm>
            <a:custGeom>
              <a:avLst/>
              <a:gdLst/>
              <a:ahLst/>
              <a:cxnLst/>
              <a:rect l="l" t="t" r="r" b="b"/>
              <a:pathLst>
                <a:path w="113651" h="1137981">
                  <a:moveTo>
                    <a:pt x="50556" y="16571"/>
                  </a:moveTo>
                  <a:cubicBezTo>
                    <a:pt x="72146" y="148651"/>
                    <a:pt x="59446" y="375981"/>
                    <a:pt x="67066" y="453451"/>
                  </a:cubicBezTo>
                  <a:cubicBezTo>
                    <a:pt x="69606" y="489011"/>
                    <a:pt x="77226" y="495361"/>
                    <a:pt x="81036" y="529651"/>
                  </a:cubicBezTo>
                  <a:cubicBezTo>
                    <a:pt x="88656" y="607121"/>
                    <a:pt x="74686" y="791271"/>
                    <a:pt x="82306" y="896681"/>
                  </a:cubicBezTo>
                  <a:cubicBezTo>
                    <a:pt x="88656" y="979231"/>
                    <a:pt x="119136" y="1078291"/>
                    <a:pt x="112786" y="1112581"/>
                  </a:cubicBezTo>
                  <a:cubicBezTo>
                    <a:pt x="111516" y="1124011"/>
                    <a:pt x="107706" y="1130361"/>
                    <a:pt x="101356" y="1132901"/>
                  </a:cubicBezTo>
                  <a:cubicBezTo>
                    <a:pt x="95006" y="1136711"/>
                    <a:pt x="77226" y="1135441"/>
                    <a:pt x="70876" y="1131631"/>
                  </a:cubicBezTo>
                  <a:cubicBezTo>
                    <a:pt x="64526" y="1126551"/>
                    <a:pt x="60716" y="1115121"/>
                    <a:pt x="61986" y="1108771"/>
                  </a:cubicBezTo>
                  <a:cubicBezTo>
                    <a:pt x="64526" y="1101151"/>
                    <a:pt x="75956" y="1088451"/>
                    <a:pt x="83576" y="1087181"/>
                  </a:cubicBezTo>
                  <a:cubicBezTo>
                    <a:pt x="92466" y="1085911"/>
                    <a:pt x="107706" y="1094801"/>
                    <a:pt x="111516" y="1101151"/>
                  </a:cubicBezTo>
                  <a:cubicBezTo>
                    <a:pt x="114056" y="1107501"/>
                    <a:pt x="112786" y="1120201"/>
                    <a:pt x="108976" y="1125281"/>
                  </a:cubicBezTo>
                  <a:cubicBezTo>
                    <a:pt x="105166" y="1131631"/>
                    <a:pt x="95006" y="1137981"/>
                    <a:pt x="88656" y="1137981"/>
                  </a:cubicBezTo>
                  <a:cubicBezTo>
                    <a:pt x="81036" y="1136711"/>
                    <a:pt x="70876" y="1131631"/>
                    <a:pt x="63256" y="1120201"/>
                  </a:cubicBezTo>
                  <a:cubicBezTo>
                    <a:pt x="44206" y="1088451"/>
                    <a:pt x="37856" y="981771"/>
                    <a:pt x="31506" y="897951"/>
                  </a:cubicBezTo>
                  <a:cubicBezTo>
                    <a:pt x="23886" y="791271"/>
                    <a:pt x="37856" y="609661"/>
                    <a:pt x="30236" y="533461"/>
                  </a:cubicBezTo>
                  <a:cubicBezTo>
                    <a:pt x="27696" y="497901"/>
                    <a:pt x="20076" y="491551"/>
                    <a:pt x="16266" y="455991"/>
                  </a:cubicBezTo>
                  <a:cubicBezTo>
                    <a:pt x="9916" y="381061"/>
                    <a:pt x="22616" y="177861"/>
                    <a:pt x="14996" y="104201"/>
                  </a:cubicBezTo>
                  <a:cubicBezTo>
                    <a:pt x="11186" y="68641"/>
                    <a:pt x="-4054" y="45781"/>
                    <a:pt x="1026" y="26731"/>
                  </a:cubicBezTo>
                  <a:cubicBezTo>
                    <a:pt x="3566" y="15301"/>
                    <a:pt x="12456" y="2601"/>
                    <a:pt x="21346" y="61"/>
                  </a:cubicBezTo>
                  <a:cubicBezTo>
                    <a:pt x="28966" y="-1209"/>
                    <a:pt x="50556" y="17841"/>
                    <a:pt x="50556" y="17841"/>
                  </a:cubicBezTo>
                </a:path>
              </a:pathLst>
            </a:custGeom>
            <a:solidFill>
              <a:srgbClr val="004068"/>
            </a:solidFill>
            <a:ln cap="sq">
              <a:noFill/>
              <a:prstDash val="solid"/>
              <a:miter/>
            </a:ln>
          </p:spPr>
        </p:sp>
      </p:grpSp>
      <p:grpSp>
        <p:nvGrpSpPr>
          <p:cNvPr id="86" name="Group 86"/>
          <p:cNvGrpSpPr/>
          <p:nvPr/>
        </p:nvGrpSpPr>
        <p:grpSpPr>
          <a:xfrm>
            <a:off x="11414783" y="5212556"/>
            <a:ext cx="321945" cy="358140"/>
            <a:chOff x="0" y="0"/>
            <a:chExt cx="429260" cy="477520"/>
          </a:xfrm>
        </p:grpSpPr>
        <p:sp>
          <p:nvSpPr>
            <p:cNvPr id="87" name="Freeform 87"/>
            <p:cNvSpPr/>
            <p:nvPr/>
          </p:nvSpPr>
          <p:spPr>
            <a:xfrm>
              <a:off x="46037" y="50663"/>
              <a:ext cx="332149" cy="377507"/>
            </a:xfrm>
            <a:custGeom>
              <a:avLst/>
              <a:gdLst/>
              <a:ahLst/>
              <a:cxnLst/>
              <a:rect l="l" t="t" r="r" b="b"/>
              <a:pathLst>
                <a:path w="332149" h="377507">
                  <a:moveTo>
                    <a:pt x="23813" y="345577"/>
                  </a:moveTo>
                  <a:cubicBezTo>
                    <a:pt x="39053" y="147457"/>
                    <a:pt x="-317" y="62367"/>
                    <a:pt x="6033" y="29347"/>
                  </a:cubicBezTo>
                  <a:cubicBezTo>
                    <a:pt x="7303" y="15377"/>
                    <a:pt x="14923" y="2677"/>
                    <a:pt x="22543" y="137"/>
                  </a:cubicBezTo>
                  <a:cubicBezTo>
                    <a:pt x="30163" y="-1133"/>
                    <a:pt x="47943" y="7757"/>
                    <a:pt x="55563" y="19187"/>
                  </a:cubicBezTo>
                  <a:cubicBezTo>
                    <a:pt x="68263" y="42047"/>
                    <a:pt x="50483" y="122057"/>
                    <a:pt x="59373" y="148727"/>
                  </a:cubicBezTo>
                  <a:cubicBezTo>
                    <a:pt x="63183" y="161427"/>
                    <a:pt x="68263" y="169047"/>
                    <a:pt x="75883" y="176667"/>
                  </a:cubicBezTo>
                  <a:cubicBezTo>
                    <a:pt x="82233" y="183017"/>
                    <a:pt x="93663" y="191907"/>
                    <a:pt x="98743" y="189367"/>
                  </a:cubicBezTo>
                  <a:cubicBezTo>
                    <a:pt x="112713" y="180477"/>
                    <a:pt x="82233" y="52207"/>
                    <a:pt x="97473" y="25537"/>
                  </a:cubicBezTo>
                  <a:cubicBezTo>
                    <a:pt x="103823" y="11567"/>
                    <a:pt x="120333" y="3947"/>
                    <a:pt x="129223" y="3947"/>
                  </a:cubicBezTo>
                  <a:cubicBezTo>
                    <a:pt x="135573" y="5217"/>
                    <a:pt x="141923" y="11567"/>
                    <a:pt x="147003" y="20457"/>
                  </a:cubicBezTo>
                  <a:cubicBezTo>
                    <a:pt x="155893" y="36967"/>
                    <a:pt x="157163" y="81417"/>
                    <a:pt x="168593" y="109357"/>
                  </a:cubicBezTo>
                  <a:cubicBezTo>
                    <a:pt x="177483" y="136027"/>
                    <a:pt x="190183" y="163967"/>
                    <a:pt x="206693" y="183017"/>
                  </a:cubicBezTo>
                  <a:cubicBezTo>
                    <a:pt x="219393" y="199527"/>
                    <a:pt x="234633" y="213497"/>
                    <a:pt x="252413" y="221117"/>
                  </a:cubicBezTo>
                  <a:cubicBezTo>
                    <a:pt x="272733" y="228737"/>
                    <a:pt x="310833" y="216037"/>
                    <a:pt x="322263" y="226197"/>
                  </a:cubicBezTo>
                  <a:cubicBezTo>
                    <a:pt x="329883" y="233817"/>
                    <a:pt x="331153" y="256677"/>
                    <a:pt x="326073" y="263027"/>
                  </a:cubicBezTo>
                  <a:cubicBezTo>
                    <a:pt x="320993" y="269377"/>
                    <a:pt x="303213" y="273187"/>
                    <a:pt x="295593" y="269377"/>
                  </a:cubicBezTo>
                  <a:cubicBezTo>
                    <a:pt x="289243" y="266837"/>
                    <a:pt x="282893" y="257947"/>
                    <a:pt x="281623" y="250327"/>
                  </a:cubicBezTo>
                  <a:cubicBezTo>
                    <a:pt x="281623" y="242707"/>
                    <a:pt x="289243" y="227467"/>
                    <a:pt x="295593" y="223657"/>
                  </a:cubicBezTo>
                  <a:cubicBezTo>
                    <a:pt x="303213" y="219847"/>
                    <a:pt x="320993" y="224927"/>
                    <a:pt x="326073" y="230007"/>
                  </a:cubicBezTo>
                  <a:cubicBezTo>
                    <a:pt x="331153" y="235087"/>
                    <a:pt x="333693" y="246517"/>
                    <a:pt x="331153" y="254137"/>
                  </a:cubicBezTo>
                  <a:cubicBezTo>
                    <a:pt x="329883" y="260487"/>
                    <a:pt x="323533" y="266837"/>
                    <a:pt x="314643" y="270647"/>
                  </a:cubicBezTo>
                  <a:cubicBezTo>
                    <a:pt x="300673" y="276997"/>
                    <a:pt x="267653" y="278267"/>
                    <a:pt x="244793" y="270647"/>
                  </a:cubicBezTo>
                  <a:cubicBezTo>
                    <a:pt x="218123" y="261757"/>
                    <a:pt x="185103" y="235087"/>
                    <a:pt x="166053" y="214767"/>
                  </a:cubicBezTo>
                  <a:cubicBezTo>
                    <a:pt x="150813" y="196987"/>
                    <a:pt x="141923" y="180477"/>
                    <a:pt x="131763" y="157617"/>
                  </a:cubicBezTo>
                  <a:cubicBezTo>
                    <a:pt x="120333" y="129677"/>
                    <a:pt x="106363" y="82687"/>
                    <a:pt x="101283" y="57287"/>
                  </a:cubicBezTo>
                  <a:cubicBezTo>
                    <a:pt x="98743" y="42047"/>
                    <a:pt x="94933" y="28077"/>
                    <a:pt x="98743" y="19187"/>
                  </a:cubicBezTo>
                  <a:cubicBezTo>
                    <a:pt x="102553" y="11567"/>
                    <a:pt x="115253" y="3947"/>
                    <a:pt x="122873" y="3947"/>
                  </a:cubicBezTo>
                  <a:cubicBezTo>
                    <a:pt x="130493" y="2677"/>
                    <a:pt x="139383" y="9027"/>
                    <a:pt x="143193" y="14107"/>
                  </a:cubicBezTo>
                  <a:cubicBezTo>
                    <a:pt x="149543" y="21727"/>
                    <a:pt x="150813" y="31887"/>
                    <a:pt x="152083" y="47127"/>
                  </a:cubicBezTo>
                  <a:cubicBezTo>
                    <a:pt x="155893" y="78877"/>
                    <a:pt x="158433" y="169047"/>
                    <a:pt x="149543" y="199527"/>
                  </a:cubicBezTo>
                  <a:cubicBezTo>
                    <a:pt x="145733" y="213497"/>
                    <a:pt x="139383" y="221117"/>
                    <a:pt x="131763" y="227467"/>
                  </a:cubicBezTo>
                  <a:cubicBezTo>
                    <a:pt x="124143" y="233817"/>
                    <a:pt x="113983" y="240167"/>
                    <a:pt x="101283" y="240167"/>
                  </a:cubicBezTo>
                  <a:cubicBezTo>
                    <a:pt x="84773" y="240167"/>
                    <a:pt x="58103" y="230007"/>
                    <a:pt x="41593" y="214767"/>
                  </a:cubicBezTo>
                  <a:cubicBezTo>
                    <a:pt x="22543" y="195717"/>
                    <a:pt x="11113" y="157617"/>
                    <a:pt x="4763" y="127137"/>
                  </a:cubicBezTo>
                  <a:cubicBezTo>
                    <a:pt x="-1587" y="94117"/>
                    <a:pt x="-1587" y="45857"/>
                    <a:pt x="4763" y="24267"/>
                  </a:cubicBezTo>
                  <a:cubicBezTo>
                    <a:pt x="8573" y="12837"/>
                    <a:pt x="14923" y="2677"/>
                    <a:pt x="22543" y="137"/>
                  </a:cubicBezTo>
                  <a:cubicBezTo>
                    <a:pt x="31433" y="-1133"/>
                    <a:pt x="45403" y="6487"/>
                    <a:pt x="55563" y="19187"/>
                  </a:cubicBezTo>
                  <a:cubicBezTo>
                    <a:pt x="77153" y="49667"/>
                    <a:pt x="91123" y="157617"/>
                    <a:pt x="92393" y="218577"/>
                  </a:cubicBezTo>
                  <a:cubicBezTo>
                    <a:pt x="93663" y="270647"/>
                    <a:pt x="87313" y="345577"/>
                    <a:pt x="69533" y="365897"/>
                  </a:cubicBezTo>
                  <a:cubicBezTo>
                    <a:pt x="61913" y="376057"/>
                    <a:pt x="45403" y="379867"/>
                    <a:pt x="37783" y="376057"/>
                  </a:cubicBezTo>
                  <a:cubicBezTo>
                    <a:pt x="30163" y="372247"/>
                    <a:pt x="23813" y="345577"/>
                    <a:pt x="23813" y="345577"/>
                  </a:cubicBezTo>
                </a:path>
              </a:pathLst>
            </a:custGeom>
            <a:solidFill>
              <a:srgbClr val="004068"/>
            </a:solidFill>
            <a:ln cap="sq">
              <a:noFill/>
              <a:prstDash val="solid"/>
              <a:miter/>
            </a:ln>
          </p:spPr>
        </p:sp>
      </p:grpSp>
      <p:grpSp>
        <p:nvGrpSpPr>
          <p:cNvPr id="88" name="Group 88"/>
          <p:cNvGrpSpPr/>
          <p:nvPr/>
        </p:nvGrpSpPr>
        <p:grpSpPr>
          <a:xfrm>
            <a:off x="11667195" y="5258276"/>
            <a:ext cx="239078" cy="214312"/>
            <a:chOff x="0" y="0"/>
            <a:chExt cx="318770" cy="285750"/>
          </a:xfrm>
        </p:grpSpPr>
        <p:sp>
          <p:nvSpPr>
            <p:cNvPr id="89" name="Freeform 89"/>
            <p:cNvSpPr/>
            <p:nvPr/>
          </p:nvSpPr>
          <p:spPr>
            <a:xfrm>
              <a:off x="50800" y="48001"/>
              <a:ext cx="217170" cy="192047"/>
            </a:xfrm>
            <a:custGeom>
              <a:avLst/>
              <a:gdLst/>
              <a:ahLst/>
              <a:cxnLst/>
              <a:rect l="l" t="t" r="r" b="b"/>
              <a:pathLst>
                <a:path w="217170" h="192047">
                  <a:moveTo>
                    <a:pt x="111760" y="72649"/>
                  </a:moveTo>
                  <a:cubicBezTo>
                    <a:pt x="105410" y="51059"/>
                    <a:pt x="63500" y="43439"/>
                    <a:pt x="53340" y="52329"/>
                  </a:cubicBezTo>
                  <a:cubicBezTo>
                    <a:pt x="43180" y="61219"/>
                    <a:pt x="45720" y="99319"/>
                    <a:pt x="50800" y="113289"/>
                  </a:cubicBezTo>
                  <a:cubicBezTo>
                    <a:pt x="55880" y="122179"/>
                    <a:pt x="60960" y="125989"/>
                    <a:pt x="72390" y="131069"/>
                  </a:cubicBezTo>
                  <a:cubicBezTo>
                    <a:pt x="97790" y="139959"/>
                    <a:pt x="189230" y="125989"/>
                    <a:pt x="207010" y="141229"/>
                  </a:cubicBezTo>
                  <a:cubicBezTo>
                    <a:pt x="215900" y="147579"/>
                    <a:pt x="218440" y="162819"/>
                    <a:pt x="215900" y="170439"/>
                  </a:cubicBezTo>
                  <a:cubicBezTo>
                    <a:pt x="212090" y="178059"/>
                    <a:pt x="196850" y="186949"/>
                    <a:pt x="189230" y="185679"/>
                  </a:cubicBezTo>
                  <a:cubicBezTo>
                    <a:pt x="181610" y="185679"/>
                    <a:pt x="172720" y="179329"/>
                    <a:pt x="170180" y="172979"/>
                  </a:cubicBezTo>
                  <a:cubicBezTo>
                    <a:pt x="166370" y="166629"/>
                    <a:pt x="165100" y="155199"/>
                    <a:pt x="170180" y="148849"/>
                  </a:cubicBezTo>
                  <a:cubicBezTo>
                    <a:pt x="175260" y="142499"/>
                    <a:pt x="196850" y="136149"/>
                    <a:pt x="205740" y="138689"/>
                  </a:cubicBezTo>
                  <a:cubicBezTo>
                    <a:pt x="212090" y="142499"/>
                    <a:pt x="217170" y="152659"/>
                    <a:pt x="217170" y="160279"/>
                  </a:cubicBezTo>
                  <a:cubicBezTo>
                    <a:pt x="217170" y="167899"/>
                    <a:pt x="210820" y="179329"/>
                    <a:pt x="200660" y="185679"/>
                  </a:cubicBezTo>
                  <a:cubicBezTo>
                    <a:pt x="176530" y="197109"/>
                    <a:pt x="87630" y="192029"/>
                    <a:pt x="53340" y="179329"/>
                  </a:cubicBezTo>
                  <a:cubicBezTo>
                    <a:pt x="31750" y="170439"/>
                    <a:pt x="13970" y="153929"/>
                    <a:pt x="6350" y="141229"/>
                  </a:cubicBezTo>
                  <a:cubicBezTo>
                    <a:pt x="1270" y="132339"/>
                    <a:pt x="1270" y="124719"/>
                    <a:pt x="0" y="113289"/>
                  </a:cubicBezTo>
                  <a:cubicBezTo>
                    <a:pt x="0" y="96779"/>
                    <a:pt x="0" y="70109"/>
                    <a:pt x="5080" y="52329"/>
                  </a:cubicBezTo>
                  <a:cubicBezTo>
                    <a:pt x="11430" y="35819"/>
                    <a:pt x="17780" y="15499"/>
                    <a:pt x="30480" y="7879"/>
                  </a:cubicBezTo>
                  <a:cubicBezTo>
                    <a:pt x="45720" y="-2281"/>
                    <a:pt x="76200" y="-1011"/>
                    <a:pt x="96520" y="2799"/>
                  </a:cubicBezTo>
                  <a:cubicBezTo>
                    <a:pt x="115570" y="6609"/>
                    <a:pt x="140970" y="15499"/>
                    <a:pt x="151130" y="30739"/>
                  </a:cubicBezTo>
                  <a:cubicBezTo>
                    <a:pt x="160020" y="44709"/>
                    <a:pt x="162560" y="80269"/>
                    <a:pt x="156210" y="90429"/>
                  </a:cubicBezTo>
                  <a:cubicBezTo>
                    <a:pt x="151130" y="96779"/>
                    <a:pt x="134620" y="99319"/>
                    <a:pt x="128270" y="96779"/>
                  </a:cubicBezTo>
                  <a:cubicBezTo>
                    <a:pt x="120650" y="94239"/>
                    <a:pt x="111760" y="72649"/>
                    <a:pt x="111760" y="72649"/>
                  </a:cubicBezTo>
                </a:path>
              </a:pathLst>
            </a:custGeom>
            <a:solidFill>
              <a:srgbClr val="004068"/>
            </a:solidFill>
            <a:ln cap="sq">
              <a:noFill/>
              <a:prstDash val="solid"/>
              <a:miter/>
            </a:ln>
          </p:spPr>
        </p:sp>
      </p:grpSp>
      <p:grpSp>
        <p:nvGrpSpPr>
          <p:cNvPr id="90" name="Group 90"/>
          <p:cNvGrpSpPr/>
          <p:nvPr/>
        </p:nvGrpSpPr>
        <p:grpSpPr>
          <a:xfrm>
            <a:off x="11487173" y="5698331"/>
            <a:ext cx="207645" cy="290512"/>
            <a:chOff x="0" y="0"/>
            <a:chExt cx="276860" cy="387350"/>
          </a:xfrm>
        </p:grpSpPr>
        <p:sp>
          <p:nvSpPr>
            <p:cNvPr id="91" name="Freeform 91"/>
            <p:cNvSpPr/>
            <p:nvPr/>
          </p:nvSpPr>
          <p:spPr>
            <a:xfrm>
              <a:off x="43825" y="49305"/>
              <a:ext cx="182693" cy="287245"/>
            </a:xfrm>
            <a:custGeom>
              <a:avLst/>
              <a:gdLst/>
              <a:ahLst/>
              <a:cxnLst/>
              <a:rect l="l" t="t" r="r" b="b"/>
              <a:pathLst>
                <a:path w="182693" h="287245">
                  <a:moveTo>
                    <a:pt x="57775" y="67535"/>
                  </a:moveTo>
                  <a:cubicBezTo>
                    <a:pt x="61585" y="275815"/>
                    <a:pt x="47615" y="287245"/>
                    <a:pt x="38725" y="287245"/>
                  </a:cubicBezTo>
                  <a:cubicBezTo>
                    <a:pt x="31105" y="285975"/>
                    <a:pt x="22215" y="275815"/>
                    <a:pt x="15865" y="261845"/>
                  </a:cubicBezTo>
                  <a:cubicBezTo>
                    <a:pt x="1895" y="222475"/>
                    <a:pt x="-3185" y="45945"/>
                    <a:pt x="14595" y="15465"/>
                  </a:cubicBezTo>
                  <a:cubicBezTo>
                    <a:pt x="20945" y="5305"/>
                    <a:pt x="27295" y="4035"/>
                    <a:pt x="38725" y="1495"/>
                  </a:cubicBezTo>
                  <a:cubicBezTo>
                    <a:pt x="56505" y="-2315"/>
                    <a:pt x="94605" y="1495"/>
                    <a:pt x="118735" y="9115"/>
                  </a:cubicBezTo>
                  <a:cubicBezTo>
                    <a:pt x="140325" y="16735"/>
                    <a:pt x="168265" y="33245"/>
                    <a:pt x="177155" y="45945"/>
                  </a:cubicBezTo>
                  <a:cubicBezTo>
                    <a:pt x="182235" y="54835"/>
                    <a:pt x="183505" y="62455"/>
                    <a:pt x="182235" y="71345"/>
                  </a:cubicBezTo>
                  <a:cubicBezTo>
                    <a:pt x="180965" y="82775"/>
                    <a:pt x="178425" y="95475"/>
                    <a:pt x="168265" y="105635"/>
                  </a:cubicBezTo>
                  <a:cubicBezTo>
                    <a:pt x="149215" y="124685"/>
                    <a:pt x="76825" y="155165"/>
                    <a:pt x="55235" y="152625"/>
                  </a:cubicBezTo>
                  <a:cubicBezTo>
                    <a:pt x="46345" y="151355"/>
                    <a:pt x="39995" y="143735"/>
                    <a:pt x="36185" y="137385"/>
                  </a:cubicBezTo>
                  <a:cubicBezTo>
                    <a:pt x="33645" y="131035"/>
                    <a:pt x="33645" y="118335"/>
                    <a:pt x="38725" y="113255"/>
                  </a:cubicBezTo>
                  <a:cubicBezTo>
                    <a:pt x="43805" y="106905"/>
                    <a:pt x="66665" y="103095"/>
                    <a:pt x="74285" y="106905"/>
                  </a:cubicBezTo>
                  <a:cubicBezTo>
                    <a:pt x="80635" y="109445"/>
                    <a:pt x="85715" y="120875"/>
                    <a:pt x="85715" y="127225"/>
                  </a:cubicBezTo>
                  <a:cubicBezTo>
                    <a:pt x="85715" y="134845"/>
                    <a:pt x="80635" y="145005"/>
                    <a:pt x="74285" y="148815"/>
                  </a:cubicBezTo>
                  <a:cubicBezTo>
                    <a:pt x="66665" y="152625"/>
                    <a:pt x="48885" y="151355"/>
                    <a:pt x="43805" y="146275"/>
                  </a:cubicBezTo>
                  <a:cubicBezTo>
                    <a:pt x="37455" y="141195"/>
                    <a:pt x="32375" y="124685"/>
                    <a:pt x="37455" y="115795"/>
                  </a:cubicBezTo>
                  <a:cubicBezTo>
                    <a:pt x="43805" y="103095"/>
                    <a:pt x="88255" y="98015"/>
                    <a:pt x="100955" y="86585"/>
                  </a:cubicBezTo>
                  <a:cubicBezTo>
                    <a:pt x="109845" y="80235"/>
                    <a:pt x="118735" y="70075"/>
                    <a:pt x="117465" y="63725"/>
                  </a:cubicBezTo>
                  <a:cubicBezTo>
                    <a:pt x="113655" y="53565"/>
                    <a:pt x="70475" y="34515"/>
                    <a:pt x="57775" y="43405"/>
                  </a:cubicBezTo>
                  <a:cubicBezTo>
                    <a:pt x="34915" y="61185"/>
                    <a:pt x="81905" y="226285"/>
                    <a:pt x="66665" y="261845"/>
                  </a:cubicBezTo>
                  <a:cubicBezTo>
                    <a:pt x="60315" y="277085"/>
                    <a:pt x="47615" y="287245"/>
                    <a:pt x="38725" y="287245"/>
                  </a:cubicBezTo>
                  <a:cubicBezTo>
                    <a:pt x="31105" y="287245"/>
                    <a:pt x="22215" y="279625"/>
                    <a:pt x="17135" y="268195"/>
                  </a:cubicBezTo>
                  <a:cubicBezTo>
                    <a:pt x="1895" y="237715"/>
                    <a:pt x="-6995" y="100555"/>
                    <a:pt x="6975" y="67535"/>
                  </a:cubicBezTo>
                  <a:cubicBezTo>
                    <a:pt x="13325" y="52295"/>
                    <a:pt x="27295" y="42135"/>
                    <a:pt x="36185" y="42135"/>
                  </a:cubicBezTo>
                  <a:cubicBezTo>
                    <a:pt x="43805" y="42135"/>
                    <a:pt x="57775" y="67535"/>
                    <a:pt x="57775" y="67535"/>
                  </a:cubicBezTo>
                </a:path>
              </a:pathLst>
            </a:custGeom>
            <a:solidFill>
              <a:srgbClr val="004068"/>
            </a:solidFill>
            <a:ln cap="sq">
              <a:noFill/>
              <a:prstDash val="solid"/>
              <a:miter/>
            </a:ln>
          </p:spPr>
        </p:sp>
      </p:grpSp>
      <p:grpSp>
        <p:nvGrpSpPr>
          <p:cNvPr id="92" name="Group 92"/>
          <p:cNvGrpSpPr/>
          <p:nvPr/>
        </p:nvGrpSpPr>
        <p:grpSpPr>
          <a:xfrm>
            <a:off x="11681483" y="5721191"/>
            <a:ext cx="131445" cy="266700"/>
            <a:chOff x="0" y="0"/>
            <a:chExt cx="175260" cy="355600"/>
          </a:xfrm>
        </p:grpSpPr>
        <p:sp>
          <p:nvSpPr>
            <p:cNvPr id="93" name="Freeform 93"/>
            <p:cNvSpPr/>
            <p:nvPr/>
          </p:nvSpPr>
          <p:spPr>
            <a:xfrm>
              <a:off x="46176" y="50800"/>
              <a:ext cx="78406" cy="253365"/>
            </a:xfrm>
            <a:custGeom>
              <a:avLst/>
              <a:gdLst/>
              <a:ahLst/>
              <a:cxnLst/>
              <a:rect l="l" t="t" r="r" b="b"/>
              <a:pathLst>
                <a:path w="78406" h="253365">
                  <a:moveTo>
                    <a:pt x="55424" y="21590"/>
                  </a:moveTo>
                  <a:cubicBezTo>
                    <a:pt x="74474" y="241300"/>
                    <a:pt x="68124" y="251460"/>
                    <a:pt x="60504" y="252730"/>
                  </a:cubicBezTo>
                  <a:cubicBezTo>
                    <a:pt x="51614" y="255270"/>
                    <a:pt x="30024" y="242570"/>
                    <a:pt x="27484" y="234950"/>
                  </a:cubicBezTo>
                  <a:cubicBezTo>
                    <a:pt x="26214" y="226060"/>
                    <a:pt x="40184" y="205740"/>
                    <a:pt x="47804" y="204470"/>
                  </a:cubicBezTo>
                  <a:cubicBezTo>
                    <a:pt x="56694" y="201930"/>
                    <a:pt x="75744" y="217170"/>
                    <a:pt x="78284" y="226060"/>
                  </a:cubicBezTo>
                  <a:cubicBezTo>
                    <a:pt x="79554" y="233680"/>
                    <a:pt x="70664" y="250190"/>
                    <a:pt x="63044" y="252730"/>
                  </a:cubicBezTo>
                  <a:cubicBezTo>
                    <a:pt x="54154" y="255270"/>
                    <a:pt x="37644" y="250190"/>
                    <a:pt x="28754" y="237490"/>
                  </a:cubicBezTo>
                  <a:cubicBezTo>
                    <a:pt x="7164" y="208280"/>
                    <a:pt x="-8076" y="57150"/>
                    <a:pt x="4624" y="22860"/>
                  </a:cubicBezTo>
                  <a:cubicBezTo>
                    <a:pt x="9704" y="10160"/>
                    <a:pt x="21134" y="0"/>
                    <a:pt x="28754" y="0"/>
                  </a:cubicBezTo>
                  <a:cubicBezTo>
                    <a:pt x="37644" y="0"/>
                    <a:pt x="55424" y="21590"/>
                    <a:pt x="55424" y="21590"/>
                  </a:cubicBezTo>
                </a:path>
              </a:pathLst>
            </a:custGeom>
            <a:solidFill>
              <a:srgbClr val="004068"/>
            </a:solidFill>
            <a:ln cap="sq">
              <a:noFill/>
              <a:prstDash val="solid"/>
              <a:miter/>
            </a:ln>
          </p:spPr>
        </p:sp>
      </p:grpSp>
      <p:grpSp>
        <p:nvGrpSpPr>
          <p:cNvPr id="94" name="Group 94"/>
          <p:cNvGrpSpPr/>
          <p:nvPr/>
        </p:nvGrpSpPr>
        <p:grpSpPr>
          <a:xfrm>
            <a:off x="11693865" y="5656421"/>
            <a:ext cx="111442" cy="108585"/>
            <a:chOff x="0" y="0"/>
            <a:chExt cx="148590" cy="144780"/>
          </a:xfrm>
        </p:grpSpPr>
        <p:sp>
          <p:nvSpPr>
            <p:cNvPr id="95" name="Freeform 95"/>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04068"/>
            </a:solidFill>
            <a:ln cap="sq">
              <a:noFill/>
              <a:prstDash val="solid"/>
              <a:miter/>
            </a:ln>
          </p:spPr>
        </p:sp>
      </p:grpSp>
      <p:grpSp>
        <p:nvGrpSpPr>
          <p:cNvPr id="96" name="Group 96"/>
          <p:cNvGrpSpPr/>
          <p:nvPr/>
        </p:nvGrpSpPr>
        <p:grpSpPr>
          <a:xfrm>
            <a:off x="11896748" y="5725954"/>
            <a:ext cx="214312" cy="272415"/>
            <a:chOff x="0" y="0"/>
            <a:chExt cx="285750" cy="363220"/>
          </a:xfrm>
        </p:grpSpPr>
        <p:sp>
          <p:nvSpPr>
            <p:cNvPr id="97" name="Freeform 97"/>
            <p:cNvSpPr/>
            <p:nvPr/>
          </p:nvSpPr>
          <p:spPr>
            <a:xfrm>
              <a:off x="46091" y="50637"/>
              <a:ext cx="190684" cy="262007"/>
            </a:xfrm>
            <a:custGeom>
              <a:avLst/>
              <a:gdLst/>
              <a:ahLst/>
              <a:cxnLst/>
              <a:rect l="l" t="t" r="r" b="b"/>
              <a:pathLst>
                <a:path w="190684" h="262007">
                  <a:moveTo>
                    <a:pt x="54239" y="70013"/>
                  </a:moveTo>
                  <a:cubicBezTo>
                    <a:pt x="64399" y="246543"/>
                    <a:pt x="59319" y="252893"/>
                    <a:pt x="52969" y="255433"/>
                  </a:cubicBezTo>
                  <a:cubicBezTo>
                    <a:pt x="45349" y="257973"/>
                    <a:pt x="31379" y="256703"/>
                    <a:pt x="23759" y="249083"/>
                  </a:cubicBezTo>
                  <a:cubicBezTo>
                    <a:pt x="4709" y="226223"/>
                    <a:pt x="3439" y="85253"/>
                    <a:pt x="8519" y="47153"/>
                  </a:cubicBezTo>
                  <a:cubicBezTo>
                    <a:pt x="11059" y="31913"/>
                    <a:pt x="13599" y="21753"/>
                    <a:pt x="19949" y="14133"/>
                  </a:cubicBezTo>
                  <a:cubicBezTo>
                    <a:pt x="25029" y="7783"/>
                    <a:pt x="33919" y="1433"/>
                    <a:pt x="42809" y="163"/>
                  </a:cubicBezTo>
                  <a:cubicBezTo>
                    <a:pt x="54239" y="-1107"/>
                    <a:pt x="68209" y="5243"/>
                    <a:pt x="82179" y="12863"/>
                  </a:cubicBezTo>
                  <a:cubicBezTo>
                    <a:pt x="101229" y="25563"/>
                    <a:pt x="125359" y="49693"/>
                    <a:pt x="141869" y="72553"/>
                  </a:cubicBezTo>
                  <a:cubicBezTo>
                    <a:pt x="158379" y="96683"/>
                    <a:pt x="172349" y="124623"/>
                    <a:pt x="179969" y="152563"/>
                  </a:cubicBezTo>
                  <a:cubicBezTo>
                    <a:pt x="187589" y="179233"/>
                    <a:pt x="193939" y="217333"/>
                    <a:pt x="188859" y="236383"/>
                  </a:cubicBezTo>
                  <a:cubicBezTo>
                    <a:pt x="185049" y="247813"/>
                    <a:pt x="177429" y="259243"/>
                    <a:pt x="169809" y="261783"/>
                  </a:cubicBezTo>
                  <a:cubicBezTo>
                    <a:pt x="162189" y="263053"/>
                    <a:pt x="145679" y="257973"/>
                    <a:pt x="141869" y="250353"/>
                  </a:cubicBezTo>
                  <a:cubicBezTo>
                    <a:pt x="136789" y="242733"/>
                    <a:pt x="143139" y="218603"/>
                    <a:pt x="150759" y="214793"/>
                  </a:cubicBezTo>
                  <a:cubicBezTo>
                    <a:pt x="158379" y="210983"/>
                    <a:pt x="182509" y="218603"/>
                    <a:pt x="186319" y="226223"/>
                  </a:cubicBezTo>
                  <a:cubicBezTo>
                    <a:pt x="190129" y="233843"/>
                    <a:pt x="179969" y="256703"/>
                    <a:pt x="172349" y="260513"/>
                  </a:cubicBezTo>
                  <a:cubicBezTo>
                    <a:pt x="165999" y="264323"/>
                    <a:pt x="150759" y="260513"/>
                    <a:pt x="143139" y="252893"/>
                  </a:cubicBezTo>
                  <a:cubicBezTo>
                    <a:pt x="130439" y="237653"/>
                    <a:pt x="140599" y="188123"/>
                    <a:pt x="127899" y="156373"/>
                  </a:cubicBezTo>
                  <a:cubicBezTo>
                    <a:pt x="113929" y="119543"/>
                    <a:pt x="70749" y="43343"/>
                    <a:pt x="59319" y="47153"/>
                  </a:cubicBezTo>
                  <a:cubicBezTo>
                    <a:pt x="45349" y="52233"/>
                    <a:pt x="79639" y="207173"/>
                    <a:pt x="68209" y="236383"/>
                  </a:cubicBezTo>
                  <a:cubicBezTo>
                    <a:pt x="63129" y="249083"/>
                    <a:pt x="54239" y="255433"/>
                    <a:pt x="46619" y="256703"/>
                  </a:cubicBezTo>
                  <a:cubicBezTo>
                    <a:pt x="40269" y="257973"/>
                    <a:pt x="30109" y="256703"/>
                    <a:pt x="23759" y="249083"/>
                  </a:cubicBezTo>
                  <a:cubicBezTo>
                    <a:pt x="7249" y="227493"/>
                    <a:pt x="-7991" y="92873"/>
                    <a:pt x="4709" y="63663"/>
                  </a:cubicBezTo>
                  <a:cubicBezTo>
                    <a:pt x="9789" y="52233"/>
                    <a:pt x="23759" y="44613"/>
                    <a:pt x="32649" y="44613"/>
                  </a:cubicBezTo>
                  <a:cubicBezTo>
                    <a:pt x="40269" y="45883"/>
                    <a:pt x="54239" y="70013"/>
                    <a:pt x="54239" y="70013"/>
                  </a:cubicBezTo>
                </a:path>
              </a:pathLst>
            </a:custGeom>
            <a:solidFill>
              <a:srgbClr val="004068"/>
            </a:solidFill>
            <a:ln cap="sq">
              <a:noFill/>
              <a:prstDash val="solid"/>
              <a:miter/>
            </a:ln>
          </p:spPr>
        </p:sp>
      </p:grpSp>
      <p:grpSp>
        <p:nvGrpSpPr>
          <p:cNvPr id="98" name="Group 98"/>
          <p:cNvGrpSpPr/>
          <p:nvPr/>
        </p:nvGrpSpPr>
        <p:grpSpPr>
          <a:xfrm>
            <a:off x="12301560" y="5447824"/>
            <a:ext cx="1181100" cy="128588"/>
            <a:chOff x="0" y="0"/>
            <a:chExt cx="1574800" cy="171450"/>
          </a:xfrm>
        </p:grpSpPr>
        <p:sp>
          <p:nvSpPr>
            <p:cNvPr id="99" name="Freeform 99"/>
            <p:cNvSpPr/>
            <p:nvPr/>
          </p:nvSpPr>
          <p:spPr>
            <a:xfrm>
              <a:off x="50641" y="39409"/>
              <a:ext cx="1473359" cy="87962"/>
            </a:xfrm>
            <a:custGeom>
              <a:avLst/>
              <a:gdLst/>
              <a:ahLst/>
              <a:cxnLst/>
              <a:rect l="l" t="t" r="r" b="b"/>
              <a:pathLst>
                <a:path w="1473359" h="87962">
                  <a:moveTo>
                    <a:pt x="25559" y="25361"/>
                  </a:moveTo>
                  <a:cubicBezTo>
                    <a:pt x="919639" y="27901"/>
                    <a:pt x="1369219" y="-21629"/>
                    <a:pt x="1447959" y="11391"/>
                  </a:cubicBezTo>
                  <a:cubicBezTo>
                    <a:pt x="1464469" y="19011"/>
                    <a:pt x="1473359" y="29171"/>
                    <a:pt x="1473359" y="38061"/>
                  </a:cubicBezTo>
                  <a:cubicBezTo>
                    <a:pt x="1472089" y="46951"/>
                    <a:pt x="1453039" y="63461"/>
                    <a:pt x="1444149" y="62191"/>
                  </a:cubicBezTo>
                  <a:cubicBezTo>
                    <a:pt x="1436529" y="60921"/>
                    <a:pt x="1421289" y="40601"/>
                    <a:pt x="1422559" y="32981"/>
                  </a:cubicBezTo>
                  <a:cubicBezTo>
                    <a:pt x="1423829" y="24091"/>
                    <a:pt x="1444149" y="11391"/>
                    <a:pt x="1453039" y="11391"/>
                  </a:cubicBezTo>
                  <a:cubicBezTo>
                    <a:pt x="1460659" y="12661"/>
                    <a:pt x="1473359" y="27901"/>
                    <a:pt x="1473359" y="35521"/>
                  </a:cubicBezTo>
                  <a:cubicBezTo>
                    <a:pt x="1472089" y="44411"/>
                    <a:pt x="1464469" y="54571"/>
                    <a:pt x="1447959" y="62191"/>
                  </a:cubicBezTo>
                  <a:cubicBezTo>
                    <a:pt x="1350169" y="105371"/>
                    <a:pt x="580549" y="81241"/>
                    <a:pt x="324009" y="81241"/>
                  </a:cubicBezTo>
                  <a:cubicBezTo>
                    <a:pt x="190659" y="81241"/>
                    <a:pt x="58579" y="96481"/>
                    <a:pt x="19209" y="74891"/>
                  </a:cubicBezTo>
                  <a:cubicBezTo>
                    <a:pt x="5239" y="68541"/>
                    <a:pt x="-1111" y="55841"/>
                    <a:pt x="159" y="46951"/>
                  </a:cubicBezTo>
                  <a:cubicBezTo>
                    <a:pt x="1429" y="39331"/>
                    <a:pt x="25559" y="25361"/>
                    <a:pt x="25559" y="25361"/>
                  </a:cubicBezTo>
                </a:path>
              </a:pathLst>
            </a:custGeom>
            <a:solidFill>
              <a:srgbClr val="004068"/>
            </a:solidFill>
            <a:ln cap="sq">
              <a:noFill/>
              <a:prstDash val="solid"/>
              <a:miter/>
            </a:ln>
          </p:spPr>
        </p:sp>
      </p:grpSp>
      <p:grpSp>
        <p:nvGrpSpPr>
          <p:cNvPr id="100" name="Group 100"/>
          <p:cNvGrpSpPr/>
          <p:nvPr/>
        </p:nvGrpSpPr>
        <p:grpSpPr>
          <a:xfrm>
            <a:off x="11366205" y="6044089"/>
            <a:ext cx="994410" cy="149542"/>
            <a:chOff x="0" y="0"/>
            <a:chExt cx="1325880" cy="199390"/>
          </a:xfrm>
        </p:grpSpPr>
        <p:sp>
          <p:nvSpPr>
            <p:cNvPr id="101" name="Freeform 101"/>
            <p:cNvSpPr/>
            <p:nvPr/>
          </p:nvSpPr>
          <p:spPr>
            <a:xfrm>
              <a:off x="50800" y="41849"/>
              <a:ext cx="1224280" cy="112845"/>
            </a:xfrm>
            <a:custGeom>
              <a:avLst/>
              <a:gdLst/>
              <a:ahLst/>
              <a:cxnLst/>
              <a:rect l="l" t="t" r="r" b="b"/>
              <a:pathLst>
                <a:path w="1224280" h="112845">
                  <a:moveTo>
                    <a:pt x="25400" y="54671"/>
                  </a:moveTo>
                  <a:cubicBezTo>
                    <a:pt x="506730" y="49591"/>
                    <a:pt x="1112520" y="-25339"/>
                    <a:pt x="1198880" y="8951"/>
                  </a:cubicBezTo>
                  <a:cubicBezTo>
                    <a:pt x="1215390" y="15301"/>
                    <a:pt x="1224280" y="26731"/>
                    <a:pt x="1224280" y="35621"/>
                  </a:cubicBezTo>
                  <a:cubicBezTo>
                    <a:pt x="1223010" y="43241"/>
                    <a:pt x="1203960" y="58481"/>
                    <a:pt x="1195070" y="58481"/>
                  </a:cubicBezTo>
                  <a:cubicBezTo>
                    <a:pt x="1188720" y="59751"/>
                    <a:pt x="1178560" y="52131"/>
                    <a:pt x="1176020" y="45781"/>
                  </a:cubicBezTo>
                  <a:cubicBezTo>
                    <a:pt x="1172210" y="38161"/>
                    <a:pt x="1174750" y="20381"/>
                    <a:pt x="1181100" y="15301"/>
                  </a:cubicBezTo>
                  <a:cubicBezTo>
                    <a:pt x="1187450" y="10221"/>
                    <a:pt x="1203960" y="8951"/>
                    <a:pt x="1211580" y="11491"/>
                  </a:cubicBezTo>
                  <a:cubicBezTo>
                    <a:pt x="1217930" y="15301"/>
                    <a:pt x="1224280" y="25461"/>
                    <a:pt x="1224280" y="33081"/>
                  </a:cubicBezTo>
                  <a:cubicBezTo>
                    <a:pt x="1223010" y="40701"/>
                    <a:pt x="1216660" y="52131"/>
                    <a:pt x="1206500" y="58481"/>
                  </a:cubicBezTo>
                  <a:cubicBezTo>
                    <a:pt x="1192530" y="66101"/>
                    <a:pt x="1173480" y="61021"/>
                    <a:pt x="1137920" y="63561"/>
                  </a:cubicBezTo>
                  <a:cubicBezTo>
                    <a:pt x="1014730" y="72451"/>
                    <a:pt x="497840" y="100391"/>
                    <a:pt x="294640" y="105471"/>
                  </a:cubicBezTo>
                  <a:cubicBezTo>
                    <a:pt x="180340" y="108011"/>
                    <a:pt x="66040" y="120711"/>
                    <a:pt x="25400" y="105471"/>
                  </a:cubicBezTo>
                  <a:cubicBezTo>
                    <a:pt x="11430" y="100391"/>
                    <a:pt x="1270" y="91501"/>
                    <a:pt x="0" y="82611"/>
                  </a:cubicBezTo>
                  <a:cubicBezTo>
                    <a:pt x="0" y="74991"/>
                    <a:pt x="25400" y="54671"/>
                    <a:pt x="25400" y="54671"/>
                  </a:cubicBezTo>
                </a:path>
              </a:pathLst>
            </a:custGeom>
            <a:solidFill>
              <a:srgbClr val="004068"/>
            </a:solidFill>
            <a:ln cap="sq">
              <a:noFill/>
              <a:prstDash val="solid"/>
              <a:miter/>
            </a:ln>
          </p:spPr>
        </p:sp>
      </p:grpSp>
      <p:grpSp>
        <p:nvGrpSpPr>
          <p:cNvPr id="102" name="Group 102"/>
          <p:cNvGrpSpPr/>
          <p:nvPr/>
        </p:nvGrpSpPr>
        <p:grpSpPr>
          <a:xfrm>
            <a:off x="13408343" y="5229225"/>
            <a:ext cx="149542" cy="562928"/>
            <a:chOff x="0" y="0"/>
            <a:chExt cx="199390" cy="750570"/>
          </a:xfrm>
        </p:grpSpPr>
        <p:sp>
          <p:nvSpPr>
            <p:cNvPr id="103" name="Freeform 103"/>
            <p:cNvSpPr/>
            <p:nvPr/>
          </p:nvSpPr>
          <p:spPr>
            <a:xfrm>
              <a:off x="42316" y="50800"/>
              <a:ext cx="106327" cy="648970"/>
            </a:xfrm>
            <a:custGeom>
              <a:avLst/>
              <a:gdLst/>
              <a:ahLst/>
              <a:cxnLst/>
              <a:rect l="l" t="t" r="r" b="b"/>
              <a:pathLst>
                <a:path w="106327" h="648970">
                  <a:moveTo>
                    <a:pt x="59284" y="25400"/>
                  </a:moveTo>
                  <a:cubicBezTo>
                    <a:pt x="107544" y="585470"/>
                    <a:pt x="112624" y="623570"/>
                    <a:pt x="101194" y="638810"/>
                  </a:cubicBezTo>
                  <a:cubicBezTo>
                    <a:pt x="94844" y="646430"/>
                    <a:pt x="79604" y="650240"/>
                    <a:pt x="71984" y="646430"/>
                  </a:cubicBezTo>
                  <a:cubicBezTo>
                    <a:pt x="64364" y="643890"/>
                    <a:pt x="55474" y="628650"/>
                    <a:pt x="55474" y="621030"/>
                  </a:cubicBezTo>
                  <a:cubicBezTo>
                    <a:pt x="56744" y="612140"/>
                    <a:pt x="69444" y="600710"/>
                    <a:pt x="77064" y="598170"/>
                  </a:cubicBezTo>
                  <a:cubicBezTo>
                    <a:pt x="83414" y="596900"/>
                    <a:pt x="94844" y="600710"/>
                    <a:pt x="99924" y="605790"/>
                  </a:cubicBezTo>
                  <a:cubicBezTo>
                    <a:pt x="105004" y="612140"/>
                    <a:pt x="106274" y="628650"/>
                    <a:pt x="102464" y="636270"/>
                  </a:cubicBezTo>
                  <a:cubicBezTo>
                    <a:pt x="99924" y="642620"/>
                    <a:pt x="89764" y="648970"/>
                    <a:pt x="82144" y="648970"/>
                  </a:cubicBezTo>
                  <a:cubicBezTo>
                    <a:pt x="73254" y="647700"/>
                    <a:pt x="63094" y="640080"/>
                    <a:pt x="55474" y="623570"/>
                  </a:cubicBezTo>
                  <a:cubicBezTo>
                    <a:pt x="23724" y="556260"/>
                    <a:pt x="-18186" y="91440"/>
                    <a:pt x="8484" y="25400"/>
                  </a:cubicBezTo>
                  <a:cubicBezTo>
                    <a:pt x="16104" y="8890"/>
                    <a:pt x="28804" y="0"/>
                    <a:pt x="37694" y="0"/>
                  </a:cubicBezTo>
                  <a:cubicBezTo>
                    <a:pt x="45314" y="0"/>
                    <a:pt x="59284" y="25400"/>
                    <a:pt x="59284" y="25400"/>
                  </a:cubicBezTo>
                </a:path>
              </a:pathLst>
            </a:custGeom>
            <a:solidFill>
              <a:srgbClr val="004068"/>
            </a:solidFill>
            <a:ln cap="sq">
              <a:noFill/>
              <a:prstDash val="solid"/>
              <a:miter/>
            </a:ln>
          </p:spPr>
        </p:sp>
      </p:grpSp>
      <p:grpSp>
        <p:nvGrpSpPr>
          <p:cNvPr id="104" name="Group 104"/>
          <p:cNvGrpSpPr/>
          <p:nvPr/>
        </p:nvGrpSpPr>
        <p:grpSpPr>
          <a:xfrm>
            <a:off x="13418820" y="5253038"/>
            <a:ext cx="547688" cy="533400"/>
            <a:chOff x="0" y="0"/>
            <a:chExt cx="730250" cy="711200"/>
          </a:xfrm>
        </p:grpSpPr>
        <p:sp>
          <p:nvSpPr>
            <p:cNvPr id="105" name="Freeform 105"/>
            <p:cNvSpPr/>
            <p:nvPr/>
          </p:nvSpPr>
          <p:spPr>
            <a:xfrm>
              <a:off x="49884" y="50800"/>
              <a:ext cx="629795" cy="608655"/>
            </a:xfrm>
            <a:custGeom>
              <a:avLst/>
              <a:gdLst/>
              <a:ahLst/>
              <a:cxnLst/>
              <a:rect l="l" t="t" r="r" b="b"/>
              <a:pathLst>
                <a:path w="629795" h="608655">
                  <a:moveTo>
                    <a:pt x="32666" y="0"/>
                  </a:moveTo>
                  <a:cubicBezTo>
                    <a:pt x="446686" y="201930"/>
                    <a:pt x="552096" y="219710"/>
                    <a:pt x="594006" y="246380"/>
                  </a:cubicBezTo>
                  <a:cubicBezTo>
                    <a:pt x="613056" y="259080"/>
                    <a:pt x="632106" y="267970"/>
                    <a:pt x="629566" y="284480"/>
                  </a:cubicBezTo>
                  <a:cubicBezTo>
                    <a:pt x="623216" y="337820"/>
                    <a:pt x="237136" y="538480"/>
                    <a:pt x="153316" y="582930"/>
                  </a:cubicBezTo>
                  <a:cubicBezTo>
                    <a:pt x="125376" y="598170"/>
                    <a:pt x="107596" y="610870"/>
                    <a:pt x="93626" y="608330"/>
                  </a:cubicBezTo>
                  <a:cubicBezTo>
                    <a:pt x="86006" y="608330"/>
                    <a:pt x="77116" y="600710"/>
                    <a:pt x="75846" y="594360"/>
                  </a:cubicBezTo>
                  <a:cubicBezTo>
                    <a:pt x="72036" y="586740"/>
                    <a:pt x="75846" y="570230"/>
                    <a:pt x="82196" y="563880"/>
                  </a:cubicBezTo>
                  <a:cubicBezTo>
                    <a:pt x="87276" y="560070"/>
                    <a:pt x="98706" y="557530"/>
                    <a:pt x="105056" y="560070"/>
                  </a:cubicBezTo>
                  <a:cubicBezTo>
                    <a:pt x="112676" y="562610"/>
                    <a:pt x="122836" y="576580"/>
                    <a:pt x="124106" y="584200"/>
                  </a:cubicBezTo>
                  <a:cubicBezTo>
                    <a:pt x="124106" y="590550"/>
                    <a:pt x="117756" y="600710"/>
                    <a:pt x="112676" y="604520"/>
                  </a:cubicBezTo>
                  <a:cubicBezTo>
                    <a:pt x="106326" y="608330"/>
                    <a:pt x="94896" y="609600"/>
                    <a:pt x="88546" y="607060"/>
                  </a:cubicBezTo>
                  <a:cubicBezTo>
                    <a:pt x="82196" y="604520"/>
                    <a:pt x="74576" y="595630"/>
                    <a:pt x="73306" y="589280"/>
                  </a:cubicBezTo>
                  <a:cubicBezTo>
                    <a:pt x="72036" y="581660"/>
                    <a:pt x="75846" y="572770"/>
                    <a:pt x="87276" y="561340"/>
                  </a:cubicBezTo>
                  <a:cubicBezTo>
                    <a:pt x="124106" y="518160"/>
                    <a:pt x="348896" y="383540"/>
                    <a:pt x="444146" y="331470"/>
                  </a:cubicBezTo>
                  <a:cubicBezTo>
                    <a:pt x="503836" y="298450"/>
                    <a:pt x="585116" y="252730"/>
                    <a:pt x="595276" y="262890"/>
                  </a:cubicBezTo>
                  <a:cubicBezTo>
                    <a:pt x="600356" y="266700"/>
                    <a:pt x="595276" y="292100"/>
                    <a:pt x="582576" y="297180"/>
                  </a:cubicBezTo>
                  <a:cubicBezTo>
                    <a:pt x="547016" y="314960"/>
                    <a:pt x="359056" y="219710"/>
                    <a:pt x="259996" y="175260"/>
                  </a:cubicBezTo>
                  <a:cubicBezTo>
                    <a:pt x="169826" y="134620"/>
                    <a:pt x="39016" y="80010"/>
                    <a:pt x="11076" y="45720"/>
                  </a:cubicBezTo>
                  <a:cubicBezTo>
                    <a:pt x="916" y="34290"/>
                    <a:pt x="-1624" y="21590"/>
                    <a:pt x="916" y="13970"/>
                  </a:cubicBezTo>
                  <a:cubicBezTo>
                    <a:pt x="4726" y="6350"/>
                    <a:pt x="32666" y="0"/>
                    <a:pt x="32666" y="0"/>
                  </a:cubicBezTo>
                </a:path>
              </a:pathLst>
            </a:custGeom>
            <a:solidFill>
              <a:srgbClr val="004068"/>
            </a:solidFill>
            <a:ln cap="sq">
              <a:noFill/>
              <a:prstDash val="solid"/>
              <a:miter/>
            </a:ln>
          </p:spPr>
        </p:sp>
      </p:grpSp>
      <p:grpSp>
        <p:nvGrpSpPr>
          <p:cNvPr id="106" name="Group 106"/>
          <p:cNvGrpSpPr/>
          <p:nvPr/>
        </p:nvGrpSpPr>
        <p:grpSpPr>
          <a:xfrm>
            <a:off x="13865543" y="5145405"/>
            <a:ext cx="126683" cy="670560"/>
            <a:chOff x="0" y="0"/>
            <a:chExt cx="168910" cy="894080"/>
          </a:xfrm>
        </p:grpSpPr>
        <p:sp>
          <p:nvSpPr>
            <p:cNvPr id="107" name="Freeform 107"/>
            <p:cNvSpPr/>
            <p:nvPr/>
          </p:nvSpPr>
          <p:spPr>
            <a:xfrm>
              <a:off x="44029" y="50693"/>
              <a:ext cx="74947" cy="791480"/>
            </a:xfrm>
            <a:custGeom>
              <a:avLst/>
              <a:gdLst/>
              <a:ahLst/>
              <a:cxnLst/>
              <a:rect l="l" t="t" r="r" b="b"/>
              <a:pathLst>
                <a:path w="74947" h="791480">
                  <a:moveTo>
                    <a:pt x="57571" y="24237"/>
                  </a:moveTo>
                  <a:cubicBezTo>
                    <a:pt x="74081" y="527157"/>
                    <a:pt x="84241" y="717657"/>
                    <a:pt x="62651" y="765917"/>
                  </a:cubicBezTo>
                  <a:cubicBezTo>
                    <a:pt x="55031" y="782427"/>
                    <a:pt x="43601" y="792587"/>
                    <a:pt x="35981" y="791317"/>
                  </a:cubicBezTo>
                  <a:cubicBezTo>
                    <a:pt x="27091" y="791317"/>
                    <a:pt x="11851" y="772267"/>
                    <a:pt x="11851" y="763377"/>
                  </a:cubicBezTo>
                  <a:cubicBezTo>
                    <a:pt x="11851" y="757027"/>
                    <a:pt x="18201" y="746867"/>
                    <a:pt x="24551" y="744327"/>
                  </a:cubicBezTo>
                  <a:cubicBezTo>
                    <a:pt x="32171" y="740517"/>
                    <a:pt x="49951" y="743057"/>
                    <a:pt x="55031" y="749407"/>
                  </a:cubicBezTo>
                  <a:cubicBezTo>
                    <a:pt x="61381" y="754487"/>
                    <a:pt x="62651" y="772267"/>
                    <a:pt x="58841" y="779887"/>
                  </a:cubicBezTo>
                  <a:cubicBezTo>
                    <a:pt x="55031" y="786237"/>
                    <a:pt x="44871" y="792587"/>
                    <a:pt x="38521" y="791317"/>
                  </a:cubicBezTo>
                  <a:cubicBezTo>
                    <a:pt x="29631" y="791317"/>
                    <a:pt x="18201" y="782427"/>
                    <a:pt x="11851" y="765917"/>
                  </a:cubicBezTo>
                  <a:cubicBezTo>
                    <a:pt x="-8469" y="717657"/>
                    <a:pt x="23281" y="527157"/>
                    <a:pt x="23281" y="405237"/>
                  </a:cubicBezTo>
                  <a:cubicBezTo>
                    <a:pt x="22011" y="280777"/>
                    <a:pt x="-14819" y="75037"/>
                    <a:pt x="6771" y="24237"/>
                  </a:cubicBezTo>
                  <a:cubicBezTo>
                    <a:pt x="14391" y="8997"/>
                    <a:pt x="27091" y="-1163"/>
                    <a:pt x="35981" y="107"/>
                  </a:cubicBezTo>
                  <a:cubicBezTo>
                    <a:pt x="43601" y="107"/>
                    <a:pt x="57571" y="24237"/>
                    <a:pt x="57571" y="24237"/>
                  </a:cubicBezTo>
                </a:path>
              </a:pathLst>
            </a:custGeom>
            <a:solidFill>
              <a:srgbClr val="004068"/>
            </a:solidFill>
            <a:ln cap="sq">
              <a:noFill/>
              <a:prstDash val="solid"/>
              <a:miter/>
            </a:ln>
          </p:spPr>
        </p:sp>
      </p:grpSp>
      <p:grpSp>
        <p:nvGrpSpPr>
          <p:cNvPr id="108" name="Group 108"/>
          <p:cNvGrpSpPr/>
          <p:nvPr/>
        </p:nvGrpSpPr>
        <p:grpSpPr>
          <a:xfrm>
            <a:off x="13511212" y="5733097"/>
            <a:ext cx="276225" cy="312420"/>
            <a:chOff x="0" y="0"/>
            <a:chExt cx="368300" cy="416560"/>
          </a:xfrm>
        </p:grpSpPr>
        <p:sp>
          <p:nvSpPr>
            <p:cNvPr id="109" name="Freeform 109"/>
            <p:cNvSpPr/>
            <p:nvPr/>
          </p:nvSpPr>
          <p:spPr>
            <a:xfrm>
              <a:off x="50236" y="50800"/>
              <a:ext cx="267915" cy="313813"/>
            </a:xfrm>
            <a:custGeom>
              <a:avLst/>
              <a:gdLst/>
              <a:ahLst/>
              <a:cxnLst/>
              <a:rect l="l" t="t" r="r" b="b"/>
              <a:pathLst>
                <a:path w="267915" h="313813">
                  <a:moveTo>
                    <a:pt x="564" y="22860"/>
                  </a:moveTo>
                  <a:cubicBezTo>
                    <a:pt x="1834" y="15240"/>
                    <a:pt x="3104" y="12700"/>
                    <a:pt x="4374" y="11430"/>
                  </a:cubicBezTo>
                  <a:cubicBezTo>
                    <a:pt x="5644" y="10160"/>
                    <a:pt x="6914" y="7620"/>
                    <a:pt x="8184" y="6350"/>
                  </a:cubicBezTo>
                  <a:cubicBezTo>
                    <a:pt x="9454" y="5080"/>
                    <a:pt x="10724" y="3810"/>
                    <a:pt x="13264" y="2540"/>
                  </a:cubicBezTo>
                  <a:cubicBezTo>
                    <a:pt x="14534" y="2540"/>
                    <a:pt x="17074" y="1270"/>
                    <a:pt x="18344" y="1270"/>
                  </a:cubicBezTo>
                  <a:cubicBezTo>
                    <a:pt x="20884" y="0"/>
                    <a:pt x="22154" y="0"/>
                    <a:pt x="24694" y="0"/>
                  </a:cubicBezTo>
                  <a:cubicBezTo>
                    <a:pt x="27234" y="0"/>
                    <a:pt x="28504" y="0"/>
                    <a:pt x="31044" y="1270"/>
                  </a:cubicBezTo>
                  <a:cubicBezTo>
                    <a:pt x="32314" y="1270"/>
                    <a:pt x="34854" y="1270"/>
                    <a:pt x="36124" y="2540"/>
                  </a:cubicBezTo>
                  <a:cubicBezTo>
                    <a:pt x="38664" y="3810"/>
                    <a:pt x="39934" y="5080"/>
                    <a:pt x="41204" y="6350"/>
                  </a:cubicBezTo>
                  <a:cubicBezTo>
                    <a:pt x="43744" y="7620"/>
                    <a:pt x="43744" y="8890"/>
                    <a:pt x="46284" y="10160"/>
                  </a:cubicBezTo>
                  <a:cubicBezTo>
                    <a:pt x="48824" y="13970"/>
                    <a:pt x="53904" y="20320"/>
                    <a:pt x="57714" y="26670"/>
                  </a:cubicBezTo>
                  <a:cubicBezTo>
                    <a:pt x="61524" y="33020"/>
                    <a:pt x="66604" y="41910"/>
                    <a:pt x="71684" y="50800"/>
                  </a:cubicBezTo>
                  <a:cubicBezTo>
                    <a:pt x="76764" y="58420"/>
                    <a:pt x="81844" y="64770"/>
                    <a:pt x="86924" y="73660"/>
                  </a:cubicBezTo>
                  <a:cubicBezTo>
                    <a:pt x="92004" y="81280"/>
                    <a:pt x="97084" y="91440"/>
                    <a:pt x="103434" y="100330"/>
                  </a:cubicBezTo>
                  <a:cubicBezTo>
                    <a:pt x="108514" y="109220"/>
                    <a:pt x="116134" y="119380"/>
                    <a:pt x="118674" y="124460"/>
                  </a:cubicBezTo>
                  <a:cubicBezTo>
                    <a:pt x="118674" y="125730"/>
                    <a:pt x="118674" y="128270"/>
                    <a:pt x="119944" y="128270"/>
                  </a:cubicBezTo>
                  <a:cubicBezTo>
                    <a:pt x="121214" y="128270"/>
                    <a:pt x="122484" y="128270"/>
                    <a:pt x="125024" y="127000"/>
                  </a:cubicBezTo>
                  <a:cubicBezTo>
                    <a:pt x="131374" y="124460"/>
                    <a:pt x="146614" y="116840"/>
                    <a:pt x="155504" y="113030"/>
                  </a:cubicBezTo>
                  <a:cubicBezTo>
                    <a:pt x="164394" y="109220"/>
                    <a:pt x="173284" y="106680"/>
                    <a:pt x="180904" y="102870"/>
                  </a:cubicBezTo>
                  <a:cubicBezTo>
                    <a:pt x="189794" y="99060"/>
                    <a:pt x="197414" y="92710"/>
                    <a:pt x="206304" y="88900"/>
                  </a:cubicBezTo>
                  <a:cubicBezTo>
                    <a:pt x="213924" y="85090"/>
                    <a:pt x="221544" y="77470"/>
                    <a:pt x="230434" y="77470"/>
                  </a:cubicBezTo>
                  <a:cubicBezTo>
                    <a:pt x="240594" y="76200"/>
                    <a:pt x="260914" y="81280"/>
                    <a:pt x="265994" y="88900"/>
                  </a:cubicBezTo>
                  <a:cubicBezTo>
                    <a:pt x="272344" y="97790"/>
                    <a:pt x="260914" y="120650"/>
                    <a:pt x="260914" y="133350"/>
                  </a:cubicBezTo>
                  <a:cubicBezTo>
                    <a:pt x="259644" y="142240"/>
                    <a:pt x="260914" y="149860"/>
                    <a:pt x="259644" y="158750"/>
                  </a:cubicBezTo>
                  <a:cubicBezTo>
                    <a:pt x="259644" y="167640"/>
                    <a:pt x="257104" y="176530"/>
                    <a:pt x="254564" y="185420"/>
                  </a:cubicBezTo>
                  <a:cubicBezTo>
                    <a:pt x="253294" y="194310"/>
                    <a:pt x="249484" y="203200"/>
                    <a:pt x="248214" y="212090"/>
                  </a:cubicBezTo>
                  <a:cubicBezTo>
                    <a:pt x="245674" y="223520"/>
                    <a:pt x="245674" y="234950"/>
                    <a:pt x="244404" y="246380"/>
                  </a:cubicBezTo>
                  <a:cubicBezTo>
                    <a:pt x="243134" y="256540"/>
                    <a:pt x="243134" y="266700"/>
                    <a:pt x="240594" y="276860"/>
                  </a:cubicBezTo>
                  <a:cubicBezTo>
                    <a:pt x="238054" y="285750"/>
                    <a:pt x="236784" y="295910"/>
                    <a:pt x="230434" y="302260"/>
                  </a:cubicBezTo>
                  <a:cubicBezTo>
                    <a:pt x="224084" y="309880"/>
                    <a:pt x="207574" y="313690"/>
                    <a:pt x="198684" y="313690"/>
                  </a:cubicBezTo>
                  <a:cubicBezTo>
                    <a:pt x="191064" y="313690"/>
                    <a:pt x="184714" y="307340"/>
                    <a:pt x="179634" y="307340"/>
                  </a:cubicBezTo>
                  <a:cubicBezTo>
                    <a:pt x="175824" y="307340"/>
                    <a:pt x="174554" y="313690"/>
                    <a:pt x="169474" y="313690"/>
                  </a:cubicBezTo>
                  <a:cubicBezTo>
                    <a:pt x="163124" y="314960"/>
                    <a:pt x="151694" y="306070"/>
                    <a:pt x="142804" y="300990"/>
                  </a:cubicBezTo>
                  <a:cubicBezTo>
                    <a:pt x="132644" y="295910"/>
                    <a:pt x="123754" y="290830"/>
                    <a:pt x="114864" y="285750"/>
                  </a:cubicBezTo>
                  <a:cubicBezTo>
                    <a:pt x="107244" y="280670"/>
                    <a:pt x="100894" y="275590"/>
                    <a:pt x="93274" y="270510"/>
                  </a:cubicBezTo>
                  <a:cubicBezTo>
                    <a:pt x="85654" y="265430"/>
                    <a:pt x="78034" y="260350"/>
                    <a:pt x="69144" y="255270"/>
                  </a:cubicBezTo>
                  <a:cubicBezTo>
                    <a:pt x="61524" y="250190"/>
                    <a:pt x="52634" y="245110"/>
                    <a:pt x="45014" y="238760"/>
                  </a:cubicBezTo>
                  <a:cubicBezTo>
                    <a:pt x="38664" y="233680"/>
                    <a:pt x="28504" y="229870"/>
                    <a:pt x="24694" y="224790"/>
                  </a:cubicBezTo>
                  <a:cubicBezTo>
                    <a:pt x="20884" y="219710"/>
                    <a:pt x="22154" y="214630"/>
                    <a:pt x="18344" y="210820"/>
                  </a:cubicBezTo>
                  <a:cubicBezTo>
                    <a:pt x="15804" y="205740"/>
                    <a:pt x="3104" y="196850"/>
                    <a:pt x="3104" y="196850"/>
                  </a:cubicBezTo>
                  <a:cubicBezTo>
                    <a:pt x="3104" y="196850"/>
                    <a:pt x="3104" y="195580"/>
                    <a:pt x="3104" y="194310"/>
                  </a:cubicBezTo>
                  <a:cubicBezTo>
                    <a:pt x="3104" y="193040"/>
                    <a:pt x="1834" y="190500"/>
                    <a:pt x="1834" y="190500"/>
                  </a:cubicBezTo>
                  <a:cubicBezTo>
                    <a:pt x="1834" y="190500"/>
                    <a:pt x="3104" y="189230"/>
                    <a:pt x="3104" y="187960"/>
                  </a:cubicBezTo>
                  <a:cubicBezTo>
                    <a:pt x="3104" y="186690"/>
                    <a:pt x="3104" y="185420"/>
                    <a:pt x="3104" y="185420"/>
                  </a:cubicBezTo>
                  <a:cubicBezTo>
                    <a:pt x="3104" y="185420"/>
                    <a:pt x="3104" y="182880"/>
                    <a:pt x="4374" y="181610"/>
                  </a:cubicBezTo>
                  <a:cubicBezTo>
                    <a:pt x="4374" y="181610"/>
                    <a:pt x="4374" y="179070"/>
                    <a:pt x="4374" y="179070"/>
                  </a:cubicBezTo>
                  <a:cubicBezTo>
                    <a:pt x="4374" y="179070"/>
                    <a:pt x="5644" y="177800"/>
                    <a:pt x="6914" y="176530"/>
                  </a:cubicBezTo>
                  <a:cubicBezTo>
                    <a:pt x="6914" y="175260"/>
                    <a:pt x="8184" y="173990"/>
                    <a:pt x="8184" y="173990"/>
                  </a:cubicBezTo>
                  <a:cubicBezTo>
                    <a:pt x="8184" y="173990"/>
                    <a:pt x="9454" y="172720"/>
                    <a:pt x="9454" y="171450"/>
                  </a:cubicBezTo>
                  <a:cubicBezTo>
                    <a:pt x="10724" y="171450"/>
                    <a:pt x="11994" y="170180"/>
                    <a:pt x="11994" y="170180"/>
                  </a:cubicBezTo>
                  <a:cubicBezTo>
                    <a:pt x="11994" y="170180"/>
                    <a:pt x="14534" y="168910"/>
                    <a:pt x="14534" y="167640"/>
                  </a:cubicBezTo>
                  <a:cubicBezTo>
                    <a:pt x="15804" y="167640"/>
                    <a:pt x="17074" y="166370"/>
                    <a:pt x="17074" y="166370"/>
                  </a:cubicBezTo>
                  <a:cubicBezTo>
                    <a:pt x="17074" y="166370"/>
                    <a:pt x="19614" y="166370"/>
                    <a:pt x="20884" y="165100"/>
                  </a:cubicBezTo>
                  <a:cubicBezTo>
                    <a:pt x="20884" y="165100"/>
                    <a:pt x="23424" y="165100"/>
                    <a:pt x="23424" y="165100"/>
                  </a:cubicBezTo>
                  <a:cubicBezTo>
                    <a:pt x="23424" y="165100"/>
                    <a:pt x="25964" y="165100"/>
                    <a:pt x="25964" y="165100"/>
                  </a:cubicBezTo>
                  <a:cubicBezTo>
                    <a:pt x="27234" y="163830"/>
                    <a:pt x="29774" y="163830"/>
                    <a:pt x="29774" y="163830"/>
                  </a:cubicBezTo>
                  <a:cubicBezTo>
                    <a:pt x="29774" y="163830"/>
                    <a:pt x="31044" y="165100"/>
                    <a:pt x="32314" y="165100"/>
                  </a:cubicBezTo>
                  <a:cubicBezTo>
                    <a:pt x="33584" y="165100"/>
                    <a:pt x="34854" y="165100"/>
                    <a:pt x="34854" y="165100"/>
                  </a:cubicBezTo>
                  <a:cubicBezTo>
                    <a:pt x="36124" y="165100"/>
                    <a:pt x="36124" y="166370"/>
                    <a:pt x="37394" y="166370"/>
                  </a:cubicBezTo>
                  <a:cubicBezTo>
                    <a:pt x="41204" y="165100"/>
                    <a:pt x="55174" y="144780"/>
                    <a:pt x="61524" y="142240"/>
                  </a:cubicBezTo>
                  <a:cubicBezTo>
                    <a:pt x="64064" y="139700"/>
                    <a:pt x="66604" y="142240"/>
                    <a:pt x="67874" y="140970"/>
                  </a:cubicBezTo>
                  <a:cubicBezTo>
                    <a:pt x="69144" y="137160"/>
                    <a:pt x="56444" y="123190"/>
                    <a:pt x="51364" y="115570"/>
                  </a:cubicBezTo>
                  <a:cubicBezTo>
                    <a:pt x="46284" y="106680"/>
                    <a:pt x="41204" y="99060"/>
                    <a:pt x="36124" y="90170"/>
                  </a:cubicBezTo>
                  <a:cubicBezTo>
                    <a:pt x="29774" y="80010"/>
                    <a:pt x="22154" y="64770"/>
                    <a:pt x="15804" y="55880"/>
                  </a:cubicBezTo>
                  <a:cubicBezTo>
                    <a:pt x="11994" y="49530"/>
                    <a:pt x="6914" y="44450"/>
                    <a:pt x="4374" y="40640"/>
                  </a:cubicBezTo>
                  <a:cubicBezTo>
                    <a:pt x="3104" y="38100"/>
                    <a:pt x="1834" y="36830"/>
                    <a:pt x="1834" y="34290"/>
                  </a:cubicBezTo>
                  <a:cubicBezTo>
                    <a:pt x="564" y="33020"/>
                    <a:pt x="564" y="30480"/>
                    <a:pt x="564" y="29210"/>
                  </a:cubicBezTo>
                  <a:cubicBezTo>
                    <a:pt x="-706" y="26670"/>
                    <a:pt x="564" y="22860"/>
                    <a:pt x="564" y="22860"/>
                  </a:cubicBezTo>
                </a:path>
              </a:pathLst>
            </a:custGeom>
            <a:solidFill>
              <a:srgbClr val="004068"/>
            </a:solidFill>
            <a:ln cap="sq">
              <a:noFill/>
              <a:prstDash val="solid"/>
              <a:miter/>
            </a:ln>
          </p:spPr>
        </p:sp>
      </p:grpSp>
      <p:grpSp>
        <p:nvGrpSpPr>
          <p:cNvPr id="110" name="Group 110"/>
          <p:cNvGrpSpPr/>
          <p:nvPr/>
        </p:nvGrpSpPr>
        <p:grpSpPr>
          <a:xfrm>
            <a:off x="13710285" y="5697855"/>
            <a:ext cx="273368" cy="291465"/>
            <a:chOff x="0" y="0"/>
            <a:chExt cx="364490" cy="388620"/>
          </a:xfrm>
        </p:grpSpPr>
        <p:sp>
          <p:nvSpPr>
            <p:cNvPr id="111" name="Freeform 111"/>
            <p:cNvSpPr/>
            <p:nvPr/>
          </p:nvSpPr>
          <p:spPr>
            <a:xfrm>
              <a:off x="47135" y="49054"/>
              <a:ext cx="267178" cy="288766"/>
            </a:xfrm>
            <a:custGeom>
              <a:avLst/>
              <a:gdLst/>
              <a:ahLst/>
              <a:cxnLst/>
              <a:rect l="l" t="t" r="r" b="b"/>
              <a:pathLst>
                <a:path w="267178" h="288766">
                  <a:moveTo>
                    <a:pt x="43035" y="4286"/>
                  </a:moveTo>
                  <a:cubicBezTo>
                    <a:pt x="219565" y="254476"/>
                    <a:pt x="223375" y="269716"/>
                    <a:pt x="219565" y="278606"/>
                  </a:cubicBezTo>
                  <a:cubicBezTo>
                    <a:pt x="215755" y="284956"/>
                    <a:pt x="205595" y="288766"/>
                    <a:pt x="196705" y="288766"/>
                  </a:cubicBezTo>
                  <a:cubicBezTo>
                    <a:pt x="181465" y="288766"/>
                    <a:pt x="158605" y="274796"/>
                    <a:pt x="137015" y="264636"/>
                  </a:cubicBezTo>
                  <a:cubicBezTo>
                    <a:pt x="112885" y="253206"/>
                    <a:pt x="68435" y="236696"/>
                    <a:pt x="58275" y="221456"/>
                  </a:cubicBezTo>
                  <a:cubicBezTo>
                    <a:pt x="53195" y="212566"/>
                    <a:pt x="54465" y="198596"/>
                    <a:pt x="59545" y="192246"/>
                  </a:cubicBezTo>
                  <a:cubicBezTo>
                    <a:pt x="63355" y="185896"/>
                    <a:pt x="73515" y="182086"/>
                    <a:pt x="86215" y="182086"/>
                  </a:cubicBezTo>
                  <a:cubicBezTo>
                    <a:pt x="111615" y="182086"/>
                    <a:pt x="181465" y="235426"/>
                    <a:pt x="204325" y="221456"/>
                  </a:cubicBezTo>
                  <a:cubicBezTo>
                    <a:pt x="224645" y="207486"/>
                    <a:pt x="205595" y="124936"/>
                    <a:pt x="219565" y="107156"/>
                  </a:cubicBezTo>
                  <a:cubicBezTo>
                    <a:pt x="225915" y="98266"/>
                    <a:pt x="237345" y="93186"/>
                    <a:pt x="244965" y="94456"/>
                  </a:cubicBezTo>
                  <a:cubicBezTo>
                    <a:pt x="252585" y="95726"/>
                    <a:pt x="265285" y="107156"/>
                    <a:pt x="265285" y="114776"/>
                  </a:cubicBezTo>
                  <a:cubicBezTo>
                    <a:pt x="266555" y="123666"/>
                    <a:pt x="257665" y="135096"/>
                    <a:pt x="244965" y="145256"/>
                  </a:cubicBezTo>
                  <a:cubicBezTo>
                    <a:pt x="215755" y="166846"/>
                    <a:pt x="98915" y="208756"/>
                    <a:pt x="65895" y="206216"/>
                  </a:cubicBezTo>
                  <a:cubicBezTo>
                    <a:pt x="53195" y="204946"/>
                    <a:pt x="44305" y="198596"/>
                    <a:pt x="40495" y="192246"/>
                  </a:cubicBezTo>
                  <a:cubicBezTo>
                    <a:pt x="36685" y="185896"/>
                    <a:pt x="35415" y="175736"/>
                    <a:pt x="40495" y="169386"/>
                  </a:cubicBezTo>
                  <a:cubicBezTo>
                    <a:pt x="51925" y="154146"/>
                    <a:pt x="120505" y="142716"/>
                    <a:pt x="145905" y="143986"/>
                  </a:cubicBezTo>
                  <a:cubicBezTo>
                    <a:pt x="159875" y="143986"/>
                    <a:pt x="172575" y="146526"/>
                    <a:pt x="177655" y="154146"/>
                  </a:cubicBezTo>
                  <a:cubicBezTo>
                    <a:pt x="184005" y="161766"/>
                    <a:pt x="184005" y="185896"/>
                    <a:pt x="180195" y="188436"/>
                  </a:cubicBezTo>
                  <a:cubicBezTo>
                    <a:pt x="176385" y="189706"/>
                    <a:pt x="158605" y="177006"/>
                    <a:pt x="158605" y="173196"/>
                  </a:cubicBezTo>
                  <a:cubicBezTo>
                    <a:pt x="159875" y="165576"/>
                    <a:pt x="214485" y="150336"/>
                    <a:pt x="220835" y="157956"/>
                  </a:cubicBezTo>
                  <a:cubicBezTo>
                    <a:pt x="228455" y="165576"/>
                    <a:pt x="211945" y="211296"/>
                    <a:pt x="200515" y="220186"/>
                  </a:cubicBezTo>
                  <a:cubicBezTo>
                    <a:pt x="192895" y="225266"/>
                    <a:pt x="180195" y="223996"/>
                    <a:pt x="173845" y="220186"/>
                  </a:cubicBezTo>
                  <a:cubicBezTo>
                    <a:pt x="166225" y="216376"/>
                    <a:pt x="159875" y="202406"/>
                    <a:pt x="159875" y="194786"/>
                  </a:cubicBezTo>
                  <a:cubicBezTo>
                    <a:pt x="159875" y="188436"/>
                    <a:pt x="166225" y="179546"/>
                    <a:pt x="172575" y="175736"/>
                  </a:cubicBezTo>
                  <a:cubicBezTo>
                    <a:pt x="184005" y="170656"/>
                    <a:pt x="215755" y="173196"/>
                    <a:pt x="225915" y="182086"/>
                  </a:cubicBezTo>
                  <a:cubicBezTo>
                    <a:pt x="232265" y="187166"/>
                    <a:pt x="234805" y="202406"/>
                    <a:pt x="232265" y="210026"/>
                  </a:cubicBezTo>
                  <a:cubicBezTo>
                    <a:pt x="229725" y="217646"/>
                    <a:pt x="208135" y="222726"/>
                    <a:pt x="208135" y="226536"/>
                  </a:cubicBezTo>
                  <a:cubicBezTo>
                    <a:pt x="209405" y="229076"/>
                    <a:pt x="222105" y="229076"/>
                    <a:pt x="223375" y="231616"/>
                  </a:cubicBezTo>
                  <a:cubicBezTo>
                    <a:pt x="223375" y="234156"/>
                    <a:pt x="215755" y="240506"/>
                    <a:pt x="209405" y="241776"/>
                  </a:cubicBezTo>
                  <a:cubicBezTo>
                    <a:pt x="203055" y="243046"/>
                    <a:pt x="186545" y="237966"/>
                    <a:pt x="181465" y="231616"/>
                  </a:cubicBezTo>
                  <a:cubicBezTo>
                    <a:pt x="176385" y="226536"/>
                    <a:pt x="176385" y="215106"/>
                    <a:pt x="178925" y="207486"/>
                  </a:cubicBezTo>
                  <a:cubicBezTo>
                    <a:pt x="181465" y="201136"/>
                    <a:pt x="190355" y="194786"/>
                    <a:pt x="196705" y="192246"/>
                  </a:cubicBezTo>
                  <a:cubicBezTo>
                    <a:pt x="203055" y="190976"/>
                    <a:pt x="214485" y="193516"/>
                    <a:pt x="219565" y="199866"/>
                  </a:cubicBezTo>
                  <a:cubicBezTo>
                    <a:pt x="224645" y="204946"/>
                    <a:pt x="227185" y="222726"/>
                    <a:pt x="224645" y="230346"/>
                  </a:cubicBezTo>
                  <a:cubicBezTo>
                    <a:pt x="222105" y="236696"/>
                    <a:pt x="211945" y="241776"/>
                    <a:pt x="204325" y="243046"/>
                  </a:cubicBezTo>
                  <a:cubicBezTo>
                    <a:pt x="197975" y="243046"/>
                    <a:pt x="186545" y="239236"/>
                    <a:pt x="182735" y="234156"/>
                  </a:cubicBezTo>
                  <a:cubicBezTo>
                    <a:pt x="177655" y="229076"/>
                    <a:pt x="175115" y="218916"/>
                    <a:pt x="177655" y="211296"/>
                  </a:cubicBezTo>
                  <a:cubicBezTo>
                    <a:pt x="180195" y="199866"/>
                    <a:pt x="199245" y="178276"/>
                    <a:pt x="208135" y="175736"/>
                  </a:cubicBezTo>
                  <a:cubicBezTo>
                    <a:pt x="214485" y="173196"/>
                    <a:pt x="220835" y="177006"/>
                    <a:pt x="225915" y="182086"/>
                  </a:cubicBezTo>
                  <a:cubicBezTo>
                    <a:pt x="230995" y="187166"/>
                    <a:pt x="234805" y="202406"/>
                    <a:pt x="232265" y="210026"/>
                  </a:cubicBezTo>
                  <a:cubicBezTo>
                    <a:pt x="229725" y="217646"/>
                    <a:pt x="218295" y="223996"/>
                    <a:pt x="208135" y="226536"/>
                  </a:cubicBezTo>
                  <a:cubicBezTo>
                    <a:pt x="196705" y="227806"/>
                    <a:pt x="176385" y="223996"/>
                    <a:pt x="168765" y="217646"/>
                  </a:cubicBezTo>
                  <a:cubicBezTo>
                    <a:pt x="162415" y="211296"/>
                    <a:pt x="158605" y="197326"/>
                    <a:pt x="161145" y="189706"/>
                  </a:cubicBezTo>
                  <a:cubicBezTo>
                    <a:pt x="164955" y="178276"/>
                    <a:pt x="184005" y="164306"/>
                    <a:pt x="196705" y="159226"/>
                  </a:cubicBezTo>
                  <a:cubicBezTo>
                    <a:pt x="208135" y="154146"/>
                    <a:pt x="222105" y="150336"/>
                    <a:pt x="230995" y="154146"/>
                  </a:cubicBezTo>
                  <a:cubicBezTo>
                    <a:pt x="239885" y="156686"/>
                    <a:pt x="251315" y="166846"/>
                    <a:pt x="251315" y="175736"/>
                  </a:cubicBezTo>
                  <a:cubicBezTo>
                    <a:pt x="252585" y="184626"/>
                    <a:pt x="238615" y="199866"/>
                    <a:pt x="225915" y="208756"/>
                  </a:cubicBezTo>
                  <a:cubicBezTo>
                    <a:pt x="211945" y="217646"/>
                    <a:pt x="182735" y="223996"/>
                    <a:pt x="166225" y="223996"/>
                  </a:cubicBezTo>
                  <a:cubicBezTo>
                    <a:pt x="153525" y="223996"/>
                    <a:pt x="140825" y="222726"/>
                    <a:pt x="134475" y="216376"/>
                  </a:cubicBezTo>
                  <a:cubicBezTo>
                    <a:pt x="129395" y="208756"/>
                    <a:pt x="129395" y="180816"/>
                    <a:pt x="134475" y="178276"/>
                  </a:cubicBezTo>
                  <a:cubicBezTo>
                    <a:pt x="138285" y="177006"/>
                    <a:pt x="156065" y="189706"/>
                    <a:pt x="156065" y="194786"/>
                  </a:cubicBezTo>
                  <a:cubicBezTo>
                    <a:pt x="154795" y="202406"/>
                    <a:pt x="112885" y="212566"/>
                    <a:pt x="93835" y="212566"/>
                  </a:cubicBezTo>
                  <a:cubicBezTo>
                    <a:pt x="77325" y="212566"/>
                    <a:pt x="57005" y="210026"/>
                    <a:pt x="48115" y="201136"/>
                  </a:cubicBezTo>
                  <a:cubicBezTo>
                    <a:pt x="41765" y="194786"/>
                    <a:pt x="36685" y="182086"/>
                    <a:pt x="39225" y="174466"/>
                  </a:cubicBezTo>
                  <a:cubicBezTo>
                    <a:pt x="40495" y="168116"/>
                    <a:pt x="45575" y="163036"/>
                    <a:pt x="54465" y="156686"/>
                  </a:cubicBezTo>
                  <a:cubicBezTo>
                    <a:pt x="81135" y="138906"/>
                    <a:pt x="225915" y="86836"/>
                    <a:pt x="232265" y="95726"/>
                  </a:cubicBezTo>
                  <a:cubicBezTo>
                    <a:pt x="234805" y="98266"/>
                    <a:pt x="215755" y="118586"/>
                    <a:pt x="215755" y="118586"/>
                  </a:cubicBezTo>
                  <a:cubicBezTo>
                    <a:pt x="215755" y="118586"/>
                    <a:pt x="222105" y="102076"/>
                    <a:pt x="227185" y="98266"/>
                  </a:cubicBezTo>
                  <a:cubicBezTo>
                    <a:pt x="233535" y="94456"/>
                    <a:pt x="244965" y="93186"/>
                    <a:pt x="251315" y="96996"/>
                  </a:cubicBezTo>
                  <a:cubicBezTo>
                    <a:pt x="257665" y="99536"/>
                    <a:pt x="264015" y="108426"/>
                    <a:pt x="266555" y="121126"/>
                  </a:cubicBezTo>
                  <a:cubicBezTo>
                    <a:pt x="270365" y="149066"/>
                    <a:pt x="256395" y="249396"/>
                    <a:pt x="233535" y="267176"/>
                  </a:cubicBezTo>
                  <a:cubicBezTo>
                    <a:pt x="218295" y="278606"/>
                    <a:pt x="195435" y="269716"/>
                    <a:pt x="172575" y="264636"/>
                  </a:cubicBezTo>
                  <a:cubicBezTo>
                    <a:pt x="140825" y="258286"/>
                    <a:pt x="70975" y="239236"/>
                    <a:pt x="58275" y="221456"/>
                  </a:cubicBezTo>
                  <a:cubicBezTo>
                    <a:pt x="53195" y="212566"/>
                    <a:pt x="54465" y="198596"/>
                    <a:pt x="59545" y="192246"/>
                  </a:cubicBezTo>
                  <a:cubicBezTo>
                    <a:pt x="63355" y="185896"/>
                    <a:pt x="74785" y="182086"/>
                    <a:pt x="86215" y="182086"/>
                  </a:cubicBezTo>
                  <a:cubicBezTo>
                    <a:pt x="110345" y="183356"/>
                    <a:pt x="186545" y="220186"/>
                    <a:pt x="192895" y="239236"/>
                  </a:cubicBezTo>
                  <a:cubicBezTo>
                    <a:pt x="196705" y="249396"/>
                    <a:pt x="186545" y="270986"/>
                    <a:pt x="177655" y="272256"/>
                  </a:cubicBezTo>
                  <a:cubicBezTo>
                    <a:pt x="150985" y="273526"/>
                    <a:pt x="17635" y="80486"/>
                    <a:pt x="3665" y="36036"/>
                  </a:cubicBezTo>
                  <a:cubicBezTo>
                    <a:pt x="-1415" y="20796"/>
                    <a:pt x="-1415" y="8096"/>
                    <a:pt x="4935" y="1746"/>
                  </a:cubicBezTo>
                  <a:cubicBezTo>
                    <a:pt x="11285" y="-3334"/>
                    <a:pt x="43035" y="4286"/>
                    <a:pt x="43035" y="4286"/>
                  </a:cubicBezTo>
                </a:path>
              </a:pathLst>
            </a:custGeom>
            <a:solidFill>
              <a:srgbClr val="004068"/>
            </a:solidFill>
            <a:ln cap="sq">
              <a:noFill/>
              <a:prstDash val="solid"/>
              <a:miter/>
            </a:ln>
          </p:spPr>
        </p:sp>
      </p:grpSp>
      <p:grpSp>
        <p:nvGrpSpPr>
          <p:cNvPr id="112" name="Group 112"/>
          <p:cNvGrpSpPr/>
          <p:nvPr/>
        </p:nvGrpSpPr>
        <p:grpSpPr>
          <a:xfrm>
            <a:off x="12961620" y="4770120"/>
            <a:ext cx="291465" cy="504825"/>
            <a:chOff x="0" y="0"/>
            <a:chExt cx="388620" cy="673100"/>
          </a:xfrm>
        </p:grpSpPr>
        <p:sp>
          <p:nvSpPr>
            <p:cNvPr id="113" name="Freeform 113"/>
            <p:cNvSpPr/>
            <p:nvPr/>
          </p:nvSpPr>
          <p:spPr>
            <a:xfrm>
              <a:off x="48233" y="50559"/>
              <a:ext cx="288415" cy="571741"/>
            </a:xfrm>
            <a:custGeom>
              <a:avLst/>
              <a:gdLst/>
              <a:ahLst/>
              <a:cxnLst/>
              <a:rect l="l" t="t" r="r" b="b"/>
              <a:pathLst>
                <a:path w="288415" h="571741">
                  <a:moveTo>
                    <a:pt x="45747" y="223761"/>
                  </a:moveTo>
                  <a:cubicBezTo>
                    <a:pt x="132107" y="222491"/>
                    <a:pt x="140997" y="222491"/>
                    <a:pt x="148617" y="217411"/>
                  </a:cubicBezTo>
                  <a:cubicBezTo>
                    <a:pt x="154967" y="212331"/>
                    <a:pt x="161317" y="205981"/>
                    <a:pt x="163857" y="197091"/>
                  </a:cubicBezTo>
                  <a:cubicBezTo>
                    <a:pt x="167667" y="180581"/>
                    <a:pt x="160047" y="152641"/>
                    <a:pt x="152427" y="127241"/>
                  </a:cubicBezTo>
                  <a:cubicBezTo>
                    <a:pt x="140997" y="94221"/>
                    <a:pt x="92737" y="37071"/>
                    <a:pt x="97817" y="16751"/>
                  </a:cubicBezTo>
                  <a:cubicBezTo>
                    <a:pt x="100357" y="7861"/>
                    <a:pt x="113057" y="241"/>
                    <a:pt x="120677" y="241"/>
                  </a:cubicBezTo>
                  <a:cubicBezTo>
                    <a:pt x="129567" y="241"/>
                    <a:pt x="139727" y="5321"/>
                    <a:pt x="144807" y="15481"/>
                  </a:cubicBezTo>
                  <a:cubicBezTo>
                    <a:pt x="158777" y="42151"/>
                    <a:pt x="148617" y="125971"/>
                    <a:pt x="138457" y="195821"/>
                  </a:cubicBezTo>
                  <a:cubicBezTo>
                    <a:pt x="124487" y="292341"/>
                    <a:pt x="85117" y="528561"/>
                    <a:pt x="52097" y="543801"/>
                  </a:cubicBezTo>
                  <a:cubicBezTo>
                    <a:pt x="41937" y="548881"/>
                    <a:pt x="20347" y="537451"/>
                    <a:pt x="20347" y="529831"/>
                  </a:cubicBezTo>
                  <a:cubicBezTo>
                    <a:pt x="19077" y="518401"/>
                    <a:pt x="71147" y="489191"/>
                    <a:pt x="100357" y="476491"/>
                  </a:cubicBezTo>
                  <a:cubicBezTo>
                    <a:pt x="130837" y="465061"/>
                    <a:pt x="174017" y="458711"/>
                    <a:pt x="198147" y="457441"/>
                  </a:cubicBezTo>
                  <a:cubicBezTo>
                    <a:pt x="212117" y="457441"/>
                    <a:pt x="221007" y="456171"/>
                    <a:pt x="232437" y="459981"/>
                  </a:cubicBezTo>
                  <a:cubicBezTo>
                    <a:pt x="248947" y="467601"/>
                    <a:pt x="279427" y="489191"/>
                    <a:pt x="284507" y="504431"/>
                  </a:cubicBezTo>
                  <a:cubicBezTo>
                    <a:pt x="289587" y="514591"/>
                    <a:pt x="287047" y="528561"/>
                    <a:pt x="281967" y="534911"/>
                  </a:cubicBezTo>
                  <a:cubicBezTo>
                    <a:pt x="275617" y="541261"/>
                    <a:pt x="259107" y="542531"/>
                    <a:pt x="251487" y="539991"/>
                  </a:cubicBezTo>
                  <a:cubicBezTo>
                    <a:pt x="245137" y="536181"/>
                    <a:pt x="238787" y="527291"/>
                    <a:pt x="237517" y="519671"/>
                  </a:cubicBezTo>
                  <a:cubicBezTo>
                    <a:pt x="237517" y="513321"/>
                    <a:pt x="241327" y="501891"/>
                    <a:pt x="246407" y="498081"/>
                  </a:cubicBezTo>
                  <a:cubicBezTo>
                    <a:pt x="252757" y="493001"/>
                    <a:pt x="262917" y="490461"/>
                    <a:pt x="270537" y="493001"/>
                  </a:cubicBezTo>
                  <a:cubicBezTo>
                    <a:pt x="278157" y="495541"/>
                    <a:pt x="289587" y="509511"/>
                    <a:pt x="288317" y="517131"/>
                  </a:cubicBezTo>
                  <a:cubicBezTo>
                    <a:pt x="288317" y="526021"/>
                    <a:pt x="271807" y="541261"/>
                    <a:pt x="261647" y="542531"/>
                  </a:cubicBezTo>
                  <a:cubicBezTo>
                    <a:pt x="248947" y="543801"/>
                    <a:pt x="233707" y="515861"/>
                    <a:pt x="215927" y="510781"/>
                  </a:cubicBezTo>
                  <a:cubicBezTo>
                    <a:pt x="195607" y="504431"/>
                    <a:pt x="171477" y="506971"/>
                    <a:pt x="147347" y="513321"/>
                  </a:cubicBezTo>
                  <a:cubicBezTo>
                    <a:pt x="113057" y="523481"/>
                    <a:pt x="62257" y="571741"/>
                    <a:pt x="36857" y="571741"/>
                  </a:cubicBezTo>
                  <a:cubicBezTo>
                    <a:pt x="21617" y="570471"/>
                    <a:pt x="8917" y="561581"/>
                    <a:pt x="2567" y="552691"/>
                  </a:cubicBezTo>
                  <a:cubicBezTo>
                    <a:pt x="-2513" y="543801"/>
                    <a:pt x="1297" y="534911"/>
                    <a:pt x="2567" y="518401"/>
                  </a:cubicBezTo>
                  <a:cubicBezTo>
                    <a:pt x="10187" y="467601"/>
                    <a:pt x="67337" y="308851"/>
                    <a:pt x="82577" y="218681"/>
                  </a:cubicBezTo>
                  <a:cubicBezTo>
                    <a:pt x="95277" y="145021"/>
                    <a:pt x="81307" y="45961"/>
                    <a:pt x="97817" y="16751"/>
                  </a:cubicBezTo>
                  <a:cubicBezTo>
                    <a:pt x="104167" y="6591"/>
                    <a:pt x="113057" y="241"/>
                    <a:pt x="120677" y="241"/>
                  </a:cubicBezTo>
                  <a:cubicBezTo>
                    <a:pt x="128297" y="-1029"/>
                    <a:pt x="134647" y="2781"/>
                    <a:pt x="142267" y="10401"/>
                  </a:cubicBezTo>
                  <a:cubicBezTo>
                    <a:pt x="161317" y="29451"/>
                    <a:pt x="203227" y="106921"/>
                    <a:pt x="212117" y="143751"/>
                  </a:cubicBezTo>
                  <a:cubicBezTo>
                    <a:pt x="218467" y="165341"/>
                    <a:pt x="218467" y="183121"/>
                    <a:pt x="214657" y="200901"/>
                  </a:cubicBezTo>
                  <a:cubicBezTo>
                    <a:pt x="209577" y="219951"/>
                    <a:pt x="196877" y="242811"/>
                    <a:pt x="181637" y="255511"/>
                  </a:cubicBezTo>
                  <a:cubicBezTo>
                    <a:pt x="166397" y="268211"/>
                    <a:pt x="143537" y="272021"/>
                    <a:pt x="120677" y="274561"/>
                  </a:cubicBezTo>
                  <a:cubicBezTo>
                    <a:pt x="95277" y="278371"/>
                    <a:pt x="49557" y="282181"/>
                    <a:pt x="34317" y="272021"/>
                  </a:cubicBezTo>
                  <a:cubicBezTo>
                    <a:pt x="25427" y="265671"/>
                    <a:pt x="19077" y="254241"/>
                    <a:pt x="20347" y="246621"/>
                  </a:cubicBezTo>
                  <a:cubicBezTo>
                    <a:pt x="21617" y="237731"/>
                    <a:pt x="45747" y="223761"/>
                    <a:pt x="45747" y="223761"/>
                  </a:cubicBezTo>
                </a:path>
              </a:pathLst>
            </a:custGeom>
            <a:solidFill>
              <a:srgbClr val="004068"/>
            </a:solidFill>
            <a:ln cap="sq">
              <a:noFill/>
              <a:prstDash val="solid"/>
              <a:miter/>
            </a:ln>
          </p:spPr>
        </p:sp>
      </p:grpSp>
      <p:grpSp>
        <p:nvGrpSpPr>
          <p:cNvPr id="114" name="Group 114"/>
          <p:cNvGrpSpPr/>
          <p:nvPr/>
        </p:nvGrpSpPr>
        <p:grpSpPr>
          <a:xfrm>
            <a:off x="13159740" y="4909185"/>
            <a:ext cx="261938" cy="265747"/>
            <a:chOff x="0" y="0"/>
            <a:chExt cx="349250" cy="354330"/>
          </a:xfrm>
        </p:grpSpPr>
        <p:sp>
          <p:nvSpPr>
            <p:cNvPr id="115" name="Freeform 115"/>
            <p:cNvSpPr/>
            <p:nvPr/>
          </p:nvSpPr>
          <p:spPr>
            <a:xfrm>
              <a:off x="48500" y="50028"/>
              <a:ext cx="248916" cy="259446"/>
            </a:xfrm>
            <a:custGeom>
              <a:avLst/>
              <a:gdLst/>
              <a:ahLst/>
              <a:cxnLst/>
              <a:rect l="l" t="t" r="r" b="b"/>
              <a:pathLst>
                <a:path w="248916" h="259446">
                  <a:moveTo>
                    <a:pt x="58180" y="101102"/>
                  </a:moveTo>
                  <a:cubicBezTo>
                    <a:pt x="134380" y="80782"/>
                    <a:pt x="102630" y="50302"/>
                    <a:pt x="91200" y="50302"/>
                  </a:cubicBezTo>
                  <a:cubicBezTo>
                    <a:pt x="83580" y="50302"/>
                    <a:pt x="77230" y="57922"/>
                    <a:pt x="70880" y="68082"/>
                  </a:cubicBezTo>
                  <a:cubicBezTo>
                    <a:pt x="58180" y="88402"/>
                    <a:pt x="37860" y="168412"/>
                    <a:pt x="50560" y="188732"/>
                  </a:cubicBezTo>
                  <a:cubicBezTo>
                    <a:pt x="59450" y="203972"/>
                    <a:pt x="83580" y="201432"/>
                    <a:pt x="105170" y="205242"/>
                  </a:cubicBezTo>
                  <a:cubicBezTo>
                    <a:pt x="139460" y="209052"/>
                    <a:pt x="215660" y="192542"/>
                    <a:pt x="235980" y="205242"/>
                  </a:cubicBezTo>
                  <a:cubicBezTo>
                    <a:pt x="246140" y="211592"/>
                    <a:pt x="249950" y="225562"/>
                    <a:pt x="248680" y="233182"/>
                  </a:cubicBezTo>
                  <a:cubicBezTo>
                    <a:pt x="247410" y="240802"/>
                    <a:pt x="233440" y="252232"/>
                    <a:pt x="224550" y="253502"/>
                  </a:cubicBezTo>
                  <a:cubicBezTo>
                    <a:pt x="218200" y="253502"/>
                    <a:pt x="208040" y="248422"/>
                    <a:pt x="204230" y="243342"/>
                  </a:cubicBezTo>
                  <a:cubicBezTo>
                    <a:pt x="199150" y="236992"/>
                    <a:pt x="196610" y="225562"/>
                    <a:pt x="200420" y="219212"/>
                  </a:cubicBezTo>
                  <a:cubicBezTo>
                    <a:pt x="204230" y="211592"/>
                    <a:pt x="224550" y="201432"/>
                    <a:pt x="233440" y="203972"/>
                  </a:cubicBezTo>
                  <a:cubicBezTo>
                    <a:pt x="241060" y="206512"/>
                    <a:pt x="249950" y="223022"/>
                    <a:pt x="248680" y="230642"/>
                  </a:cubicBezTo>
                  <a:cubicBezTo>
                    <a:pt x="248680" y="238262"/>
                    <a:pt x="239790" y="247152"/>
                    <a:pt x="228360" y="252232"/>
                  </a:cubicBezTo>
                  <a:cubicBezTo>
                    <a:pt x="201690" y="263662"/>
                    <a:pt x="112790" y="259852"/>
                    <a:pt x="74690" y="252232"/>
                  </a:cubicBezTo>
                  <a:cubicBezTo>
                    <a:pt x="51830" y="247152"/>
                    <a:pt x="31510" y="239532"/>
                    <a:pt x="18810" y="229372"/>
                  </a:cubicBezTo>
                  <a:cubicBezTo>
                    <a:pt x="11190" y="221752"/>
                    <a:pt x="7380" y="215402"/>
                    <a:pt x="3570" y="203972"/>
                  </a:cubicBezTo>
                  <a:cubicBezTo>
                    <a:pt x="-240" y="188732"/>
                    <a:pt x="-1510" y="164602"/>
                    <a:pt x="2300" y="139202"/>
                  </a:cubicBezTo>
                  <a:cubicBezTo>
                    <a:pt x="8650" y="104912"/>
                    <a:pt x="27700" y="37602"/>
                    <a:pt x="44210" y="17282"/>
                  </a:cubicBezTo>
                  <a:cubicBezTo>
                    <a:pt x="53100" y="5852"/>
                    <a:pt x="61990" y="2042"/>
                    <a:pt x="73420" y="772"/>
                  </a:cubicBezTo>
                  <a:cubicBezTo>
                    <a:pt x="88660" y="-1768"/>
                    <a:pt x="112790" y="2042"/>
                    <a:pt x="129300" y="10932"/>
                  </a:cubicBezTo>
                  <a:cubicBezTo>
                    <a:pt x="145810" y="18552"/>
                    <a:pt x="166130" y="35062"/>
                    <a:pt x="173750" y="51572"/>
                  </a:cubicBezTo>
                  <a:cubicBezTo>
                    <a:pt x="182640" y="66812"/>
                    <a:pt x="185180" y="94752"/>
                    <a:pt x="180100" y="108722"/>
                  </a:cubicBezTo>
                  <a:cubicBezTo>
                    <a:pt x="175020" y="121422"/>
                    <a:pt x="164860" y="130312"/>
                    <a:pt x="150890" y="136662"/>
                  </a:cubicBezTo>
                  <a:cubicBezTo>
                    <a:pt x="129300" y="146822"/>
                    <a:pt x="77230" y="159522"/>
                    <a:pt x="56910" y="151902"/>
                  </a:cubicBezTo>
                  <a:cubicBezTo>
                    <a:pt x="45480" y="148092"/>
                    <a:pt x="35320" y="135392"/>
                    <a:pt x="35320" y="126502"/>
                  </a:cubicBezTo>
                  <a:cubicBezTo>
                    <a:pt x="35320" y="117612"/>
                    <a:pt x="58180" y="101102"/>
                    <a:pt x="58180" y="101102"/>
                  </a:cubicBezTo>
                </a:path>
              </a:pathLst>
            </a:custGeom>
            <a:solidFill>
              <a:srgbClr val="004068"/>
            </a:solidFill>
            <a:ln cap="sq">
              <a:noFill/>
              <a:prstDash val="solid"/>
              <a:miter/>
            </a:ln>
          </p:spPr>
        </p:sp>
      </p:grpSp>
      <p:grpSp>
        <p:nvGrpSpPr>
          <p:cNvPr id="116" name="Group 116"/>
          <p:cNvGrpSpPr/>
          <p:nvPr/>
        </p:nvGrpSpPr>
        <p:grpSpPr>
          <a:xfrm>
            <a:off x="13366432" y="4858703"/>
            <a:ext cx="260985" cy="371475"/>
            <a:chOff x="0" y="0"/>
            <a:chExt cx="347980" cy="495300"/>
          </a:xfrm>
        </p:grpSpPr>
        <p:sp>
          <p:nvSpPr>
            <p:cNvPr id="117" name="Freeform 117"/>
            <p:cNvSpPr/>
            <p:nvPr/>
          </p:nvSpPr>
          <p:spPr>
            <a:xfrm>
              <a:off x="50302" y="50087"/>
              <a:ext cx="247202" cy="395439"/>
            </a:xfrm>
            <a:custGeom>
              <a:avLst/>
              <a:gdLst/>
              <a:ahLst/>
              <a:cxnLst/>
              <a:rect l="l" t="t" r="r" b="b"/>
              <a:pathLst>
                <a:path w="247202" h="395439">
                  <a:moveTo>
                    <a:pt x="44948" y="9603"/>
                  </a:moveTo>
                  <a:cubicBezTo>
                    <a:pt x="232908" y="275033"/>
                    <a:pt x="245608" y="309323"/>
                    <a:pt x="246878" y="332183"/>
                  </a:cubicBezTo>
                  <a:cubicBezTo>
                    <a:pt x="248148" y="344883"/>
                    <a:pt x="245608" y="353773"/>
                    <a:pt x="240528" y="362663"/>
                  </a:cubicBezTo>
                  <a:cubicBezTo>
                    <a:pt x="234178" y="372823"/>
                    <a:pt x="220208" y="384253"/>
                    <a:pt x="208778" y="389333"/>
                  </a:cubicBezTo>
                  <a:cubicBezTo>
                    <a:pt x="198618" y="393143"/>
                    <a:pt x="189728" y="393143"/>
                    <a:pt x="178298" y="393143"/>
                  </a:cubicBezTo>
                  <a:cubicBezTo>
                    <a:pt x="161788" y="394413"/>
                    <a:pt x="137658" y="398223"/>
                    <a:pt x="118608" y="391873"/>
                  </a:cubicBezTo>
                  <a:cubicBezTo>
                    <a:pt x="98288" y="382983"/>
                    <a:pt x="71618" y="365203"/>
                    <a:pt x="62728" y="343613"/>
                  </a:cubicBezTo>
                  <a:cubicBezTo>
                    <a:pt x="52568" y="319483"/>
                    <a:pt x="57648" y="269953"/>
                    <a:pt x="69078" y="247093"/>
                  </a:cubicBezTo>
                  <a:cubicBezTo>
                    <a:pt x="77968" y="230583"/>
                    <a:pt x="95748" y="217883"/>
                    <a:pt x="113528" y="214073"/>
                  </a:cubicBezTo>
                  <a:cubicBezTo>
                    <a:pt x="133848" y="208993"/>
                    <a:pt x="175758" y="215343"/>
                    <a:pt x="184648" y="225503"/>
                  </a:cubicBezTo>
                  <a:cubicBezTo>
                    <a:pt x="190998" y="233123"/>
                    <a:pt x="188458" y="250903"/>
                    <a:pt x="183378" y="257253"/>
                  </a:cubicBezTo>
                  <a:cubicBezTo>
                    <a:pt x="178298" y="263603"/>
                    <a:pt x="161788" y="266143"/>
                    <a:pt x="154168" y="263603"/>
                  </a:cubicBezTo>
                  <a:cubicBezTo>
                    <a:pt x="146548" y="261063"/>
                    <a:pt x="140198" y="252173"/>
                    <a:pt x="138928" y="245823"/>
                  </a:cubicBezTo>
                  <a:cubicBezTo>
                    <a:pt x="137658" y="236933"/>
                    <a:pt x="145278" y="221693"/>
                    <a:pt x="152898" y="217883"/>
                  </a:cubicBezTo>
                  <a:cubicBezTo>
                    <a:pt x="159248" y="214073"/>
                    <a:pt x="170678" y="215343"/>
                    <a:pt x="177028" y="219153"/>
                  </a:cubicBezTo>
                  <a:cubicBezTo>
                    <a:pt x="182108" y="221693"/>
                    <a:pt x="189728" y="231853"/>
                    <a:pt x="189728" y="238203"/>
                  </a:cubicBezTo>
                  <a:cubicBezTo>
                    <a:pt x="189728" y="247093"/>
                    <a:pt x="180838" y="259793"/>
                    <a:pt x="173218" y="264873"/>
                  </a:cubicBezTo>
                  <a:cubicBezTo>
                    <a:pt x="161788" y="269953"/>
                    <a:pt x="133848" y="257253"/>
                    <a:pt x="123688" y="262333"/>
                  </a:cubicBezTo>
                  <a:cubicBezTo>
                    <a:pt x="114798" y="267413"/>
                    <a:pt x="109718" y="276303"/>
                    <a:pt x="108448" y="285193"/>
                  </a:cubicBezTo>
                  <a:cubicBezTo>
                    <a:pt x="105908" y="299163"/>
                    <a:pt x="108448" y="327103"/>
                    <a:pt x="118608" y="335993"/>
                  </a:cubicBezTo>
                  <a:cubicBezTo>
                    <a:pt x="130038" y="346153"/>
                    <a:pt x="161788" y="347423"/>
                    <a:pt x="174488" y="342343"/>
                  </a:cubicBezTo>
                  <a:cubicBezTo>
                    <a:pt x="184648" y="339803"/>
                    <a:pt x="193538" y="330913"/>
                    <a:pt x="194808" y="320753"/>
                  </a:cubicBezTo>
                  <a:cubicBezTo>
                    <a:pt x="197348" y="296623"/>
                    <a:pt x="154168" y="242013"/>
                    <a:pt x="127498" y="198833"/>
                  </a:cubicBezTo>
                  <a:cubicBezTo>
                    <a:pt x="93208" y="146763"/>
                    <a:pt x="5578" y="66753"/>
                    <a:pt x="498" y="32463"/>
                  </a:cubicBezTo>
                  <a:cubicBezTo>
                    <a:pt x="-2042" y="18493"/>
                    <a:pt x="5578" y="4523"/>
                    <a:pt x="13198" y="713"/>
                  </a:cubicBezTo>
                  <a:cubicBezTo>
                    <a:pt x="20818" y="-3097"/>
                    <a:pt x="44948" y="9603"/>
                    <a:pt x="44948" y="9603"/>
                  </a:cubicBezTo>
                </a:path>
              </a:pathLst>
            </a:custGeom>
            <a:solidFill>
              <a:srgbClr val="004068"/>
            </a:solidFill>
            <a:ln cap="sq">
              <a:noFill/>
              <a:prstDash val="solid"/>
              <a:miter/>
            </a:ln>
          </p:spPr>
        </p:sp>
      </p:grpSp>
      <p:grpSp>
        <p:nvGrpSpPr>
          <p:cNvPr id="118" name="Group 118"/>
          <p:cNvGrpSpPr/>
          <p:nvPr/>
        </p:nvGrpSpPr>
        <p:grpSpPr>
          <a:xfrm>
            <a:off x="13892212" y="5435918"/>
            <a:ext cx="744855" cy="118110"/>
            <a:chOff x="0" y="0"/>
            <a:chExt cx="993140" cy="157480"/>
          </a:xfrm>
        </p:grpSpPr>
        <p:sp>
          <p:nvSpPr>
            <p:cNvPr id="119" name="Freeform 119"/>
            <p:cNvSpPr/>
            <p:nvPr/>
          </p:nvSpPr>
          <p:spPr>
            <a:xfrm>
              <a:off x="50800" y="50800"/>
              <a:ext cx="891540" cy="64131"/>
            </a:xfrm>
            <a:custGeom>
              <a:avLst/>
              <a:gdLst/>
              <a:ahLst/>
              <a:cxnLst/>
              <a:rect l="l" t="t" r="r" b="b"/>
              <a:pathLst>
                <a:path w="891540" h="64131">
                  <a:moveTo>
                    <a:pt x="25400" y="0"/>
                  </a:moveTo>
                  <a:cubicBezTo>
                    <a:pt x="882650" y="7620"/>
                    <a:pt x="891540" y="19050"/>
                    <a:pt x="891540" y="26670"/>
                  </a:cubicBezTo>
                  <a:cubicBezTo>
                    <a:pt x="890270" y="35560"/>
                    <a:pt x="871220" y="52070"/>
                    <a:pt x="863600" y="50800"/>
                  </a:cubicBezTo>
                  <a:cubicBezTo>
                    <a:pt x="854710" y="49530"/>
                    <a:pt x="839470" y="30480"/>
                    <a:pt x="840740" y="21590"/>
                  </a:cubicBezTo>
                  <a:cubicBezTo>
                    <a:pt x="842010" y="12700"/>
                    <a:pt x="862330" y="0"/>
                    <a:pt x="871220" y="1270"/>
                  </a:cubicBezTo>
                  <a:cubicBezTo>
                    <a:pt x="878840" y="2540"/>
                    <a:pt x="891540" y="16510"/>
                    <a:pt x="891540" y="24130"/>
                  </a:cubicBezTo>
                  <a:cubicBezTo>
                    <a:pt x="891540" y="33020"/>
                    <a:pt x="882650" y="44450"/>
                    <a:pt x="866140" y="50800"/>
                  </a:cubicBezTo>
                  <a:cubicBezTo>
                    <a:pt x="805180" y="77470"/>
                    <a:pt x="511810" y="55880"/>
                    <a:pt x="359410" y="55880"/>
                  </a:cubicBezTo>
                  <a:cubicBezTo>
                    <a:pt x="234950" y="54610"/>
                    <a:pt x="62230" y="73660"/>
                    <a:pt x="19050" y="50800"/>
                  </a:cubicBezTo>
                  <a:cubicBezTo>
                    <a:pt x="6350" y="43180"/>
                    <a:pt x="0" y="30480"/>
                    <a:pt x="0" y="22860"/>
                  </a:cubicBezTo>
                  <a:cubicBezTo>
                    <a:pt x="1270" y="13970"/>
                    <a:pt x="25400" y="0"/>
                    <a:pt x="25400" y="0"/>
                  </a:cubicBezTo>
                </a:path>
              </a:pathLst>
            </a:custGeom>
            <a:solidFill>
              <a:srgbClr val="004068"/>
            </a:solidFill>
            <a:ln cap="sq">
              <a:noFill/>
              <a:prstDash val="solid"/>
              <a:miter/>
            </a:ln>
          </p:spPr>
        </p:sp>
      </p:grpSp>
      <p:grpSp>
        <p:nvGrpSpPr>
          <p:cNvPr id="120" name="Group 120"/>
          <p:cNvGrpSpPr/>
          <p:nvPr/>
        </p:nvGrpSpPr>
        <p:grpSpPr>
          <a:xfrm>
            <a:off x="14496098" y="5454015"/>
            <a:ext cx="184785" cy="1240155"/>
            <a:chOff x="0" y="0"/>
            <a:chExt cx="246380" cy="1653540"/>
          </a:xfrm>
        </p:grpSpPr>
        <p:sp>
          <p:nvSpPr>
            <p:cNvPr id="121" name="Freeform 121"/>
            <p:cNvSpPr/>
            <p:nvPr/>
          </p:nvSpPr>
          <p:spPr>
            <a:xfrm>
              <a:off x="50522" y="50681"/>
              <a:ext cx="145058" cy="1550789"/>
            </a:xfrm>
            <a:custGeom>
              <a:avLst/>
              <a:gdLst/>
              <a:ahLst/>
              <a:cxnLst/>
              <a:rect l="l" t="t" r="r" b="b"/>
              <a:pathLst>
                <a:path w="145058" h="1550789">
                  <a:moveTo>
                    <a:pt x="81558" y="25519"/>
                  </a:moveTo>
                  <a:cubicBezTo>
                    <a:pt x="85368" y="746879"/>
                    <a:pt x="86638" y="750689"/>
                    <a:pt x="82828" y="759579"/>
                  </a:cubicBezTo>
                  <a:cubicBezTo>
                    <a:pt x="77748" y="767199"/>
                    <a:pt x="67588" y="776089"/>
                    <a:pt x="59968" y="778629"/>
                  </a:cubicBezTo>
                  <a:cubicBezTo>
                    <a:pt x="53618" y="781169"/>
                    <a:pt x="43458" y="779899"/>
                    <a:pt x="38378" y="776089"/>
                  </a:cubicBezTo>
                  <a:cubicBezTo>
                    <a:pt x="32028" y="772279"/>
                    <a:pt x="24408" y="763389"/>
                    <a:pt x="25678" y="757039"/>
                  </a:cubicBezTo>
                  <a:cubicBezTo>
                    <a:pt x="25678" y="748149"/>
                    <a:pt x="34568" y="734179"/>
                    <a:pt x="44728" y="729099"/>
                  </a:cubicBezTo>
                  <a:cubicBezTo>
                    <a:pt x="58698" y="724019"/>
                    <a:pt x="95528" y="729099"/>
                    <a:pt x="106958" y="739259"/>
                  </a:cubicBezTo>
                  <a:cubicBezTo>
                    <a:pt x="117118" y="748149"/>
                    <a:pt x="122198" y="771009"/>
                    <a:pt x="117118" y="783709"/>
                  </a:cubicBezTo>
                  <a:cubicBezTo>
                    <a:pt x="109498" y="801489"/>
                    <a:pt x="47268" y="817999"/>
                    <a:pt x="49808" y="829429"/>
                  </a:cubicBezTo>
                  <a:cubicBezTo>
                    <a:pt x="51078" y="843399"/>
                    <a:pt x="122198" y="844669"/>
                    <a:pt x="132358" y="859909"/>
                  </a:cubicBezTo>
                  <a:cubicBezTo>
                    <a:pt x="138708" y="868799"/>
                    <a:pt x="134898" y="885309"/>
                    <a:pt x="129818" y="894199"/>
                  </a:cubicBezTo>
                  <a:cubicBezTo>
                    <a:pt x="123468" y="903089"/>
                    <a:pt x="110768" y="906899"/>
                    <a:pt x="99338" y="911979"/>
                  </a:cubicBezTo>
                  <a:cubicBezTo>
                    <a:pt x="87908" y="917059"/>
                    <a:pt x="72668" y="928489"/>
                    <a:pt x="63778" y="925949"/>
                  </a:cubicBezTo>
                  <a:cubicBezTo>
                    <a:pt x="54888" y="923409"/>
                    <a:pt x="43458" y="906899"/>
                    <a:pt x="45998" y="904359"/>
                  </a:cubicBezTo>
                  <a:cubicBezTo>
                    <a:pt x="47268" y="901819"/>
                    <a:pt x="106958" y="931029"/>
                    <a:pt x="120928" y="944999"/>
                  </a:cubicBezTo>
                  <a:cubicBezTo>
                    <a:pt x="127278" y="952619"/>
                    <a:pt x="131088" y="960239"/>
                    <a:pt x="131088" y="969129"/>
                  </a:cubicBezTo>
                  <a:cubicBezTo>
                    <a:pt x="132358" y="978019"/>
                    <a:pt x="129818" y="988179"/>
                    <a:pt x="122198" y="998339"/>
                  </a:cubicBezTo>
                  <a:cubicBezTo>
                    <a:pt x="110768" y="1013579"/>
                    <a:pt x="61238" y="1046599"/>
                    <a:pt x="49808" y="1041519"/>
                  </a:cubicBezTo>
                  <a:cubicBezTo>
                    <a:pt x="43458" y="1038979"/>
                    <a:pt x="38378" y="1021199"/>
                    <a:pt x="42188" y="1017389"/>
                  </a:cubicBezTo>
                  <a:cubicBezTo>
                    <a:pt x="49808" y="1011039"/>
                    <a:pt x="106958" y="1031359"/>
                    <a:pt x="123468" y="1044059"/>
                  </a:cubicBezTo>
                  <a:cubicBezTo>
                    <a:pt x="134898" y="1051679"/>
                    <a:pt x="143788" y="1061839"/>
                    <a:pt x="145058" y="1070729"/>
                  </a:cubicBezTo>
                  <a:cubicBezTo>
                    <a:pt x="145058" y="1080889"/>
                    <a:pt x="138708" y="1092319"/>
                    <a:pt x="131088" y="1099939"/>
                  </a:cubicBezTo>
                  <a:cubicBezTo>
                    <a:pt x="118388" y="1110099"/>
                    <a:pt x="68858" y="1117719"/>
                    <a:pt x="68858" y="1116449"/>
                  </a:cubicBezTo>
                  <a:cubicBezTo>
                    <a:pt x="68858" y="1116449"/>
                    <a:pt x="85368" y="1107559"/>
                    <a:pt x="94258" y="1107559"/>
                  </a:cubicBezTo>
                  <a:cubicBezTo>
                    <a:pt x="104418" y="1107559"/>
                    <a:pt x="118388" y="1110099"/>
                    <a:pt x="124738" y="1117719"/>
                  </a:cubicBezTo>
                  <a:cubicBezTo>
                    <a:pt x="133628" y="1126609"/>
                    <a:pt x="141248" y="1149469"/>
                    <a:pt x="136168" y="1160899"/>
                  </a:cubicBezTo>
                  <a:cubicBezTo>
                    <a:pt x="131088" y="1173599"/>
                    <a:pt x="89178" y="1172329"/>
                    <a:pt x="82828" y="1185029"/>
                  </a:cubicBezTo>
                  <a:cubicBezTo>
                    <a:pt x="77748" y="1198999"/>
                    <a:pt x="95528" y="1214239"/>
                    <a:pt x="100608" y="1239639"/>
                  </a:cubicBezTo>
                  <a:cubicBezTo>
                    <a:pt x="110768" y="1296789"/>
                    <a:pt x="126008" y="1480939"/>
                    <a:pt x="109498" y="1524119"/>
                  </a:cubicBezTo>
                  <a:cubicBezTo>
                    <a:pt x="103148" y="1540629"/>
                    <a:pt x="92988" y="1550789"/>
                    <a:pt x="84098" y="1550789"/>
                  </a:cubicBezTo>
                  <a:cubicBezTo>
                    <a:pt x="75208" y="1550789"/>
                    <a:pt x="58698" y="1533009"/>
                    <a:pt x="58698" y="1524119"/>
                  </a:cubicBezTo>
                  <a:cubicBezTo>
                    <a:pt x="59968" y="1515229"/>
                    <a:pt x="79018" y="1499989"/>
                    <a:pt x="87908" y="1499989"/>
                  </a:cubicBezTo>
                  <a:cubicBezTo>
                    <a:pt x="95528" y="1501259"/>
                    <a:pt x="110768" y="1521579"/>
                    <a:pt x="109498" y="1530469"/>
                  </a:cubicBezTo>
                  <a:cubicBezTo>
                    <a:pt x="108228" y="1538089"/>
                    <a:pt x="94258" y="1550789"/>
                    <a:pt x="86638" y="1550789"/>
                  </a:cubicBezTo>
                  <a:cubicBezTo>
                    <a:pt x="77748" y="1550789"/>
                    <a:pt x="66318" y="1541899"/>
                    <a:pt x="58698" y="1526659"/>
                  </a:cubicBezTo>
                  <a:cubicBezTo>
                    <a:pt x="39648" y="1484749"/>
                    <a:pt x="63778" y="1303139"/>
                    <a:pt x="54888" y="1240909"/>
                  </a:cubicBezTo>
                  <a:cubicBezTo>
                    <a:pt x="51078" y="1209159"/>
                    <a:pt x="34568" y="1187569"/>
                    <a:pt x="37108" y="1172329"/>
                  </a:cubicBezTo>
                  <a:cubicBezTo>
                    <a:pt x="38378" y="1162169"/>
                    <a:pt x="42188" y="1155819"/>
                    <a:pt x="49808" y="1149469"/>
                  </a:cubicBezTo>
                  <a:cubicBezTo>
                    <a:pt x="61238" y="1140579"/>
                    <a:pt x="96798" y="1124069"/>
                    <a:pt x="103148" y="1129149"/>
                  </a:cubicBezTo>
                  <a:cubicBezTo>
                    <a:pt x="108228" y="1132959"/>
                    <a:pt x="105688" y="1157089"/>
                    <a:pt x="99338" y="1162169"/>
                  </a:cubicBezTo>
                  <a:cubicBezTo>
                    <a:pt x="90448" y="1167249"/>
                    <a:pt x="57428" y="1153279"/>
                    <a:pt x="43458" y="1145659"/>
                  </a:cubicBezTo>
                  <a:cubicBezTo>
                    <a:pt x="33298" y="1140579"/>
                    <a:pt x="23138" y="1136769"/>
                    <a:pt x="19328" y="1127879"/>
                  </a:cubicBezTo>
                  <a:cubicBezTo>
                    <a:pt x="14248" y="1118989"/>
                    <a:pt x="14248" y="1103749"/>
                    <a:pt x="18058" y="1093589"/>
                  </a:cubicBezTo>
                  <a:cubicBezTo>
                    <a:pt x="23138" y="1083429"/>
                    <a:pt x="37108" y="1074539"/>
                    <a:pt x="49808" y="1069459"/>
                  </a:cubicBezTo>
                  <a:cubicBezTo>
                    <a:pt x="63778" y="1064379"/>
                    <a:pt x="99338" y="1059299"/>
                    <a:pt x="101878" y="1064379"/>
                  </a:cubicBezTo>
                  <a:cubicBezTo>
                    <a:pt x="103148" y="1068189"/>
                    <a:pt x="90448" y="1083429"/>
                    <a:pt x="82828" y="1085969"/>
                  </a:cubicBezTo>
                  <a:cubicBezTo>
                    <a:pt x="73938" y="1088509"/>
                    <a:pt x="62508" y="1080889"/>
                    <a:pt x="52348" y="1077079"/>
                  </a:cubicBezTo>
                  <a:cubicBezTo>
                    <a:pt x="42188" y="1073269"/>
                    <a:pt x="28218" y="1069459"/>
                    <a:pt x="19328" y="1061839"/>
                  </a:cubicBezTo>
                  <a:cubicBezTo>
                    <a:pt x="10438" y="1054219"/>
                    <a:pt x="278" y="1042789"/>
                    <a:pt x="278" y="1032629"/>
                  </a:cubicBezTo>
                  <a:cubicBezTo>
                    <a:pt x="278" y="1021199"/>
                    <a:pt x="10438" y="1008499"/>
                    <a:pt x="20598" y="999609"/>
                  </a:cubicBezTo>
                  <a:cubicBezTo>
                    <a:pt x="34568" y="988179"/>
                    <a:pt x="79018" y="985639"/>
                    <a:pt x="80288" y="975479"/>
                  </a:cubicBezTo>
                  <a:cubicBezTo>
                    <a:pt x="81558" y="962779"/>
                    <a:pt x="14248" y="946269"/>
                    <a:pt x="9168" y="928489"/>
                  </a:cubicBezTo>
                  <a:cubicBezTo>
                    <a:pt x="6628" y="915789"/>
                    <a:pt x="20598" y="896739"/>
                    <a:pt x="32028" y="885309"/>
                  </a:cubicBezTo>
                  <a:cubicBezTo>
                    <a:pt x="45998" y="872609"/>
                    <a:pt x="89178" y="856099"/>
                    <a:pt x="92988" y="859909"/>
                  </a:cubicBezTo>
                  <a:cubicBezTo>
                    <a:pt x="96798" y="862449"/>
                    <a:pt x="89178" y="882769"/>
                    <a:pt x="81558" y="885309"/>
                  </a:cubicBezTo>
                  <a:cubicBezTo>
                    <a:pt x="70128" y="889119"/>
                    <a:pt x="42188" y="873879"/>
                    <a:pt x="29488" y="866259"/>
                  </a:cubicBezTo>
                  <a:cubicBezTo>
                    <a:pt x="19328" y="859909"/>
                    <a:pt x="11708" y="856099"/>
                    <a:pt x="6628" y="848479"/>
                  </a:cubicBezTo>
                  <a:cubicBezTo>
                    <a:pt x="1548" y="839589"/>
                    <a:pt x="-2262" y="828159"/>
                    <a:pt x="1548" y="817999"/>
                  </a:cubicBezTo>
                  <a:cubicBezTo>
                    <a:pt x="6628" y="800219"/>
                    <a:pt x="39648" y="769739"/>
                    <a:pt x="56158" y="758309"/>
                  </a:cubicBezTo>
                  <a:cubicBezTo>
                    <a:pt x="66318" y="751959"/>
                    <a:pt x="80288" y="744339"/>
                    <a:pt x="85368" y="748149"/>
                  </a:cubicBezTo>
                  <a:cubicBezTo>
                    <a:pt x="90448" y="751959"/>
                    <a:pt x="90448" y="778629"/>
                    <a:pt x="84098" y="783709"/>
                  </a:cubicBezTo>
                  <a:cubicBezTo>
                    <a:pt x="76478" y="790059"/>
                    <a:pt x="48538" y="782439"/>
                    <a:pt x="38378" y="776089"/>
                  </a:cubicBezTo>
                  <a:cubicBezTo>
                    <a:pt x="30758" y="772279"/>
                    <a:pt x="24408" y="763389"/>
                    <a:pt x="25678" y="757039"/>
                  </a:cubicBezTo>
                  <a:cubicBezTo>
                    <a:pt x="25678" y="748149"/>
                    <a:pt x="39648" y="745609"/>
                    <a:pt x="44728" y="729099"/>
                  </a:cubicBezTo>
                  <a:cubicBezTo>
                    <a:pt x="68858" y="652899"/>
                    <a:pt x="-992" y="99179"/>
                    <a:pt x="30758" y="25519"/>
                  </a:cubicBezTo>
                  <a:cubicBezTo>
                    <a:pt x="38378" y="7739"/>
                    <a:pt x="51078" y="-1151"/>
                    <a:pt x="59968" y="119"/>
                  </a:cubicBezTo>
                  <a:cubicBezTo>
                    <a:pt x="67588" y="119"/>
                    <a:pt x="81558" y="25519"/>
                    <a:pt x="81558" y="25519"/>
                  </a:cubicBezTo>
                </a:path>
              </a:pathLst>
            </a:custGeom>
            <a:solidFill>
              <a:srgbClr val="004068"/>
            </a:solidFill>
            <a:ln cap="sq">
              <a:noFill/>
              <a:prstDash val="solid"/>
              <a:miter/>
            </a:ln>
          </p:spPr>
        </p:sp>
      </p:grpSp>
      <p:grpSp>
        <p:nvGrpSpPr>
          <p:cNvPr id="122" name="Group 122"/>
          <p:cNvGrpSpPr/>
          <p:nvPr/>
        </p:nvGrpSpPr>
        <p:grpSpPr>
          <a:xfrm>
            <a:off x="14294168" y="6610350"/>
            <a:ext cx="634365" cy="132398"/>
            <a:chOff x="0" y="0"/>
            <a:chExt cx="845820" cy="176530"/>
          </a:xfrm>
        </p:grpSpPr>
        <p:sp>
          <p:nvSpPr>
            <p:cNvPr id="123" name="Freeform 123"/>
            <p:cNvSpPr/>
            <p:nvPr/>
          </p:nvSpPr>
          <p:spPr>
            <a:xfrm>
              <a:off x="50663" y="50800"/>
              <a:ext cx="743247" cy="82392"/>
            </a:xfrm>
            <a:custGeom>
              <a:avLst/>
              <a:gdLst/>
              <a:ahLst/>
              <a:cxnLst/>
              <a:rect l="l" t="t" r="r" b="b"/>
              <a:pathLst>
                <a:path w="743247" h="82392">
                  <a:moveTo>
                    <a:pt x="29347" y="0"/>
                  </a:moveTo>
                  <a:cubicBezTo>
                    <a:pt x="735467" y="30480"/>
                    <a:pt x="744357" y="41910"/>
                    <a:pt x="743087" y="49530"/>
                  </a:cubicBezTo>
                  <a:cubicBezTo>
                    <a:pt x="743087" y="58420"/>
                    <a:pt x="724037" y="74930"/>
                    <a:pt x="715147" y="73660"/>
                  </a:cubicBezTo>
                  <a:cubicBezTo>
                    <a:pt x="707527" y="73660"/>
                    <a:pt x="692287" y="53340"/>
                    <a:pt x="693557" y="44450"/>
                  </a:cubicBezTo>
                  <a:cubicBezTo>
                    <a:pt x="694827" y="36830"/>
                    <a:pt x="715147" y="22860"/>
                    <a:pt x="724037" y="24130"/>
                  </a:cubicBezTo>
                  <a:cubicBezTo>
                    <a:pt x="731657" y="25400"/>
                    <a:pt x="743087" y="39370"/>
                    <a:pt x="743087" y="46990"/>
                  </a:cubicBezTo>
                  <a:cubicBezTo>
                    <a:pt x="744357" y="55880"/>
                    <a:pt x="738007" y="66040"/>
                    <a:pt x="726577" y="72390"/>
                  </a:cubicBezTo>
                  <a:cubicBezTo>
                    <a:pt x="689747" y="92710"/>
                    <a:pt x="548777" y="76200"/>
                    <a:pt x="444637" y="73660"/>
                  </a:cubicBezTo>
                  <a:cubicBezTo>
                    <a:pt x="317637" y="69850"/>
                    <a:pt x="71257" y="76200"/>
                    <a:pt x="21727" y="50800"/>
                  </a:cubicBezTo>
                  <a:cubicBezTo>
                    <a:pt x="6487" y="43180"/>
                    <a:pt x="-1133" y="33020"/>
                    <a:pt x="137" y="24130"/>
                  </a:cubicBezTo>
                  <a:cubicBezTo>
                    <a:pt x="1407" y="15240"/>
                    <a:pt x="29347" y="0"/>
                    <a:pt x="29347" y="0"/>
                  </a:cubicBezTo>
                </a:path>
              </a:pathLst>
            </a:custGeom>
            <a:solidFill>
              <a:srgbClr val="004068"/>
            </a:solidFill>
            <a:ln cap="sq">
              <a:noFill/>
              <a:prstDash val="solid"/>
              <a:miter/>
            </a:ln>
          </p:spPr>
        </p:sp>
      </p:grpSp>
      <p:grpSp>
        <p:nvGrpSpPr>
          <p:cNvPr id="124" name="Group 124"/>
          <p:cNvGrpSpPr/>
          <p:nvPr/>
        </p:nvGrpSpPr>
        <p:grpSpPr>
          <a:xfrm>
            <a:off x="14377988" y="6717982"/>
            <a:ext cx="467678" cy="121920"/>
            <a:chOff x="0" y="0"/>
            <a:chExt cx="623570" cy="162560"/>
          </a:xfrm>
        </p:grpSpPr>
        <p:sp>
          <p:nvSpPr>
            <p:cNvPr id="125" name="Freeform 125"/>
            <p:cNvSpPr/>
            <p:nvPr/>
          </p:nvSpPr>
          <p:spPr>
            <a:xfrm>
              <a:off x="50641" y="50800"/>
              <a:ext cx="520930" cy="74623"/>
            </a:xfrm>
            <a:custGeom>
              <a:avLst/>
              <a:gdLst/>
              <a:ahLst/>
              <a:cxnLst/>
              <a:rect l="l" t="t" r="r" b="b"/>
              <a:pathLst>
                <a:path w="520930" h="74623">
                  <a:moveTo>
                    <a:pt x="24289" y="0"/>
                  </a:moveTo>
                  <a:cubicBezTo>
                    <a:pt x="511969" y="16510"/>
                    <a:pt x="522129" y="26670"/>
                    <a:pt x="520859" y="35560"/>
                  </a:cubicBezTo>
                  <a:cubicBezTo>
                    <a:pt x="520859" y="44450"/>
                    <a:pt x="501809" y="60960"/>
                    <a:pt x="492919" y="59690"/>
                  </a:cubicBezTo>
                  <a:cubicBezTo>
                    <a:pt x="484029" y="58420"/>
                    <a:pt x="468789" y="38100"/>
                    <a:pt x="470059" y="30480"/>
                  </a:cubicBezTo>
                  <a:cubicBezTo>
                    <a:pt x="472599" y="21590"/>
                    <a:pt x="492919" y="8890"/>
                    <a:pt x="501809" y="8890"/>
                  </a:cubicBezTo>
                  <a:cubicBezTo>
                    <a:pt x="509429" y="10160"/>
                    <a:pt x="520859" y="25400"/>
                    <a:pt x="520859" y="33020"/>
                  </a:cubicBezTo>
                  <a:cubicBezTo>
                    <a:pt x="520859" y="41910"/>
                    <a:pt x="511969" y="53340"/>
                    <a:pt x="495459" y="59690"/>
                  </a:cubicBezTo>
                  <a:cubicBezTo>
                    <a:pt x="437039" y="83820"/>
                    <a:pt x="71279" y="77470"/>
                    <a:pt x="19209" y="49530"/>
                  </a:cubicBezTo>
                  <a:cubicBezTo>
                    <a:pt x="5239" y="41910"/>
                    <a:pt x="-1111" y="30480"/>
                    <a:pt x="159" y="21590"/>
                  </a:cubicBezTo>
                  <a:cubicBezTo>
                    <a:pt x="159" y="13970"/>
                    <a:pt x="24289" y="0"/>
                    <a:pt x="24289" y="0"/>
                  </a:cubicBezTo>
                </a:path>
              </a:pathLst>
            </a:custGeom>
            <a:solidFill>
              <a:srgbClr val="004068"/>
            </a:solidFill>
            <a:ln cap="sq">
              <a:noFill/>
              <a:prstDash val="solid"/>
              <a:miter/>
            </a:ln>
          </p:spPr>
        </p:sp>
      </p:grpSp>
      <p:grpSp>
        <p:nvGrpSpPr>
          <p:cNvPr id="126" name="Group 126"/>
          <p:cNvGrpSpPr/>
          <p:nvPr/>
        </p:nvGrpSpPr>
        <p:grpSpPr>
          <a:xfrm>
            <a:off x="14559915" y="6836093"/>
            <a:ext cx="111442" cy="108585"/>
            <a:chOff x="0" y="0"/>
            <a:chExt cx="148590" cy="144780"/>
          </a:xfrm>
        </p:grpSpPr>
        <p:sp>
          <p:nvSpPr>
            <p:cNvPr id="127" name="Freeform 127"/>
            <p:cNvSpPr/>
            <p:nvPr/>
          </p:nvSpPr>
          <p:spPr>
            <a:xfrm>
              <a:off x="49280" y="49054"/>
              <a:ext cx="47240" cy="40785"/>
            </a:xfrm>
            <a:custGeom>
              <a:avLst/>
              <a:gdLst/>
              <a:ahLst/>
              <a:cxnLst/>
              <a:rect l="l" t="t" r="r" b="b"/>
              <a:pathLst>
                <a:path w="47240" h="40785">
                  <a:moveTo>
                    <a:pt x="47240" y="14446"/>
                  </a:moveTo>
                  <a:cubicBezTo>
                    <a:pt x="25650" y="48736"/>
                    <a:pt x="6600" y="42386"/>
                    <a:pt x="1520" y="34766"/>
                  </a:cubicBezTo>
                  <a:cubicBezTo>
                    <a:pt x="-2290" y="27146"/>
                    <a:pt x="1520" y="6826"/>
                    <a:pt x="7870" y="1746"/>
                  </a:cubicBezTo>
                  <a:cubicBezTo>
                    <a:pt x="14220" y="-3334"/>
                    <a:pt x="40890" y="4286"/>
                    <a:pt x="40890" y="4286"/>
                  </a:cubicBezTo>
                </a:path>
              </a:pathLst>
            </a:custGeom>
            <a:solidFill>
              <a:srgbClr val="004068"/>
            </a:solidFill>
            <a:ln cap="sq">
              <a:noFill/>
              <a:prstDash val="solid"/>
              <a:miter/>
            </a:ln>
          </p:spPr>
        </p:sp>
      </p:grpSp>
      <p:grpSp>
        <p:nvGrpSpPr>
          <p:cNvPr id="128" name="Group 128"/>
          <p:cNvGrpSpPr/>
          <p:nvPr/>
        </p:nvGrpSpPr>
        <p:grpSpPr>
          <a:xfrm>
            <a:off x="14703743" y="6022658"/>
            <a:ext cx="310515" cy="403860"/>
            <a:chOff x="0" y="0"/>
            <a:chExt cx="414020" cy="538480"/>
          </a:xfrm>
        </p:grpSpPr>
        <p:sp>
          <p:nvSpPr>
            <p:cNvPr id="129" name="Freeform 129"/>
            <p:cNvSpPr/>
            <p:nvPr/>
          </p:nvSpPr>
          <p:spPr>
            <a:xfrm>
              <a:off x="43276" y="49485"/>
              <a:ext cx="318871" cy="437354"/>
            </a:xfrm>
            <a:custGeom>
              <a:avLst/>
              <a:gdLst/>
              <a:ahLst/>
              <a:cxnLst/>
              <a:rect l="l" t="t" r="r" b="b"/>
              <a:pathLst>
                <a:path w="318871" h="437354">
                  <a:moveTo>
                    <a:pt x="58324" y="91485"/>
                  </a:moveTo>
                  <a:cubicBezTo>
                    <a:pt x="73564" y="425495"/>
                    <a:pt x="68484" y="433115"/>
                    <a:pt x="60864" y="435655"/>
                  </a:cubicBezTo>
                  <a:cubicBezTo>
                    <a:pt x="54514" y="438195"/>
                    <a:pt x="40544" y="438195"/>
                    <a:pt x="32924" y="429305"/>
                  </a:cubicBezTo>
                  <a:cubicBezTo>
                    <a:pt x="7524" y="397555"/>
                    <a:pt x="4984" y="165145"/>
                    <a:pt x="13874" y="97835"/>
                  </a:cubicBezTo>
                  <a:cubicBezTo>
                    <a:pt x="17684" y="68625"/>
                    <a:pt x="22764" y="50845"/>
                    <a:pt x="35464" y="34335"/>
                  </a:cubicBezTo>
                  <a:cubicBezTo>
                    <a:pt x="46894" y="19095"/>
                    <a:pt x="62134" y="5125"/>
                    <a:pt x="82454" y="1315"/>
                  </a:cubicBezTo>
                  <a:cubicBezTo>
                    <a:pt x="115474" y="-5035"/>
                    <a:pt x="184054" y="12745"/>
                    <a:pt x="214534" y="30525"/>
                  </a:cubicBezTo>
                  <a:cubicBezTo>
                    <a:pt x="236124" y="43225"/>
                    <a:pt x="253904" y="64815"/>
                    <a:pt x="260254" y="81325"/>
                  </a:cubicBezTo>
                  <a:cubicBezTo>
                    <a:pt x="264064" y="95295"/>
                    <a:pt x="261524" y="107995"/>
                    <a:pt x="255174" y="123235"/>
                  </a:cubicBezTo>
                  <a:cubicBezTo>
                    <a:pt x="247554" y="146095"/>
                    <a:pt x="223424" y="179115"/>
                    <a:pt x="204374" y="199435"/>
                  </a:cubicBezTo>
                  <a:cubicBezTo>
                    <a:pt x="186594" y="217215"/>
                    <a:pt x="165004" y="233725"/>
                    <a:pt x="148494" y="241345"/>
                  </a:cubicBezTo>
                  <a:cubicBezTo>
                    <a:pt x="137064" y="247695"/>
                    <a:pt x="125634" y="251505"/>
                    <a:pt x="116744" y="250235"/>
                  </a:cubicBezTo>
                  <a:cubicBezTo>
                    <a:pt x="109124" y="248965"/>
                    <a:pt x="100234" y="242615"/>
                    <a:pt x="97694" y="236265"/>
                  </a:cubicBezTo>
                  <a:cubicBezTo>
                    <a:pt x="93884" y="229915"/>
                    <a:pt x="93884" y="219755"/>
                    <a:pt x="97694" y="213405"/>
                  </a:cubicBezTo>
                  <a:cubicBezTo>
                    <a:pt x="100234" y="207055"/>
                    <a:pt x="106584" y="199435"/>
                    <a:pt x="116744" y="199435"/>
                  </a:cubicBezTo>
                  <a:cubicBezTo>
                    <a:pt x="148494" y="200705"/>
                    <a:pt x="302164" y="307385"/>
                    <a:pt x="316134" y="340405"/>
                  </a:cubicBezTo>
                  <a:cubicBezTo>
                    <a:pt x="321214" y="353105"/>
                    <a:pt x="317404" y="365805"/>
                    <a:pt x="311054" y="370885"/>
                  </a:cubicBezTo>
                  <a:cubicBezTo>
                    <a:pt x="304704" y="377235"/>
                    <a:pt x="286924" y="378505"/>
                    <a:pt x="280574" y="373425"/>
                  </a:cubicBezTo>
                  <a:cubicBezTo>
                    <a:pt x="272954" y="369615"/>
                    <a:pt x="267874" y="353105"/>
                    <a:pt x="269144" y="345485"/>
                  </a:cubicBezTo>
                  <a:cubicBezTo>
                    <a:pt x="270414" y="337865"/>
                    <a:pt x="279304" y="330245"/>
                    <a:pt x="285654" y="327705"/>
                  </a:cubicBezTo>
                  <a:cubicBezTo>
                    <a:pt x="292004" y="326435"/>
                    <a:pt x="303434" y="327705"/>
                    <a:pt x="309784" y="332785"/>
                  </a:cubicBezTo>
                  <a:cubicBezTo>
                    <a:pt x="314864" y="336595"/>
                    <a:pt x="319944" y="346755"/>
                    <a:pt x="318674" y="354375"/>
                  </a:cubicBezTo>
                  <a:cubicBezTo>
                    <a:pt x="318674" y="360725"/>
                    <a:pt x="312324" y="370885"/>
                    <a:pt x="305974" y="374695"/>
                  </a:cubicBezTo>
                  <a:cubicBezTo>
                    <a:pt x="300894" y="378505"/>
                    <a:pt x="293274" y="378505"/>
                    <a:pt x="283114" y="374695"/>
                  </a:cubicBezTo>
                  <a:cubicBezTo>
                    <a:pt x="248824" y="364535"/>
                    <a:pt x="118014" y="275635"/>
                    <a:pt x="100234" y="241345"/>
                  </a:cubicBezTo>
                  <a:cubicBezTo>
                    <a:pt x="93884" y="228645"/>
                    <a:pt x="95154" y="217215"/>
                    <a:pt x="101504" y="208325"/>
                  </a:cubicBezTo>
                  <a:cubicBezTo>
                    <a:pt x="107854" y="196895"/>
                    <a:pt x="130714" y="194355"/>
                    <a:pt x="144684" y="181655"/>
                  </a:cubicBezTo>
                  <a:cubicBezTo>
                    <a:pt x="166274" y="163875"/>
                    <a:pt x="208184" y="124505"/>
                    <a:pt x="209454" y="104185"/>
                  </a:cubicBezTo>
                  <a:cubicBezTo>
                    <a:pt x="210724" y="94025"/>
                    <a:pt x="205644" y="85135"/>
                    <a:pt x="196754" y="77515"/>
                  </a:cubicBezTo>
                  <a:cubicBezTo>
                    <a:pt x="180244" y="64815"/>
                    <a:pt x="125634" y="49575"/>
                    <a:pt x="104044" y="50845"/>
                  </a:cubicBezTo>
                  <a:cubicBezTo>
                    <a:pt x="91344" y="52115"/>
                    <a:pt x="82454" y="58465"/>
                    <a:pt x="76104" y="66085"/>
                  </a:cubicBezTo>
                  <a:cubicBezTo>
                    <a:pt x="68484" y="73705"/>
                    <a:pt x="67214" y="81325"/>
                    <a:pt x="64674" y="99105"/>
                  </a:cubicBezTo>
                  <a:cubicBezTo>
                    <a:pt x="57054" y="151175"/>
                    <a:pt x="93884" y="377235"/>
                    <a:pt x="77374" y="417875"/>
                  </a:cubicBezTo>
                  <a:cubicBezTo>
                    <a:pt x="72294" y="430575"/>
                    <a:pt x="63404" y="435655"/>
                    <a:pt x="55784" y="436925"/>
                  </a:cubicBezTo>
                  <a:cubicBezTo>
                    <a:pt x="48164" y="438195"/>
                    <a:pt x="39274" y="436925"/>
                    <a:pt x="32924" y="429305"/>
                  </a:cubicBezTo>
                  <a:cubicBezTo>
                    <a:pt x="8794" y="397555"/>
                    <a:pt x="-11526" y="138475"/>
                    <a:pt x="7524" y="91485"/>
                  </a:cubicBezTo>
                  <a:cubicBezTo>
                    <a:pt x="13874" y="74975"/>
                    <a:pt x="27844" y="64815"/>
                    <a:pt x="35464" y="66085"/>
                  </a:cubicBezTo>
                  <a:cubicBezTo>
                    <a:pt x="44354" y="66085"/>
                    <a:pt x="58324" y="91485"/>
                    <a:pt x="58324" y="91485"/>
                  </a:cubicBezTo>
                </a:path>
              </a:pathLst>
            </a:custGeom>
            <a:solidFill>
              <a:srgbClr val="004068"/>
            </a:solidFill>
            <a:ln cap="sq">
              <a:noFill/>
              <a:prstDash val="solid"/>
              <a:miter/>
            </a:ln>
          </p:spPr>
        </p:sp>
      </p:grpSp>
      <p:sp>
        <p:nvSpPr>
          <p:cNvPr id="130" name="Freeform 130"/>
          <p:cNvSpPr/>
          <p:nvPr/>
        </p:nvSpPr>
        <p:spPr>
          <a:xfrm>
            <a:off x="10876997" y="8213530"/>
            <a:ext cx="365897" cy="265218"/>
          </a:xfrm>
          <a:custGeom>
            <a:avLst/>
            <a:gdLst/>
            <a:ahLst/>
            <a:cxnLst/>
            <a:rect l="l" t="t" r="r" b="b"/>
            <a:pathLst>
              <a:path w="365897" h="265218">
                <a:moveTo>
                  <a:pt x="0" y="0"/>
                </a:moveTo>
                <a:lnTo>
                  <a:pt x="365897" y="0"/>
                </a:lnTo>
                <a:lnTo>
                  <a:pt x="365897" y="265218"/>
                </a:lnTo>
                <a:lnTo>
                  <a:pt x="0" y="26521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1" name="TextBox 13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2" name="TextBox 132"/>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33" name="TextBox 133"/>
          <p:cNvSpPr txBox="1"/>
          <p:nvPr/>
        </p:nvSpPr>
        <p:spPr>
          <a:xfrm>
            <a:off x="65760" y="2020332"/>
            <a:ext cx="2120255"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LED :</a:t>
            </a:r>
          </a:p>
        </p:txBody>
      </p:sp>
      <p:sp>
        <p:nvSpPr>
          <p:cNvPr id="134" name="TextBox 134"/>
          <p:cNvSpPr txBox="1"/>
          <p:nvPr/>
        </p:nvSpPr>
        <p:spPr>
          <a:xfrm>
            <a:off x="1205442" y="3350776"/>
            <a:ext cx="4186363"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Negative Logic</a:t>
            </a:r>
          </a:p>
        </p:txBody>
      </p:sp>
      <p:sp>
        <p:nvSpPr>
          <p:cNvPr id="135" name="TextBox 135"/>
          <p:cNvSpPr txBox="1"/>
          <p:nvPr/>
        </p:nvSpPr>
        <p:spPr>
          <a:xfrm>
            <a:off x="12503511" y="3350776"/>
            <a:ext cx="4186363"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Positive Logic</a:t>
            </a:r>
          </a:p>
        </p:txBody>
      </p:sp>
      <p:sp>
        <p:nvSpPr>
          <p:cNvPr id="136" name="TextBox 136"/>
          <p:cNvSpPr txBox="1"/>
          <p:nvPr/>
        </p:nvSpPr>
        <p:spPr>
          <a:xfrm>
            <a:off x="7045106" y="7861935"/>
            <a:ext cx="4186363" cy="86363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R= 220 : 350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504420" y="4599695"/>
            <a:ext cx="7616793" cy="2530191"/>
          </a:xfrm>
          <a:custGeom>
            <a:avLst/>
            <a:gdLst/>
            <a:ahLst/>
            <a:cxnLst/>
            <a:rect l="l" t="t" r="r" b="b"/>
            <a:pathLst>
              <a:path w="7616793" h="2530191">
                <a:moveTo>
                  <a:pt x="0" y="0"/>
                </a:moveTo>
                <a:lnTo>
                  <a:pt x="7616793" y="0"/>
                </a:lnTo>
                <a:lnTo>
                  <a:pt x="7616793" y="2530191"/>
                </a:lnTo>
                <a:lnTo>
                  <a:pt x="0" y="2530191"/>
                </a:lnTo>
                <a:lnTo>
                  <a:pt x="0" y="0"/>
                </a:lnTo>
                <a:close/>
              </a:path>
            </a:pathLst>
          </a:custGeom>
          <a:blipFill>
            <a:blip r:embed="rId9"/>
            <a:stretch>
              <a:fillRect/>
            </a:stretch>
          </a:blipFill>
        </p:spPr>
      </p:sp>
      <p:sp>
        <p:nvSpPr>
          <p:cNvPr id="13" name="Freeform 13"/>
          <p:cNvSpPr/>
          <p:nvPr/>
        </p:nvSpPr>
        <p:spPr>
          <a:xfrm>
            <a:off x="10418410" y="2914494"/>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0"/>
            <a:stretch>
              <a:fillRect/>
            </a:stretch>
          </a:blipFill>
        </p:spPr>
      </p:sp>
      <p:sp>
        <p:nvSpPr>
          <p:cNvPr id="14" name="Freeform 14"/>
          <p:cNvSpPr/>
          <p:nvPr/>
        </p:nvSpPr>
        <p:spPr>
          <a:xfrm>
            <a:off x="10418410" y="5705552"/>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1"/>
            <a:stretch>
              <a:fillRect r="-11620"/>
            </a:stretch>
          </a:blipFill>
        </p:spPr>
      </p:sp>
      <p:sp>
        <p:nvSpPr>
          <p:cNvPr id="15" name="Freeform 15"/>
          <p:cNvSpPr/>
          <p:nvPr/>
        </p:nvSpPr>
        <p:spPr>
          <a:xfrm>
            <a:off x="12962607" y="2914494"/>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2"/>
            <a:stretch>
              <a:fillRect r="-8220"/>
            </a:stretch>
          </a:blipFill>
        </p:spPr>
      </p:sp>
      <p:sp>
        <p:nvSpPr>
          <p:cNvPr id="16" name="Freeform 16"/>
          <p:cNvSpPr/>
          <p:nvPr/>
        </p:nvSpPr>
        <p:spPr>
          <a:xfrm>
            <a:off x="12962607" y="5705552"/>
            <a:ext cx="2280617" cy="2481907"/>
          </a:xfrm>
          <a:custGeom>
            <a:avLst/>
            <a:gdLst/>
            <a:ahLst/>
            <a:cxnLst/>
            <a:rect l="l" t="t" r="r" b="b"/>
            <a:pathLst>
              <a:path w="2280617" h="2481907">
                <a:moveTo>
                  <a:pt x="0" y="0"/>
                </a:moveTo>
                <a:lnTo>
                  <a:pt x="2280617" y="0"/>
                </a:lnTo>
                <a:lnTo>
                  <a:pt x="2280617" y="2481907"/>
                </a:lnTo>
                <a:lnTo>
                  <a:pt x="0" y="2481907"/>
                </a:lnTo>
                <a:lnTo>
                  <a:pt x="0" y="0"/>
                </a:lnTo>
                <a:close/>
              </a:path>
            </a:pathLst>
          </a:custGeom>
          <a:blipFill>
            <a:blip r:embed="rId13"/>
            <a:stretch>
              <a:fillRect r="-21464"/>
            </a:stretch>
          </a:blipFill>
        </p:spPr>
      </p:sp>
      <p:sp>
        <p:nvSpPr>
          <p:cNvPr id="17" name="Freeform 17"/>
          <p:cNvSpPr/>
          <p:nvPr/>
        </p:nvSpPr>
        <p:spPr>
          <a:xfrm>
            <a:off x="15504101" y="4835612"/>
            <a:ext cx="2254217" cy="2508731"/>
          </a:xfrm>
          <a:custGeom>
            <a:avLst/>
            <a:gdLst/>
            <a:ahLst/>
            <a:cxnLst/>
            <a:rect l="l" t="t" r="r" b="b"/>
            <a:pathLst>
              <a:path w="2254217" h="2508731">
                <a:moveTo>
                  <a:pt x="0" y="0"/>
                </a:moveTo>
                <a:lnTo>
                  <a:pt x="2254217" y="0"/>
                </a:lnTo>
                <a:lnTo>
                  <a:pt x="2254217" y="2508731"/>
                </a:lnTo>
                <a:lnTo>
                  <a:pt x="0" y="2508731"/>
                </a:lnTo>
                <a:lnTo>
                  <a:pt x="0" y="0"/>
                </a:lnTo>
                <a:close/>
              </a:path>
            </a:pathLst>
          </a:custGeom>
          <a:blipFill>
            <a:blip r:embed="rId14"/>
            <a:stretch>
              <a:fillRect l="-7235" r="-33422"/>
            </a:stretch>
          </a:blipFill>
        </p:spPr>
      </p:sp>
      <p:sp>
        <p:nvSpPr>
          <p:cNvPr id="18" name="TextBox 1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9" name="TextBox 19"/>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20" name="TextBox 20"/>
          <p:cNvSpPr txBox="1"/>
          <p:nvPr/>
        </p:nvSpPr>
        <p:spPr>
          <a:xfrm>
            <a:off x="504420" y="3035668"/>
            <a:ext cx="10144041" cy="105716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 Mechanical Switch is an electrical component that can connect or break an electrical circuit.</a:t>
            </a:r>
          </a:p>
        </p:txBody>
      </p:sp>
      <p:sp>
        <p:nvSpPr>
          <p:cNvPr id="21" name="TextBox 21"/>
          <p:cNvSpPr txBox="1"/>
          <p:nvPr/>
        </p:nvSpPr>
        <p:spPr>
          <a:xfrm>
            <a:off x="273456" y="1925750"/>
            <a:ext cx="5672511"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Mechanical Switch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4653540" y="4865004"/>
            <a:ext cx="9112607" cy="3905403"/>
          </a:xfrm>
          <a:custGeom>
            <a:avLst/>
            <a:gdLst/>
            <a:ahLst/>
            <a:cxnLst/>
            <a:rect l="l" t="t" r="r" b="b"/>
            <a:pathLst>
              <a:path w="9112607" h="3905403">
                <a:moveTo>
                  <a:pt x="0" y="0"/>
                </a:moveTo>
                <a:lnTo>
                  <a:pt x="9112607" y="0"/>
                </a:lnTo>
                <a:lnTo>
                  <a:pt x="9112607" y="3905403"/>
                </a:lnTo>
                <a:lnTo>
                  <a:pt x="0" y="3905403"/>
                </a:lnTo>
                <a:lnTo>
                  <a:pt x="0" y="0"/>
                </a:lnTo>
                <a:close/>
              </a:path>
            </a:pathLst>
          </a:custGeom>
          <a:blipFill>
            <a:blip r:embed="rId9"/>
            <a:stretch>
              <a:fillRect/>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273456" y="1925750"/>
            <a:ext cx="5672511"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Mechanical Switch :</a:t>
            </a:r>
          </a:p>
        </p:txBody>
      </p:sp>
      <p:sp>
        <p:nvSpPr>
          <p:cNvPr id="16" name="TextBox 16"/>
          <p:cNvSpPr txBox="1"/>
          <p:nvPr/>
        </p:nvSpPr>
        <p:spPr>
          <a:xfrm>
            <a:off x="508161" y="3145715"/>
            <a:ext cx="12572323" cy="523821"/>
          </a:xfrm>
          <a:prstGeom prst="rect">
            <a:avLst/>
          </a:prstGeom>
        </p:spPr>
        <p:txBody>
          <a:bodyPr lIns="0" tIns="0" rIns="0" bIns="0" rtlCol="0" anchor="t">
            <a:spAutoFit/>
          </a:bodyPr>
          <a:lstStyle/>
          <a:p>
            <a:pPr algn="ctr">
              <a:lnSpc>
                <a:spcPts val="4200"/>
              </a:lnSpc>
              <a:spcBef>
                <a:spcPct val="0"/>
              </a:spcBef>
            </a:pPr>
            <a:r>
              <a:rPr lang="en-US" sz="3000">
                <a:solidFill>
                  <a:srgbClr val="004068"/>
                </a:solidFill>
                <a:latin typeface="Anton"/>
                <a:ea typeface="Anton"/>
                <a:cs typeface="Anton"/>
                <a:sym typeface="Anton"/>
              </a:rPr>
              <a:t> Switch shall be connected by pull up or pull down resistor to avoid short circuits.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2043616" y="5657748"/>
            <a:ext cx="5215684" cy="2852735"/>
          </a:xfrm>
          <a:custGeom>
            <a:avLst/>
            <a:gdLst/>
            <a:ahLst/>
            <a:cxnLst/>
            <a:rect l="l" t="t" r="r" b="b"/>
            <a:pathLst>
              <a:path w="5215684" h="2852735">
                <a:moveTo>
                  <a:pt x="0" y="0"/>
                </a:moveTo>
                <a:lnTo>
                  <a:pt x="5215684" y="0"/>
                </a:lnTo>
                <a:lnTo>
                  <a:pt x="5215684" y="2852735"/>
                </a:lnTo>
                <a:lnTo>
                  <a:pt x="0" y="2852735"/>
                </a:lnTo>
                <a:lnTo>
                  <a:pt x="0" y="0"/>
                </a:lnTo>
                <a:close/>
              </a:path>
            </a:pathLst>
          </a:custGeom>
          <a:blipFill>
            <a:blip r:embed="rId9"/>
            <a:stretch>
              <a:fillRect t="-14101" b="-16492"/>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0" y="1871814"/>
            <a:ext cx="5672511" cy="86363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De-bonce Issue</a:t>
            </a:r>
          </a:p>
        </p:txBody>
      </p:sp>
      <p:sp>
        <p:nvSpPr>
          <p:cNvPr id="16" name="TextBox 16"/>
          <p:cNvSpPr txBox="1"/>
          <p:nvPr/>
        </p:nvSpPr>
        <p:spPr>
          <a:xfrm>
            <a:off x="884362" y="2925947"/>
            <a:ext cx="11780215"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When the Push Button is pressed the switch does not provide a clean edge The input value is bouncing for 10-30 ms</a:t>
            </a:r>
          </a:p>
        </p:txBody>
      </p:sp>
      <p:sp>
        <p:nvSpPr>
          <p:cNvPr id="17" name="TextBox 17"/>
          <p:cNvSpPr txBox="1"/>
          <p:nvPr/>
        </p:nvSpPr>
        <p:spPr>
          <a:xfrm>
            <a:off x="704493" y="4768035"/>
            <a:ext cx="10130954" cy="1590874"/>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If this signal was used as an input to a digital counter for example you would get multiple counts rather than the expected single count</a:t>
            </a:r>
          </a:p>
        </p:txBody>
      </p:sp>
      <p:sp>
        <p:nvSpPr>
          <p:cNvPr id="18" name="TextBox 18"/>
          <p:cNvSpPr txBox="1"/>
          <p:nvPr/>
        </p:nvSpPr>
        <p:spPr>
          <a:xfrm>
            <a:off x="884362" y="6733678"/>
            <a:ext cx="1013095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Sol:</a:t>
            </a:r>
          </a:p>
        </p:txBody>
      </p:sp>
      <p:sp>
        <p:nvSpPr>
          <p:cNvPr id="19" name="TextBox 19"/>
          <p:cNvSpPr txBox="1"/>
          <p:nvPr/>
        </p:nvSpPr>
        <p:spPr>
          <a:xfrm>
            <a:off x="884362" y="7448119"/>
            <a:ext cx="10130954" cy="105740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1-Software</a:t>
            </a:r>
          </a:p>
          <a:p>
            <a:pPr algn="l">
              <a:lnSpc>
                <a:spcPts val="4200"/>
              </a:lnSpc>
              <a:spcBef>
                <a:spcPct val="0"/>
              </a:spcBef>
            </a:pPr>
            <a:r>
              <a:rPr lang="en-US" sz="3000">
                <a:solidFill>
                  <a:srgbClr val="004068"/>
                </a:solidFill>
                <a:latin typeface="Anton"/>
                <a:ea typeface="Anton"/>
                <a:cs typeface="Anton"/>
                <a:sym typeface="Anton"/>
              </a:rPr>
              <a:t>2-hardawre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305775" y="556480"/>
            <a:ext cx="3808137" cy="849189"/>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infinite Loop</a:t>
            </a:r>
          </a:p>
        </p:txBody>
      </p:sp>
      <p:sp>
        <p:nvSpPr>
          <p:cNvPr id="14" name="TextBox 14"/>
          <p:cNvSpPr txBox="1"/>
          <p:nvPr/>
        </p:nvSpPr>
        <p:spPr>
          <a:xfrm>
            <a:off x="704493" y="2044935"/>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Any C project in Embedded Systems application shall have an infinite loop called Super loop . This loop is a must even if you will leave it empty!!</a:t>
            </a:r>
          </a:p>
        </p:txBody>
      </p:sp>
      <p:sp>
        <p:nvSpPr>
          <p:cNvPr id="15" name="TextBox 15"/>
          <p:cNvSpPr txBox="1"/>
          <p:nvPr/>
        </p:nvSpPr>
        <p:spPr>
          <a:xfrm>
            <a:off x="704493" y="3561573"/>
            <a:ext cx="1332073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Super loop used as here we have an embedded application used for a certain purpose</a:t>
            </a:r>
          </a:p>
        </p:txBody>
      </p:sp>
      <p:sp>
        <p:nvSpPr>
          <p:cNvPr id="16" name="TextBox 16"/>
          <p:cNvSpPr txBox="1"/>
          <p:nvPr/>
        </p:nvSpPr>
        <p:spPr>
          <a:xfrm>
            <a:off x="704493" y="4619559"/>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This loop prevents the program counter ( PC ) from continues incrementing over the flash memory and execute a garbage code.</a:t>
            </a:r>
          </a:p>
        </p:txBody>
      </p:sp>
      <p:sp>
        <p:nvSpPr>
          <p:cNvPr id="17" name="TextBox 17"/>
          <p:cNvSpPr txBox="1"/>
          <p:nvPr/>
        </p:nvSpPr>
        <p:spPr>
          <a:xfrm>
            <a:off x="704493" y="6210366"/>
            <a:ext cx="2120255"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while(1) {</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a:t>
            </a:r>
          </a:p>
        </p:txBody>
      </p:sp>
      <p:sp>
        <p:nvSpPr>
          <p:cNvPr id="18" name="TextBox 18"/>
          <p:cNvSpPr txBox="1"/>
          <p:nvPr/>
        </p:nvSpPr>
        <p:spPr>
          <a:xfrm>
            <a:off x="7949101" y="6134166"/>
            <a:ext cx="2827081"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for(;;){</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a:t>
            </a:r>
          </a:p>
        </p:txBody>
      </p:sp>
      <p:sp>
        <p:nvSpPr>
          <p:cNvPr id="19" name="TextBox 19"/>
          <p:cNvSpPr txBox="1"/>
          <p:nvPr/>
        </p:nvSpPr>
        <p:spPr>
          <a:xfrm>
            <a:off x="14666716" y="6210366"/>
            <a:ext cx="2827081"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loop:</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gotoloop;</a:t>
            </a:r>
          </a:p>
        </p:txBody>
      </p:sp>
      <p:sp>
        <p:nvSpPr>
          <p:cNvPr id="20" name="TextBox 20"/>
          <p:cNvSpPr txBox="1"/>
          <p:nvPr/>
        </p:nvSpPr>
        <p:spPr>
          <a:xfrm>
            <a:off x="387500" y="8246504"/>
            <a:ext cx="2247121"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Most Common</a:t>
            </a:r>
          </a:p>
        </p:txBody>
      </p:sp>
      <p:sp>
        <p:nvSpPr>
          <p:cNvPr id="21" name="TextBox 21"/>
          <p:cNvSpPr txBox="1"/>
          <p:nvPr/>
        </p:nvSpPr>
        <p:spPr>
          <a:xfrm>
            <a:off x="7511818" y="8367919"/>
            <a:ext cx="326436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Better performance</a:t>
            </a:r>
          </a:p>
        </p:txBody>
      </p:sp>
      <p:sp>
        <p:nvSpPr>
          <p:cNvPr id="22" name="TextBox 22"/>
          <p:cNvSpPr txBox="1"/>
          <p:nvPr/>
        </p:nvSpPr>
        <p:spPr>
          <a:xfrm>
            <a:off x="14775459" y="8246504"/>
            <a:ext cx="326436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Not Good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6879866" y="556480"/>
            <a:ext cx="4659954" cy="849189"/>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Busy loop Delay</a:t>
            </a:r>
          </a:p>
        </p:txBody>
      </p:sp>
      <p:sp>
        <p:nvSpPr>
          <p:cNvPr id="14" name="TextBox 14"/>
          <p:cNvSpPr txBox="1"/>
          <p:nvPr/>
        </p:nvSpPr>
        <p:spPr>
          <a:xfrm>
            <a:off x="704493" y="2044935"/>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Software Technique to make the processor halt it’s activity for a certain time using loop.</a:t>
            </a:r>
          </a:p>
        </p:txBody>
      </p:sp>
      <p:sp>
        <p:nvSpPr>
          <p:cNvPr id="15" name="TextBox 15"/>
          <p:cNvSpPr txBox="1"/>
          <p:nvPr/>
        </p:nvSpPr>
        <p:spPr>
          <a:xfrm>
            <a:off x="704493" y="3561573"/>
            <a:ext cx="1332073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Delay Library “util/delay.h” In AVR provides Two basic functions:</a:t>
            </a:r>
          </a:p>
        </p:txBody>
      </p:sp>
      <p:sp>
        <p:nvSpPr>
          <p:cNvPr id="16" name="TextBox 16"/>
          <p:cNvSpPr txBox="1"/>
          <p:nvPr/>
        </p:nvSpPr>
        <p:spPr>
          <a:xfrm>
            <a:off x="704493" y="4409365"/>
            <a:ext cx="13320734" cy="105740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_delay_ms (value in ms);</a:t>
            </a:r>
          </a:p>
          <a:p>
            <a:pPr algn="l">
              <a:lnSpc>
                <a:spcPts val="4200"/>
              </a:lnSpc>
              <a:spcBef>
                <a:spcPct val="0"/>
              </a:spcBef>
            </a:pPr>
            <a:r>
              <a:rPr lang="en-US" sz="3000">
                <a:solidFill>
                  <a:srgbClr val="004068"/>
                </a:solidFill>
                <a:latin typeface="Anton"/>
                <a:ea typeface="Anton"/>
                <a:cs typeface="Anton"/>
                <a:sym typeface="Anton"/>
              </a:rPr>
              <a:t>_delay_us (value in us);</a:t>
            </a:r>
          </a:p>
        </p:txBody>
      </p:sp>
      <p:sp>
        <p:nvSpPr>
          <p:cNvPr id="17" name="TextBox 17"/>
          <p:cNvSpPr txBox="1"/>
          <p:nvPr/>
        </p:nvSpPr>
        <p:spPr>
          <a:xfrm>
            <a:off x="704493" y="5780830"/>
            <a:ext cx="10694839"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Before Using the delay library we have to define our system frequency through the F_CPU macro used by the delay library:</a:t>
            </a:r>
          </a:p>
        </p:txBody>
      </p:sp>
      <p:sp>
        <p:nvSpPr>
          <p:cNvPr id="18" name="TextBox 18"/>
          <p:cNvSpPr txBox="1"/>
          <p:nvPr/>
        </p:nvSpPr>
        <p:spPr>
          <a:xfrm>
            <a:off x="704493" y="7152296"/>
            <a:ext cx="10694839"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#define F_CPU 8000000UL 8MHZ</a:t>
            </a:r>
          </a:p>
        </p:txBody>
      </p:sp>
      <p:sp>
        <p:nvSpPr>
          <p:cNvPr id="19" name="TextBox 19"/>
          <p:cNvSpPr txBox="1"/>
          <p:nvPr/>
        </p:nvSpPr>
        <p:spPr>
          <a:xfrm>
            <a:off x="704493" y="7990562"/>
            <a:ext cx="10694839"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If not defined it will use its default frequency value which is 1Mhz</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6141555" y="639402"/>
            <a:ext cx="1488577" cy="1377610"/>
          </a:xfrm>
          <a:custGeom>
            <a:avLst/>
            <a:gdLst/>
            <a:ahLst/>
            <a:cxnLst/>
            <a:rect l="l" t="t" r="r" b="b"/>
            <a:pathLst>
              <a:path w="1488577" h="1377610">
                <a:moveTo>
                  <a:pt x="0" y="0"/>
                </a:moveTo>
                <a:lnTo>
                  <a:pt x="1488577" y="0"/>
                </a:lnTo>
                <a:lnTo>
                  <a:pt x="1488577" y="1377611"/>
                </a:lnTo>
                <a:lnTo>
                  <a:pt x="0" y="13776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874655" y="89179"/>
            <a:ext cx="3005187" cy="2230407"/>
          </a:xfrm>
          <a:prstGeom prst="rect">
            <a:avLst/>
          </a:prstGeom>
        </p:spPr>
        <p:txBody>
          <a:bodyPr lIns="0" tIns="0" rIns="0" bIns="0" rtlCol="0" anchor="t">
            <a:spAutoFit/>
          </a:bodyPr>
          <a:lstStyle/>
          <a:p>
            <a:pPr algn="ctr">
              <a:lnSpc>
                <a:spcPts val="18262"/>
              </a:lnSpc>
              <a:spcBef>
                <a:spcPct val="0"/>
              </a:spcBef>
            </a:pPr>
            <a:r>
              <a:rPr lang="en-US" sz="13044">
                <a:solidFill>
                  <a:srgbClr val="FFFFFF"/>
                </a:solidFill>
                <a:latin typeface="Anton"/>
                <a:ea typeface="Anton"/>
                <a:cs typeface="Anton"/>
                <a:sym typeface="Anton"/>
              </a:rPr>
              <a:t>TASK</a:t>
            </a:r>
          </a:p>
        </p:txBody>
      </p:sp>
      <p:sp>
        <p:nvSpPr>
          <p:cNvPr id="16" name="TextBox 16"/>
          <p:cNvSpPr txBox="1"/>
          <p:nvPr/>
        </p:nvSpPr>
        <p:spPr>
          <a:xfrm>
            <a:off x="1001981" y="4788590"/>
            <a:ext cx="16068293" cy="927411"/>
          </a:xfrm>
          <a:prstGeom prst="rect">
            <a:avLst/>
          </a:prstGeom>
        </p:spPr>
        <p:txBody>
          <a:bodyPr lIns="0" tIns="0" rIns="0" bIns="0" rtlCol="0" anchor="t">
            <a:spAutoFit/>
          </a:bodyPr>
          <a:lstStyle/>
          <a:p>
            <a:pPr algn="l">
              <a:lnSpc>
                <a:spcPts val="7576"/>
              </a:lnSpc>
              <a:spcBef>
                <a:spcPct val="0"/>
              </a:spcBef>
            </a:pPr>
            <a:r>
              <a:rPr lang="en-US" sz="5412">
                <a:solidFill>
                  <a:srgbClr val="FFFFFF"/>
                </a:solidFill>
                <a:latin typeface="Anton"/>
                <a:ea typeface="Anton"/>
                <a:cs typeface="Anton"/>
                <a:sym typeface="Anton"/>
              </a:rPr>
              <a:t>• Build:  Button → LED system  Using layered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1829</Words>
  <Application>Microsoft Office PowerPoint</Application>
  <PresentationFormat>Custom</PresentationFormat>
  <Paragraphs>285</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Anton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dc:title>
  <cp:lastModifiedBy>Mohamed Magdy</cp:lastModifiedBy>
  <cp:revision>2</cp:revision>
  <dcterms:created xsi:type="dcterms:W3CDTF">2006-08-16T00:00:00Z</dcterms:created>
  <dcterms:modified xsi:type="dcterms:W3CDTF">2026-02-13T17:33:26Z</dcterms:modified>
  <dc:identifier>DAHAXMz8zqM</dc:identifier>
</cp:coreProperties>
</file>