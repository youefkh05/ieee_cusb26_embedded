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8" r:id="rId2"/>
    <p:sldId id="319" r:id="rId3"/>
    <p:sldId id="320" r:id="rId4"/>
    <p:sldId id="30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318"/>
            <p14:sldId id="319"/>
            <p14:sldId id="320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sma khaled" initials="bk" lastIdx="1" clrIdx="0">
    <p:extLst>
      <p:ext uri="{19B8F6BF-5375-455C-9EA6-DF929625EA0E}">
        <p15:presenceInfo xmlns:p15="http://schemas.microsoft.com/office/powerpoint/2012/main" userId="b0b62183d6b50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1B5"/>
    <a:srgbClr val="004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2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8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64D661-F867-4F82-1E1E-C0E100543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29441-AB25-CF64-0A11-FAF8DE84DE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4006D8-F575-8EF9-A846-7E1F9EE35186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76DA6144-47F6-BDAB-3563-EDB085A1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415236-85B5-D628-D9B1-3E28D4EFD1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76F7E-02D7-0AB7-4B1B-8014B4A6097B}"/>
              </a:ext>
            </a:extLst>
          </p:cNvPr>
          <p:cNvSpPr txBox="1"/>
          <p:nvPr/>
        </p:nvSpPr>
        <p:spPr>
          <a:xfrm>
            <a:off x="553572" y="1454537"/>
            <a:ext cx="11037573" cy="1077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Task: Implement UART communication to transmit real-time sensor data to a computer.</a:t>
            </a:r>
          </a:p>
          <a:p>
            <a:endParaRPr lang="en-US" sz="40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AD270-0A3C-4228-A1B4-7C882B8E7680}"/>
              </a:ext>
            </a:extLst>
          </p:cNvPr>
          <p:cNvSpPr txBox="1"/>
          <p:nvPr/>
        </p:nvSpPr>
        <p:spPr>
          <a:xfrm>
            <a:off x="914400" y="2387600"/>
            <a:ext cx="95165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UART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baud rate (e.g., 9600 bps)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sensor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formatted data via TX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output on PC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43176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64D661-F867-4F82-1E1E-C0E100543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29441-AB25-CF64-0A11-FAF8DE84DE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4006D8-F575-8EF9-A846-7E1F9EE35186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76DA6144-47F6-BDAB-3563-EDB085A1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415236-85B5-D628-D9B1-3E28D4EFD1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76F7E-02D7-0AB7-4B1B-8014B4A6097B}"/>
              </a:ext>
            </a:extLst>
          </p:cNvPr>
          <p:cNvSpPr txBox="1"/>
          <p:nvPr/>
        </p:nvSpPr>
        <p:spPr>
          <a:xfrm>
            <a:off x="1597385" y="701223"/>
            <a:ext cx="182870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solution</a:t>
            </a:r>
            <a:endParaRPr lang="en-US" sz="40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E77C44-9A08-4334-A050-2BAD34137C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74" y="1348625"/>
            <a:ext cx="4633458" cy="35773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3A3F59-F946-4FF0-B0DF-B8887EF14A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19" y="1348624"/>
            <a:ext cx="4747128" cy="35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4212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64D661-F867-4F82-1E1E-C0E100543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29441-AB25-CF64-0A11-FAF8DE84DE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F4006D8-F575-8EF9-A846-7E1F9EE35186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76DA6144-47F6-BDAB-3563-EDB085A1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415236-85B5-D628-D9B1-3E28D4EFD1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76F7E-02D7-0AB7-4B1B-8014B4A6097B}"/>
              </a:ext>
            </a:extLst>
          </p:cNvPr>
          <p:cNvSpPr txBox="1"/>
          <p:nvPr/>
        </p:nvSpPr>
        <p:spPr>
          <a:xfrm>
            <a:off x="1597385" y="701223"/>
            <a:ext cx="182870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solution</a:t>
            </a:r>
            <a:endParaRPr lang="en-US" sz="40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C59D57-44B9-4763-AD19-86BC57BF12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03" y="1962333"/>
            <a:ext cx="8850793" cy="2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3545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3DF88318-EE4D-BBFA-88E2-47338D74AB71}"/>
              </a:ext>
            </a:extLst>
          </p:cNvPr>
          <p:cNvSpPr>
            <a:spLocks noGrp="1"/>
          </p:cNvSpPr>
          <p:nvPr/>
        </p:nvSpPr>
        <p:spPr>
          <a:xfrm>
            <a:off x="3697130" y="1505752"/>
            <a:ext cx="46402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0" name="Title 14">
            <a:extLst>
              <a:ext uri="{FF2B5EF4-FFF2-40B4-BE49-F238E27FC236}">
                <a16:creationId xmlns:a16="http://schemas.microsoft.com/office/drawing/2014/main" id="{5B74792E-961E-0D4F-4546-DC2409F89C56}"/>
              </a:ext>
            </a:extLst>
          </p:cNvPr>
          <p:cNvSpPr txBox="1">
            <a:spLocks/>
          </p:cNvSpPr>
          <p:nvPr/>
        </p:nvSpPr>
        <p:spPr>
          <a:xfrm>
            <a:off x="3405904" y="3046969"/>
            <a:ext cx="5222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60382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6747</TotalTime>
  <Words>53</Words>
  <Application>Microsoft Office PowerPoint</Application>
  <PresentationFormat>Widescreen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basma khaled</cp:lastModifiedBy>
  <cp:revision>468</cp:revision>
  <dcterms:created xsi:type="dcterms:W3CDTF">2025-01-30T15:09:40Z</dcterms:created>
  <dcterms:modified xsi:type="dcterms:W3CDTF">2026-02-28T14:52:04Z</dcterms:modified>
</cp:coreProperties>
</file>